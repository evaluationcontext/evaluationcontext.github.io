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3" r:id="rId2"/>
    <p:sldId id="327" r:id="rId3"/>
    <p:sldId id="322" r:id="rId4"/>
    <p:sldId id="326" r:id="rId5"/>
    <p:sldId id="323" r:id="rId6"/>
    <p:sldId id="328" r:id="rId7"/>
    <p:sldId id="310" r:id="rId8"/>
    <p:sldId id="32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69E8E6-D448-452F-8EB9-A05031E9DE4B}">
          <p14:sldIdLst>
            <p14:sldId id="313"/>
            <p14:sldId id="327"/>
            <p14:sldId id="322"/>
            <p14:sldId id="326"/>
            <p14:sldId id="323"/>
            <p14:sldId id="328"/>
            <p14:sldId id="310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D49"/>
    <a:srgbClr val="64A595"/>
    <a:srgbClr val="243A5E"/>
    <a:srgbClr val="7F7F7F"/>
    <a:srgbClr val="4567AC"/>
    <a:srgbClr val="111111"/>
    <a:srgbClr val="C66F7D"/>
    <a:srgbClr val="D75F58"/>
    <a:srgbClr val="1CC0A5"/>
    <a:srgbClr val="397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64F61-5018-4BA7-A336-D55A47D9D69E}" v="132" dt="2026-04-24T07:34:06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9" autoAdjust="0"/>
    <p:restoredTop sz="79910" autoAdjust="0"/>
  </p:normalViewPr>
  <p:slideViewPr>
    <p:cSldViewPr snapToGrid="0">
      <p:cViewPr varScale="1">
        <p:scale>
          <a:sx n="84" d="100"/>
          <a:sy n="84" d="100"/>
        </p:scale>
        <p:origin x="830" y="5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Duddy" userId="7a8a0c806e99fd3e" providerId="LiveId" clId="{CCFF1EDE-63BB-4842-AC66-0597FB2EFDF5}"/>
    <pc:docChg chg="undo custSel addSld delSld modSld sldOrd modSection">
      <pc:chgData name="Jake Duddy" userId="7a8a0c806e99fd3e" providerId="LiveId" clId="{CCFF1EDE-63BB-4842-AC66-0597FB2EFDF5}" dt="2026-04-24T07:34:06.201" v="1211"/>
      <pc:docMkLst>
        <pc:docMk/>
      </pc:docMkLst>
      <pc:sldChg chg="addSp delSp modSp mod ord addAnim delAnim modAnim">
        <pc:chgData name="Jake Duddy" userId="7a8a0c806e99fd3e" providerId="LiveId" clId="{CCFF1EDE-63BB-4842-AC66-0597FB2EFDF5}" dt="2026-04-24T07:34:06.201" v="1211"/>
        <pc:sldMkLst>
          <pc:docMk/>
          <pc:sldMk cId="3492570063" sldId="310"/>
        </pc:sldMkLst>
        <pc:spChg chg="add del mod">
          <ac:chgData name="Jake Duddy" userId="7a8a0c806e99fd3e" providerId="LiveId" clId="{CCFF1EDE-63BB-4842-AC66-0597FB2EFDF5}" dt="2026-04-24T07:32:21.023" v="1054" actId="478"/>
          <ac:spMkLst>
            <pc:docMk/>
            <pc:sldMk cId="3492570063" sldId="310"/>
            <ac:spMk id="12" creationId="{586417E8-C15B-D9C4-DDCB-7CFB4B73DF3F}"/>
          </ac:spMkLst>
        </pc:spChg>
        <pc:spChg chg="add del mod">
          <ac:chgData name="Jake Duddy" userId="7a8a0c806e99fd3e" providerId="LiveId" clId="{CCFF1EDE-63BB-4842-AC66-0597FB2EFDF5}" dt="2026-04-24T07:32:21.023" v="1054" actId="478"/>
          <ac:spMkLst>
            <pc:docMk/>
            <pc:sldMk cId="3492570063" sldId="310"/>
            <ac:spMk id="13" creationId="{4476DB13-2CBA-3BCE-1762-BEA60B7AF8F2}"/>
          </ac:spMkLst>
        </pc:spChg>
        <pc:spChg chg="add del mod">
          <ac:chgData name="Jake Duddy" userId="7a8a0c806e99fd3e" providerId="LiveId" clId="{CCFF1EDE-63BB-4842-AC66-0597FB2EFDF5}" dt="2026-04-24T07:32:21.023" v="1054" actId="478"/>
          <ac:spMkLst>
            <pc:docMk/>
            <pc:sldMk cId="3492570063" sldId="310"/>
            <ac:spMk id="14" creationId="{7EEF049D-41A3-F244-A2E2-0DAEED8D1297}"/>
          </ac:spMkLst>
        </pc:spChg>
        <pc:spChg chg="add del mod">
          <ac:chgData name="Jake Duddy" userId="7a8a0c806e99fd3e" providerId="LiveId" clId="{CCFF1EDE-63BB-4842-AC66-0597FB2EFDF5}" dt="2026-04-24T07:32:21.023" v="1054" actId="478"/>
          <ac:spMkLst>
            <pc:docMk/>
            <pc:sldMk cId="3492570063" sldId="310"/>
            <ac:spMk id="15" creationId="{9228D6A9-4CDE-FDC4-15D0-11F8C7126070}"/>
          </ac:spMkLst>
        </pc:spChg>
        <pc:spChg chg="add del mod">
          <ac:chgData name="Jake Duddy" userId="7a8a0c806e99fd3e" providerId="LiveId" clId="{CCFF1EDE-63BB-4842-AC66-0597FB2EFDF5}" dt="2026-04-24T07:32:21.023" v="1054" actId="478"/>
          <ac:spMkLst>
            <pc:docMk/>
            <pc:sldMk cId="3492570063" sldId="310"/>
            <ac:spMk id="28" creationId="{A5028510-6462-A0C8-DB7A-06BF6187C3EF}"/>
          </ac:spMkLst>
        </pc:spChg>
        <pc:spChg chg="add del mod">
          <ac:chgData name="Jake Duddy" userId="7a8a0c806e99fd3e" providerId="LiveId" clId="{CCFF1EDE-63BB-4842-AC66-0597FB2EFDF5}" dt="2026-04-24T07:32:31.990" v="1058" actId="478"/>
          <ac:spMkLst>
            <pc:docMk/>
            <pc:sldMk cId="3492570063" sldId="310"/>
            <ac:spMk id="29" creationId="{0B1B5402-A30F-BEF1-1B8C-8A0AA0715C22}"/>
          </ac:spMkLst>
        </pc:spChg>
        <pc:spChg chg="add mod">
          <ac:chgData name="Jake Duddy" userId="7a8a0c806e99fd3e" providerId="LiveId" clId="{CCFF1EDE-63BB-4842-AC66-0597FB2EFDF5}" dt="2026-04-24T07:33:15.671" v="1152"/>
          <ac:spMkLst>
            <pc:docMk/>
            <pc:sldMk cId="3492570063" sldId="310"/>
            <ac:spMk id="43" creationId="{FF18D916-A0D1-F2EB-B941-3C4C8D99A73E}"/>
          </ac:spMkLst>
        </pc:spChg>
        <pc:spChg chg="add mod">
          <ac:chgData name="Jake Duddy" userId="7a8a0c806e99fd3e" providerId="LiveId" clId="{CCFF1EDE-63BB-4842-AC66-0597FB2EFDF5}" dt="2026-04-24T07:33:15.671" v="1152"/>
          <ac:spMkLst>
            <pc:docMk/>
            <pc:sldMk cId="3492570063" sldId="310"/>
            <ac:spMk id="44" creationId="{FA2F0798-C191-4D78-F568-E0C216900A8E}"/>
          </ac:spMkLst>
        </pc:spChg>
        <pc:spChg chg="add mod">
          <ac:chgData name="Jake Duddy" userId="7a8a0c806e99fd3e" providerId="LiveId" clId="{CCFF1EDE-63BB-4842-AC66-0597FB2EFDF5}" dt="2026-04-24T07:33:15.671" v="1152"/>
          <ac:spMkLst>
            <pc:docMk/>
            <pc:sldMk cId="3492570063" sldId="310"/>
            <ac:spMk id="45" creationId="{A65CDAAF-842F-4998-4161-DB9A2233BDF5}"/>
          </ac:spMkLst>
        </pc:spChg>
        <pc:spChg chg="add mod">
          <ac:chgData name="Jake Duddy" userId="7a8a0c806e99fd3e" providerId="LiveId" clId="{CCFF1EDE-63BB-4842-AC66-0597FB2EFDF5}" dt="2026-04-24T07:33:15.671" v="1152"/>
          <ac:spMkLst>
            <pc:docMk/>
            <pc:sldMk cId="3492570063" sldId="310"/>
            <ac:spMk id="46" creationId="{AD3D6A35-4B0B-983C-BCC5-7BB940D9A7DA}"/>
          </ac:spMkLst>
        </pc:spChg>
        <pc:spChg chg="add del mod">
          <ac:chgData name="Jake Duddy" userId="7a8a0c806e99fd3e" providerId="LiveId" clId="{CCFF1EDE-63BB-4842-AC66-0597FB2EFDF5}" dt="2026-04-24T07:33:13.097" v="1149" actId="478"/>
          <ac:spMkLst>
            <pc:docMk/>
            <pc:sldMk cId="3492570063" sldId="310"/>
            <ac:spMk id="49" creationId="{3087E5C5-AF9B-23B0-6BA3-AFBFF5FF8A43}"/>
          </ac:spMkLst>
        </pc:spChg>
        <pc:spChg chg="add del mod">
          <ac:chgData name="Jake Duddy" userId="7a8a0c806e99fd3e" providerId="LiveId" clId="{CCFF1EDE-63BB-4842-AC66-0597FB2EFDF5}" dt="2026-04-24T07:33:12.501" v="1148" actId="478"/>
          <ac:spMkLst>
            <pc:docMk/>
            <pc:sldMk cId="3492570063" sldId="310"/>
            <ac:spMk id="50" creationId="{99BA1684-A75D-0BDF-B264-759E8F55AD5B}"/>
          </ac:spMkLst>
        </pc:spChg>
        <pc:spChg chg="add del mod">
          <ac:chgData name="Jake Duddy" userId="7a8a0c806e99fd3e" providerId="LiveId" clId="{CCFF1EDE-63BB-4842-AC66-0597FB2EFDF5}" dt="2026-04-24T07:33:14.317" v="1150" actId="478"/>
          <ac:spMkLst>
            <pc:docMk/>
            <pc:sldMk cId="3492570063" sldId="310"/>
            <ac:spMk id="51" creationId="{7F9B8366-6CF5-5ABC-8905-AA9ACD3A1763}"/>
          </ac:spMkLst>
        </pc:spChg>
        <pc:spChg chg="add del mod">
          <ac:chgData name="Jake Duddy" userId="7a8a0c806e99fd3e" providerId="LiveId" clId="{CCFF1EDE-63BB-4842-AC66-0597FB2EFDF5}" dt="2026-04-24T07:33:14.792" v="1151" actId="478"/>
          <ac:spMkLst>
            <pc:docMk/>
            <pc:sldMk cId="3492570063" sldId="310"/>
            <ac:spMk id="52" creationId="{2C26C7F8-ECB9-F931-9897-846D7A421CB6}"/>
          </ac:spMkLst>
        </pc:spChg>
        <pc:spChg chg="add mod">
          <ac:chgData name="Jake Duddy" userId="7a8a0c806e99fd3e" providerId="LiveId" clId="{CCFF1EDE-63BB-4842-AC66-0597FB2EFDF5}" dt="2026-04-24T07:33:30.042" v="1180" actId="1037"/>
          <ac:spMkLst>
            <pc:docMk/>
            <pc:sldMk cId="3492570063" sldId="310"/>
            <ac:spMk id="502" creationId="{041BA763-5602-9FD3-9E31-591E9C278589}"/>
          </ac:spMkLst>
        </pc:spChg>
        <pc:spChg chg="add mod">
          <ac:chgData name="Jake Duddy" userId="7a8a0c806e99fd3e" providerId="LiveId" clId="{CCFF1EDE-63BB-4842-AC66-0597FB2EFDF5}" dt="2026-04-24T07:33:34.407" v="1210" actId="1036"/>
          <ac:spMkLst>
            <pc:docMk/>
            <pc:sldMk cId="3492570063" sldId="310"/>
            <ac:spMk id="503" creationId="{2D23FB9F-6312-5742-D5A6-14A9ECDA5520}"/>
          </ac:spMkLst>
        </pc:spChg>
        <pc:spChg chg="add del mod">
          <ac:chgData name="Jake Duddy" userId="7a8a0c806e99fd3e" providerId="LiveId" clId="{CCFF1EDE-63BB-4842-AC66-0597FB2EFDF5}" dt="2026-04-24T07:32:21.023" v="1054" actId="478"/>
          <ac:spMkLst>
            <pc:docMk/>
            <pc:sldMk cId="3492570063" sldId="310"/>
            <ac:spMk id="504" creationId="{FC657007-AFC1-B55A-7796-9AD516B945E9}"/>
          </ac:spMkLst>
        </pc:spChg>
        <pc:grpChg chg="del mod">
          <ac:chgData name="Jake Duddy" userId="7a8a0c806e99fd3e" providerId="LiveId" clId="{CCFF1EDE-63BB-4842-AC66-0597FB2EFDF5}" dt="2026-04-24T07:32:21.023" v="1054" actId="478"/>
          <ac:grpSpMkLst>
            <pc:docMk/>
            <pc:sldMk cId="3492570063" sldId="310"/>
            <ac:grpSpMk id="342" creationId="{57C13452-B8D7-952D-6BA3-B446FDC102D0}"/>
          </ac:grpSpMkLst>
        </pc:grpChg>
        <pc:grpChg chg="del mod">
          <ac:chgData name="Jake Duddy" userId="7a8a0c806e99fd3e" providerId="LiveId" clId="{CCFF1EDE-63BB-4842-AC66-0597FB2EFDF5}" dt="2026-04-24T07:32:21.023" v="1054" actId="478"/>
          <ac:grpSpMkLst>
            <pc:docMk/>
            <pc:sldMk cId="3492570063" sldId="310"/>
            <ac:grpSpMk id="351" creationId="{1EAA31FB-D7CF-C90D-E96C-B341C51DA4D4}"/>
          </ac:grpSpMkLst>
        </pc:grpChg>
        <pc:picChg chg="add del mod">
          <ac:chgData name="Jake Duddy" userId="7a8a0c806e99fd3e" providerId="LiveId" clId="{CCFF1EDE-63BB-4842-AC66-0597FB2EFDF5}" dt="2026-04-24T07:32:21.023" v="1054" actId="478"/>
          <ac:picMkLst>
            <pc:docMk/>
            <pc:sldMk cId="3492570063" sldId="310"/>
            <ac:picMk id="6" creationId="{4A1F13C4-2FEE-64C6-E2E0-A6884781B2DA}"/>
          </ac:picMkLst>
        </pc:picChg>
        <pc:picChg chg="add mod ord">
          <ac:chgData name="Jake Duddy" userId="7a8a0c806e99fd3e" providerId="LiveId" clId="{CCFF1EDE-63BB-4842-AC66-0597FB2EFDF5}" dt="2026-04-24T07:32:29.592" v="1057" actId="167"/>
          <ac:picMkLst>
            <pc:docMk/>
            <pc:sldMk cId="3492570063" sldId="310"/>
            <ac:picMk id="42" creationId="{BF7B7A7B-8CFA-8C9F-BB9B-AC0CFC60DA1E}"/>
          </ac:picMkLst>
        </pc:picChg>
        <pc:picChg chg="add del mod">
          <ac:chgData name="Jake Duddy" userId="7a8a0c806e99fd3e" providerId="LiveId" clId="{CCFF1EDE-63BB-4842-AC66-0597FB2EFDF5}" dt="2026-04-24T07:32:26.929" v="1056" actId="478"/>
          <ac:picMkLst>
            <pc:docMk/>
            <pc:sldMk cId="3492570063" sldId="310"/>
            <ac:picMk id="48" creationId="{F562D05C-F430-4292-5246-C60605A8EEBB}"/>
          </ac:picMkLst>
        </pc:picChg>
        <pc:inkChg chg="mod">
          <ac:chgData name="Jake Duddy" userId="7a8a0c806e99fd3e" providerId="LiveId" clId="{CCFF1EDE-63BB-4842-AC66-0597FB2EFDF5}" dt="2026-04-24T07:32:35.379" v="1059" actId="1076"/>
          <ac:inkMkLst>
            <pc:docMk/>
            <pc:sldMk cId="3492570063" sldId="310"/>
            <ac:inkMk id="47" creationId="{877B889E-72A2-1004-8F2E-3F7EDD10CB00}"/>
          </ac:inkMkLst>
        </pc:inkChg>
        <pc:inkChg chg="add mod">
          <ac:chgData name="Jake Duddy" userId="7a8a0c806e99fd3e" providerId="LiveId" clId="{CCFF1EDE-63BB-4842-AC66-0597FB2EFDF5}" dt="2026-04-24T07:33:19.223" v="1153" actId="14100"/>
          <ac:inkMkLst>
            <pc:docMk/>
            <pc:sldMk cId="3492570063" sldId="310"/>
            <ac:inkMk id="58" creationId="{42298804-14F2-0955-7306-67254C889947}"/>
          </ac:inkMkLst>
        </pc:inkChg>
        <pc:inkChg chg="add mod">
          <ac:chgData name="Jake Duddy" userId="7a8a0c806e99fd3e" providerId="LiveId" clId="{CCFF1EDE-63BB-4842-AC66-0597FB2EFDF5}" dt="2026-04-24T07:33:23.952" v="1156" actId="1076"/>
          <ac:inkMkLst>
            <pc:docMk/>
            <pc:sldMk cId="3492570063" sldId="310"/>
            <ac:inkMk id="61" creationId="{17D1B800-618C-A3DC-39B0-646ED1441D66}"/>
          </ac:inkMkLst>
        </pc:inkChg>
        <pc:inkChg chg="add mod">
          <ac:chgData name="Jake Duddy" userId="7a8a0c806e99fd3e" providerId="LiveId" clId="{CCFF1EDE-63BB-4842-AC66-0597FB2EFDF5}" dt="2026-04-24T07:32:40.279" v="1061" actId="14100"/>
          <ac:inkMkLst>
            <pc:docMk/>
            <pc:sldMk cId="3492570063" sldId="310"/>
            <ac:inkMk id="62" creationId="{E84819D7-FBFD-A11E-C236-2AC9B1C41400}"/>
          </ac:inkMkLst>
        </pc:inkChg>
        <pc:inkChg chg="del mod">
          <ac:chgData name="Jake Duddy" userId="7a8a0c806e99fd3e" providerId="LiveId" clId="{CCFF1EDE-63BB-4842-AC66-0597FB2EFDF5}" dt="2026-04-24T07:32:21.023" v="1054" actId="478"/>
          <ac:inkMkLst>
            <pc:docMk/>
            <pc:sldMk cId="3492570063" sldId="310"/>
            <ac:inkMk id="482" creationId="{F2A08C1A-E6EF-C06D-3E89-A7B7C0E4B26A}"/>
          </ac:inkMkLst>
        </pc:inkChg>
        <pc:cxnChg chg="add">
          <ac:chgData name="Jake Duddy" userId="7a8a0c806e99fd3e" providerId="LiveId" clId="{CCFF1EDE-63BB-4842-AC66-0597FB2EFDF5}" dt="2026-04-24T07:26:13.729" v="948" actId="11529"/>
          <ac:cxnSpMkLst>
            <pc:docMk/>
            <pc:sldMk cId="3492570063" sldId="310"/>
            <ac:cxnSpMk id="3" creationId="{42FF879B-0A61-0B1B-3503-23C6565EAB8E}"/>
          </ac:cxnSpMkLst>
        </pc:cxnChg>
        <pc:cxnChg chg="add mod">
          <ac:chgData name="Jake Duddy" userId="7a8a0c806e99fd3e" providerId="LiveId" clId="{CCFF1EDE-63BB-4842-AC66-0597FB2EFDF5}" dt="2026-04-24T07:26:21.894" v="952" actId="14100"/>
          <ac:cxnSpMkLst>
            <pc:docMk/>
            <pc:sldMk cId="3492570063" sldId="310"/>
            <ac:cxnSpMk id="4" creationId="{DBF0770D-5BA3-75B3-080C-62837A7963EC}"/>
          </ac:cxnSpMkLst>
        </pc:cxnChg>
        <pc:cxnChg chg="add mod">
          <ac:chgData name="Jake Duddy" userId="7a8a0c806e99fd3e" providerId="LiveId" clId="{CCFF1EDE-63BB-4842-AC66-0597FB2EFDF5}" dt="2026-04-24T07:26:26.200" v="955" actId="14100"/>
          <ac:cxnSpMkLst>
            <pc:docMk/>
            <pc:sldMk cId="3492570063" sldId="310"/>
            <ac:cxnSpMk id="9" creationId="{AE140C36-53CB-7BD7-3907-E1CEA1F13281}"/>
          </ac:cxnSpMkLst>
        </pc:cxnChg>
        <pc:cxnChg chg="add mod">
          <ac:chgData name="Jake Duddy" userId="7a8a0c806e99fd3e" providerId="LiveId" clId="{CCFF1EDE-63BB-4842-AC66-0597FB2EFDF5}" dt="2026-04-24T07:26:31.569" v="959" actId="14100"/>
          <ac:cxnSpMkLst>
            <pc:docMk/>
            <pc:sldMk cId="3492570063" sldId="310"/>
            <ac:cxnSpMk id="16" creationId="{5A532D56-777D-3A7D-691E-C4379DE41168}"/>
          </ac:cxnSpMkLst>
        </pc:cxnChg>
        <pc:cxnChg chg="add mod">
          <ac:chgData name="Jake Duddy" userId="7a8a0c806e99fd3e" providerId="LiveId" clId="{CCFF1EDE-63BB-4842-AC66-0597FB2EFDF5}" dt="2026-04-24T07:26:36.004" v="962" actId="14100"/>
          <ac:cxnSpMkLst>
            <pc:docMk/>
            <pc:sldMk cId="3492570063" sldId="310"/>
            <ac:cxnSpMk id="19" creationId="{F075D6C5-D0C4-F0F0-83C4-859B4EA23AB6}"/>
          </ac:cxnSpMkLst>
        </pc:cxnChg>
        <pc:cxnChg chg="add mod">
          <ac:chgData name="Jake Duddy" userId="7a8a0c806e99fd3e" providerId="LiveId" clId="{CCFF1EDE-63BB-4842-AC66-0597FB2EFDF5}" dt="2026-04-24T07:26:39.833" v="965" actId="14100"/>
          <ac:cxnSpMkLst>
            <pc:docMk/>
            <pc:sldMk cId="3492570063" sldId="310"/>
            <ac:cxnSpMk id="22" creationId="{490E59E0-11FA-1AD8-F8AD-DC31F6934163}"/>
          </ac:cxnSpMkLst>
        </pc:cxnChg>
        <pc:cxnChg chg="add mod">
          <ac:chgData name="Jake Duddy" userId="7a8a0c806e99fd3e" providerId="LiveId" clId="{CCFF1EDE-63BB-4842-AC66-0597FB2EFDF5}" dt="2026-04-24T07:26:43.982" v="968" actId="14100"/>
          <ac:cxnSpMkLst>
            <pc:docMk/>
            <pc:sldMk cId="3492570063" sldId="310"/>
            <ac:cxnSpMk id="25" creationId="{74DBB157-0929-2E21-D820-5522E91FC444}"/>
          </ac:cxnSpMkLst>
        </pc:cxnChg>
        <pc:cxnChg chg="add mod">
          <ac:chgData name="Jake Duddy" userId="7a8a0c806e99fd3e" providerId="LiveId" clId="{CCFF1EDE-63BB-4842-AC66-0597FB2EFDF5}" dt="2026-04-24T07:26:49.016" v="971" actId="14100"/>
          <ac:cxnSpMkLst>
            <pc:docMk/>
            <pc:sldMk cId="3492570063" sldId="310"/>
            <ac:cxnSpMk id="30" creationId="{49A44411-78A6-DA2F-B525-F325DA6265F1}"/>
          </ac:cxnSpMkLst>
        </pc:cxnChg>
        <pc:cxnChg chg="add mod">
          <ac:chgData name="Jake Duddy" userId="7a8a0c806e99fd3e" providerId="LiveId" clId="{CCFF1EDE-63BB-4842-AC66-0597FB2EFDF5}" dt="2026-04-24T07:26:53.742" v="974" actId="14100"/>
          <ac:cxnSpMkLst>
            <pc:docMk/>
            <pc:sldMk cId="3492570063" sldId="310"/>
            <ac:cxnSpMk id="33" creationId="{3E59D2A7-D39D-1DA8-04C9-F564D6F47F6E}"/>
          </ac:cxnSpMkLst>
        </pc:cxnChg>
        <pc:cxnChg chg="add mod">
          <ac:chgData name="Jake Duddy" userId="7a8a0c806e99fd3e" providerId="LiveId" clId="{CCFF1EDE-63BB-4842-AC66-0597FB2EFDF5}" dt="2026-04-24T07:26:58.497" v="977" actId="14100"/>
          <ac:cxnSpMkLst>
            <pc:docMk/>
            <pc:sldMk cId="3492570063" sldId="310"/>
            <ac:cxnSpMk id="36" creationId="{DF9E6839-DAA9-5A94-90A6-D59BB4429FA3}"/>
          </ac:cxnSpMkLst>
        </pc:cxnChg>
        <pc:cxnChg chg="add mod">
          <ac:chgData name="Jake Duddy" userId="7a8a0c806e99fd3e" providerId="LiveId" clId="{CCFF1EDE-63BB-4842-AC66-0597FB2EFDF5}" dt="2026-04-24T07:27:02.717" v="980" actId="14100"/>
          <ac:cxnSpMkLst>
            <pc:docMk/>
            <pc:sldMk cId="3492570063" sldId="310"/>
            <ac:cxnSpMk id="39" creationId="{79BF274B-A4AF-3B21-B59D-A8004CC34FA3}"/>
          </ac:cxnSpMkLst>
        </pc:cxnChg>
      </pc:sldChg>
      <pc:sldChg chg="addSp delSp modSp mod modTransition addAnim delAnim modAnim">
        <pc:chgData name="Jake Duddy" userId="7a8a0c806e99fd3e" providerId="LiveId" clId="{CCFF1EDE-63BB-4842-AC66-0597FB2EFDF5}" dt="2026-04-24T07:17:55.930" v="784" actId="1035"/>
        <pc:sldMkLst>
          <pc:docMk/>
          <pc:sldMk cId="482866262" sldId="313"/>
        </pc:sldMkLst>
        <pc:spChg chg="mod">
          <ac:chgData name="Jake Duddy" userId="7a8a0c806e99fd3e" providerId="LiveId" clId="{CCFF1EDE-63BB-4842-AC66-0597FB2EFDF5}" dt="2026-04-24T07:17:45.346" v="752" actId="1036"/>
          <ac:spMkLst>
            <pc:docMk/>
            <pc:sldMk cId="482866262" sldId="313"/>
            <ac:spMk id="2" creationId="{DA584B48-C7E0-4CB4-5686-01035ECEC601}"/>
          </ac:spMkLst>
        </pc:spChg>
        <pc:spChg chg="add mod">
          <ac:chgData name="Jake Duddy" userId="7a8a0c806e99fd3e" providerId="LiveId" clId="{CCFF1EDE-63BB-4842-AC66-0597FB2EFDF5}" dt="2026-04-24T07:17:42.325" v="728" actId="1036"/>
          <ac:spMkLst>
            <pc:docMk/>
            <pc:sldMk cId="482866262" sldId="313"/>
            <ac:spMk id="3" creationId="{94B92542-5F73-12FC-187E-0DDDF3BB717B}"/>
          </ac:spMkLst>
        </pc:spChg>
        <pc:spChg chg="add mod topLvl">
          <ac:chgData name="Jake Duddy" userId="7a8a0c806e99fd3e" providerId="LiveId" clId="{CCFF1EDE-63BB-4842-AC66-0597FB2EFDF5}" dt="2026-04-24T07:17:55.930" v="784" actId="1035"/>
          <ac:spMkLst>
            <pc:docMk/>
            <pc:sldMk cId="482866262" sldId="313"/>
            <ac:spMk id="4" creationId="{B3E90E29-A9EC-075B-F3D3-410B8CA011D5}"/>
          </ac:spMkLst>
        </pc:spChg>
        <pc:grpChg chg="add mod">
          <ac:chgData name="Jake Duddy" userId="7a8a0c806e99fd3e" providerId="LiveId" clId="{CCFF1EDE-63BB-4842-AC66-0597FB2EFDF5}" dt="2026-04-20T20:45:19.439" v="111" actId="164"/>
          <ac:grpSpMkLst>
            <pc:docMk/>
            <pc:sldMk cId="482866262" sldId="313"/>
            <ac:grpSpMk id="7" creationId="{CA3FF367-F640-7355-8215-E0360B966042}"/>
          </ac:grpSpMkLst>
        </pc:grpChg>
        <pc:grpChg chg="add mod">
          <ac:chgData name="Jake Duddy" userId="7a8a0c806e99fd3e" providerId="LiveId" clId="{CCFF1EDE-63BB-4842-AC66-0597FB2EFDF5}" dt="2026-04-20T22:02:09.286" v="688" actId="164"/>
          <ac:grpSpMkLst>
            <pc:docMk/>
            <pc:sldMk cId="482866262" sldId="313"/>
            <ac:grpSpMk id="11" creationId="{E1F285D5-8E87-B75E-5E00-545344C1F547}"/>
          </ac:grpSpMkLst>
        </pc:grpChg>
        <pc:picChg chg="add mod">
          <ac:chgData name="Jake Duddy" userId="7a8a0c806e99fd3e" providerId="LiveId" clId="{CCFF1EDE-63BB-4842-AC66-0597FB2EFDF5}" dt="2026-04-20T22:02:09.286" v="688" actId="164"/>
          <ac:picMkLst>
            <pc:docMk/>
            <pc:sldMk cId="482866262" sldId="313"/>
            <ac:picMk id="10" creationId="{816FCAA9-6750-01CF-24C6-8E0AD53C83C1}"/>
          </ac:picMkLst>
        </pc:picChg>
        <pc:picChg chg="add mod">
          <ac:chgData name="Jake Duddy" userId="7a8a0c806e99fd3e" providerId="LiveId" clId="{CCFF1EDE-63BB-4842-AC66-0597FB2EFDF5}" dt="2026-04-20T20:45:19.439" v="111" actId="164"/>
          <ac:picMkLst>
            <pc:docMk/>
            <pc:sldMk cId="482866262" sldId="313"/>
            <ac:picMk id="1026" creationId="{B82C56C8-F5FC-A485-D807-ACBFC90A6C3B}"/>
          </ac:picMkLst>
        </pc:picChg>
        <pc:picChg chg="add mod">
          <ac:chgData name="Jake Duddy" userId="7a8a0c806e99fd3e" providerId="LiveId" clId="{CCFF1EDE-63BB-4842-AC66-0597FB2EFDF5}" dt="2026-04-20T20:43:13.793" v="31" actId="1076"/>
          <ac:picMkLst>
            <pc:docMk/>
            <pc:sldMk cId="482866262" sldId="313"/>
            <ac:picMk id="1028" creationId="{9CCF757C-5E9E-9258-E8A4-3AB5B595C2F4}"/>
          </ac:picMkLst>
        </pc:picChg>
      </pc:sldChg>
      <pc:sldChg chg="addSp delSp modSp mod modTransition addAnim delAnim modAnim">
        <pc:chgData name="Jake Duddy" userId="7a8a0c806e99fd3e" providerId="LiveId" clId="{CCFF1EDE-63BB-4842-AC66-0597FB2EFDF5}" dt="2026-04-20T20:55:33.111" v="223"/>
        <pc:sldMkLst>
          <pc:docMk/>
          <pc:sldMk cId="3888937146" sldId="322"/>
        </pc:sldMkLst>
        <pc:spChg chg="add mod">
          <ac:chgData name="Jake Duddy" userId="7a8a0c806e99fd3e" providerId="LiveId" clId="{CCFF1EDE-63BB-4842-AC66-0597FB2EFDF5}" dt="2026-04-20T20:55:00.153" v="219" actId="1037"/>
          <ac:spMkLst>
            <pc:docMk/>
            <pc:sldMk cId="3888937146" sldId="322"/>
            <ac:spMk id="9" creationId="{9DBC3C1E-2D6B-83D5-F864-7261CB8046FD}"/>
          </ac:spMkLst>
        </pc:spChg>
        <pc:picChg chg="add mod">
          <ac:chgData name="Jake Duddy" userId="7a8a0c806e99fd3e" providerId="LiveId" clId="{CCFF1EDE-63BB-4842-AC66-0597FB2EFDF5}" dt="2026-04-20T20:54:54.106" v="187" actId="1076"/>
          <ac:picMkLst>
            <pc:docMk/>
            <pc:sldMk cId="3888937146" sldId="322"/>
            <ac:picMk id="6" creationId="{D1B46FE2-C46B-B230-4449-07735AC93329}"/>
          </ac:picMkLst>
        </pc:picChg>
        <pc:picChg chg="add mod">
          <ac:chgData name="Jake Duddy" userId="7a8a0c806e99fd3e" providerId="LiveId" clId="{CCFF1EDE-63BB-4842-AC66-0597FB2EFDF5}" dt="2026-04-20T20:55:06.444" v="220" actId="1076"/>
          <ac:picMkLst>
            <pc:docMk/>
            <pc:sldMk cId="3888937146" sldId="322"/>
            <ac:picMk id="16" creationId="{0B3D292A-E486-D518-F631-E1D363337CC7}"/>
          </ac:picMkLst>
        </pc:picChg>
      </pc:sldChg>
      <pc:sldChg chg="addSp delSp modSp mod modNotesTx">
        <pc:chgData name="Jake Duddy" userId="7a8a0c806e99fd3e" providerId="LiveId" clId="{CCFF1EDE-63BB-4842-AC66-0597FB2EFDF5}" dt="2026-04-20T22:01:34.261" v="682" actId="1076"/>
        <pc:sldMkLst>
          <pc:docMk/>
          <pc:sldMk cId="945186040" sldId="323"/>
        </pc:sldMkLst>
        <pc:spChg chg="add mod">
          <ac:chgData name="Jake Duddy" userId="7a8a0c806e99fd3e" providerId="LiveId" clId="{CCFF1EDE-63BB-4842-AC66-0597FB2EFDF5}" dt="2026-04-20T22:01:34.261" v="682" actId="1076"/>
          <ac:spMkLst>
            <pc:docMk/>
            <pc:sldMk cId="945186040" sldId="323"/>
            <ac:spMk id="47" creationId="{1C048947-74FB-BC01-9351-E0314F6DE89D}"/>
          </ac:spMkLst>
        </pc:spChg>
        <pc:spChg chg="add mod">
          <ac:chgData name="Jake Duddy" userId="7a8a0c806e99fd3e" providerId="LiveId" clId="{CCFF1EDE-63BB-4842-AC66-0597FB2EFDF5}" dt="2026-04-20T22:01:34.261" v="682" actId="1076"/>
          <ac:spMkLst>
            <pc:docMk/>
            <pc:sldMk cId="945186040" sldId="323"/>
            <ac:spMk id="48" creationId="{27544F23-52DE-C8C0-E72F-53CA77D918A4}"/>
          </ac:spMkLst>
        </pc:spChg>
        <pc:spChg chg="add mod">
          <ac:chgData name="Jake Duddy" userId="7a8a0c806e99fd3e" providerId="LiveId" clId="{CCFF1EDE-63BB-4842-AC66-0597FB2EFDF5}" dt="2026-04-20T22:01:34.261" v="682" actId="1076"/>
          <ac:spMkLst>
            <pc:docMk/>
            <pc:sldMk cId="945186040" sldId="323"/>
            <ac:spMk id="49" creationId="{577E0355-95ED-A6CC-B57E-040069A72457}"/>
          </ac:spMkLst>
        </pc:spChg>
        <pc:picChg chg="add mod">
          <ac:chgData name="Jake Duddy" userId="7a8a0c806e99fd3e" providerId="LiveId" clId="{CCFF1EDE-63BB-4842-AC66-0597FB2EFDF5}" dt="2026-04-20T22:01:34.261" v="682" actId="1076"/>
          <ac:picMkLst>
            <pc:docMk/>
            <pc:sldMk cId="945186040" sldId="323"/>
            <ac:picMk id="51" creationId="{CD23DEF4-735C-9E55-879B-1EB233DEB0A4}"/>
          </ac:picMkLst>
        </pc:picChg>
      </pc:sldChg>
      <pc:sldChg chg="addSp delSp modSp mod">
        <pc:chgData name="Jake Duddy" userId="7a8a0c806e99fd3e" providerId="LiveId" clId="{CCFF1EDE-63BB-4842-AC66-0597FB2EFDF5}" dt="2026-04-20T22:01:22.446" v="679" actId="478"/>
        <pc:sldMkLst>
          <pc:docMk/>
          <pc:sldMk cId="3555023810" sldId="324"/>
        </pc:sldMkLst>
        <pc:picChg chg="add">
          <ac:chgData name="Jake Duddy" userId="7a8a0c806e99fd3e" providerId="LiveId" clId="{CCFF1EDE-63BB-4842-AC66-0597FB2EFDF5}" dt="2026-04-20T22:01:14.184" v="677" actId="22"/>
          <ac:picMkLst>
            <pc:docMk/>
            <pc:sldMk cId="3555023810" sldId="324"/>
            <ac:picMk id="18" creationId="{BCA0F341-9605-CD48-C53E-CEC99D5E1BBD}"/>
          </ac:picMkLst>
        </pc:picChg>
      </pc:sldChg>
      <pc:sldChg chg="addSp delSp modSp new mod modTransition">
        <pc:chgData name="Jake Duddy" userId="7a8a0c806e99fd3e" providerId="LiveId" clId="{CCFF1EDE-63BB-4842-AC66-0597FB2EFDF5}" dt="2026-04-20T20:57:39.411" v="281" actId="1076"/>
        <pc:sldMkLst>
          <pc:docMk/>
          <pc:sldMk cId="2517441992" sldId="326"/>
        </pc:sldMkLst>
        <pc:spChg chg="add mod">
          <ac:chgData name="Jake Duddy" userId="7a8a0c806e99fd3e" providerId="LiveId" clId="{CCFF1EDE-63BB-4842-AC66-0597FB2EFDF5}" dt="2026-04-20T20:57:06.020" v="252" actId="14100"/>
          <ac:spMkLst>
            <pc:docMk/>
            <pc:sldMk cId="2517441992" sldId="326"/>
            <ac:spMk id="4" creationId="{45C88951-901E-3B16-4C00-1A9FE0F328AA}"/>
          </ac:spMkLst>
        </pc:spChg>
        <pc:spChg chg="add mod">
          <ac:chgData name="Jake Duddy" userId="7a8a0c806e99fd3e" providerId="LiveId" clId="{CCFF1EDE-63BB-4842-AC66-0597FB2EFDF5}" dt="2026-04-20T20:56:57.352" v="249" actId="1076"/>
          <ac:spMkLst>
            <pc:docMk/>
            <pc:sldMk cId="2517441992" sldId="326"/>
            <ac:spMk id="6" creationId="{5EBF6849-987E-FC97-7EDD-1E4BA24D6107}"/>
          </ac:spMkLst>
        </pc:spChg>
        <pc:spChg chg="add mod">
          <ac:chgData name="Jake Duddy" userId="7a8a0c806e99fd3e" providerId="LiveId" clId="{CCFF1EDE-63BB-4842-AC66-0597FB2EFDF5}" dt="2026-04-20T20:57:09.076" v="253" actId="1076"/>
          <ac:spMkLst>
            <pc:docMk/>
            <pc:sldMk cId="2517441992" sldId="326"/>
            <ac:spMk id="7" creationId="{95138E32-AC5C-2481-6B4E-B4B95E9B27C3}"/>
          </ac:spMkLst>
        </pc:spChg>
        <pc:spChg chg="add mod">
          <ac:chgData name="Jake Duddy" userId="7a8a0c806e99fd3e" providerId="LiveId" clId="{CCFF1EDE-63BB-4842-AC66-0597FB2EFDF5}" dt="2026-04-20T20:57:36.169" v="280" actId="1076"/>
          <ac:spMkLst>
            <pc:docMk/>
            <pc:sldMk cId="2517441992" sldId="326"/>
            <ac:spMk id="8" creationId="{F427385E-3AE7-10A0-86F1-02D1DC0A57A2}"/>
          </ac:spMkLst>
        </pc:spChg>
        <pc:spChg chg="add mod">
          <ac:chgData name="Jake Duddy" userId="7a8a0c806e99fd3e" providerId="LiveId" clId="{CCFF1EDE-63BB-4842-AC66-0597FB2EFDF5}" dt="2026-04-20T20:57:27.398" v="276" actId="14100"/>
          <ac:spMkLst>
            <pc:docMk/>
            <pc:sldMk cId="2517441992" sldId="326"/>
            <ac:spMk id="9" creationId="{F7D29896-DC35-4A8B-6A81-09F11D6FDB97}"/>
          </ac:spMkLst>
        </pc:spChg>
        <pc:spChg chg="add mod">
          <ac:chgData name="Jake Duddy" userId="7a8a0c806e99fd3e" providerId="LiveId" clId="{CCFF1EDE-63BB-4842-AC66-0597FB2EFDF5}" dt="2026-04-20T20:57:39.411" v="281" actId="1076"/>
          <ac:spMkLst>
            <pc:docMk/>
            <pc:sldMk cId="2517441992" sldId="326"/>
            <ac:spMk id="10" creationId="{F67E5368-8FC2-B3E6-99D3-F55A98841DF2}"/>
          </ac:spMkLst>
        </pc:spChg>
        <pc:picChg chg="add mod">
          <ac:chgData name="Jake Duddy" userId="7a8a0c806e99fd3e" providerId="LiveId" clId="{CCFF1EDE-63BB-4842-AC66-0597FB2EFDF5}" dt="2026-04-20T20:52:11.914" v="162"/>
          <ac:picMkLst>
            <pc:docMk/>
            <pc:sldMk cId="2517441992" sldId="326"/>
            <ac:picMk id="5" creationId="{53111956-3640-DA29-6B85-DAB8C6645FA0}"/>
          </ac:picMkLst>
        </pc:picChg>
      </pc:sldChg>
      <pc:sldChg chg="addSp delSp modSp new mod modAnim modNotesTx">
        <pc:chgData name="Jake Duddy" userId="7a8a0c806e99fd3e" providerId="LiveId" clId="{CCFF1EDE-63BB-4842-AC66-0597FB2EFDF5}" dt="2026-04-24T07:24:54.437" v="947" actId="1076"/>
        <pc:sldMkLst>
          <pc:docMk/>
          <pc:sldMk cId="1433219987" sldId="327"/>
        </pc:sldMkLst>
        <pc:picChg chg="add mod modCrop">
          <ac:chgData name="Jake Duddy" userId="7a8a0c806e99fd3e" providerId="LiveId" clId="{CCFF1EDE-63BB-4842-AC66-0597FB2EFDF5}" dt="2026-04-24T07:24:52.643" v="946" actId="14100"/>
          <ac:picMkLst>
            <pc:docMk/>
            <pc:sldMk cId="1433219987" sldId="327"/>
            <ac:picMk id="5" creationId="{D86E228B-080E-5F82-7C94-4B8CF35FEA06}"/>
          </ac:picMkLst>
        </pc:picChg>
        <pc:picChg chg="add mod">
          <ac:chgData name="Jake Duddy" userId="7a8a0c806e99fd3e" providerId="LiveId" clId="{CCFF1EDE-63BB-4842-AC66-0597FB2EFDF5}" dt="2026-04-24T07:24:54.437" v="947" actId="1076"/>
          <ac:picMkLst>
            <pc:docMk/>
            <pc:sldMk cId="1433219987" sldId="327"/>
            <ac:picMk id="5122" creationId="{61AE2B1A-C5E6-C5EB-B51D-9E610AB60E2C}"/>
          </ac:picMkLst>
        </pc:picChg>
      </pc:sldChg>
      <pc:sldChg chg="addSp delSp modSp add mod ord delAnim modAnim">
        <pc:chgData name="Jake Duddy" userId="7a8a0c806e99fd3e" providerId="LiveId" clId="{CCFF1EDE-63BB-4842-AC66-0597FB2EFDF5}" dt="2026-04-24T07:32:18.153" v="1053"/>
        <pc:sldMkLst>
          <pc:docMk/>
          <pc:sldMk cId="2497437340" sldId="328"/>
        </pc:sldMkLst>
        <pc:spChg chg="mod">
          <ac:chgData name="Jake Duddy" userId="7a8a0c806e99fd3e" providerId="LiveId" clId="{CCFF1EDE-63BB-4842-AC66-0597FB2EFDF5}" dt="2026-04-24T07:31:59.270" v="1046" actId="1036"/>
          <ac:spMkLst>
            <pc:docMk/>
            <pc:sldMk cId="2497437340" sldId="328"/>
            <ac:spMk id="12" creationId="{530ACF76-C539-BC6A-D19A-A5973AEF19EB}"/>
          </ac:spMkLst>
        </pc:spChg>
        <pc:spChg chg="mod">
          <ac:chgData name="Jake Duddy" userId="7a8a0c806e99fd3e" providerId="LiveId" clId="{CCFF1EDE-63BB-4842-AC66-0597FB2EFDF5}" dt="2026-04-24T07:31:54.555" v="1035" actId="1037"/>
          <ac:spMkLst>
            <pc:docMk/>
            <pc:sldMk cId="2497437340" sldId="328"/>
            <ac:spMk id="13" creationId="{F1C1B0B7-072A-1005-973D-F9AFA1B5E85A}"/>
          </ac:spMkLst>
        </pc:spChg>
        <pc:spChg chg="mod">
          <ac:chgData name="Jake Duddy" userId="7a8a0c806e99fd3e" providerId="LiveId" clId="{CCFF1EDE-63BB-4842-AC66-0597FB2EFDF5}" dt="2026-04-24T07:31:55.732" v="1038" actId="1036"/>
          <ac:spMkLst>
            <pc:docMk/>
            <pc:sldMk cId="2497437340" sldId="328"/>
            <ac:spMk id="14" creationId="{087434E9-DC55-4778-6811-6AC29C97707F}"/>
          </ac:spMkLst>
        </pc:spChg>
        <pc:spChg chg="mod">
          <ac:chgData name="Jake Duddy" userId="7a8a0c806e99fd3e" providerId="LiveId" clId="{CCFF1EDE-63BB-4842-AC66-0597FB2EFDF5}" dt="2026-04-24T07:31:08.205" v="1015" actId="1076"/>
          <ac:spMkLst>
            <pc:docMk/>
            <pc:sldMk cId="2497437340" sldId="328"/>
            <ac:spMk id="15" creationId="{C89E6BAE-6D43-CF1F-0614-90EE37A4E96E}"/>
          </ac:spMkLst>
        </pc:spChg>
        <pc:spChg chg="del mod">
          <ac:chgData name="Jake Duddy" userId="7a8a0c806e99fd3e" providerId="LiveId" clId="{CCFF1EDE-63BB-4842-AC66-0597FB2EFDF5}" dt="2026-04-24T07:30:53.289" v="1009" actId="478"/>
          <ac:spMkLst>
            <pc:docMk/>
            <pc:sldMk cId="2497437340" sldId="328"/>
            <ac:spMk id="28" creationId="{32F6FE3B-6469-36C9-CB60-55691B94CA05}"/>
          </ac:spMkLst>
        </pc:spChg>
        <pc:spChg chg="del">
          <ac:chgData name="Jake Duddy" userId="7a8a0c806e99fd3e" providerId="LiveId" clId="{CCFF1EDE-63BB-4842-AC66-0597FB2EFDF5}" dt="2026-04-24T07:30:19.115" v="985" actId="478"/>
          <ac:spMkLst>
            <pc:docMk/>
            <pc:sldMk cId="2497437340" sldId="328"/>
            <ac:spMk id="29" creationId="{A02B6422-2A30-AD4A-4B60-1751E57FB35B}"/>
          </ac:spMkLst>
        </pc:spChg>
        <pc:spChg chg="del">
          <ac:chgData name="Jake Duddy" userId="7a8a0c806e99fd3e" providerId="LiveId" clId="{CCFF1EDE-63BB-4842-AC66-0597FB2EFDF5}" dt="2026-04-24T07:30:19.115" v="985" actId="478"/>
          <ac:spMkLst>
            <pc:docMk/>
            <pc:sldMk cId="2497437340" sldId="328"/>
            <ac:spMk id="49" creationId="{2A784CE6-7554-102B-BFB0-C4FC0D5083D5}"/>
          </ac:spMkLst>
        </pc:spChg>
        <pc:spChg chg="del">
          <ac:chgData name="Jake Duddy" userId="7a8a0c806e99fd3e" providerId="LiveId" clId="{CCFF1EDE-63BB-4842-AC66-0597FB2EFDF5}" dt="2026-04-24T07:30:19.115" v="985" actId="478"/>
          <ac:spMkLst>
            <pc:docMk/>
            <pc:sldMk cId="2497437340" sldId="328"/>
            <ac:spMk id="50" creationId="{D64E7CD5-652B-9474-A441-5614AF75FEA1}"/>
          </ac:spMkLst>
        </pc:spChg>
        <pc:spChg chg="del">
          <ac:chgData name="Jake Duddy" userId="7a8a0c806e99fd3e" providerId="LiveId" clId="{CCFF1EDE-63BB-4842-AC66-0597FB2EFDF5}" dt="2026-04-24T07:30:19.115" v="985" actId="478"/>
          <ac:spMkLst>
            <pc:docMk/>
            <pc:sldMk cId="2497437340" sldId="328"/>
            <ac:spMk id="51" creationId="{40ECFDD0-A740-42B4-EF56-CC8BD0D3EA74}"/>
          </ac:spMkLst>
        </pc:spChg>
        <pc:spChg chg="del">
          <ac:chgData name="Jake Duddy" userId="7a8a0c806e99fd3e" providerId="LiveId" clId="{CCFF1EDE-63BB-4842-AC66-0597FB2EFDF5}" dt="2026-04-24T07:30:19.115" v="985" actId="478"/>
          <ac:spMkLst>
            <pc:docMk/>
            <pc:sldMk cId="2497437340" sldId="328"/>
            <ac:spMk id="52" creationId="{116BA309-C682-FB5D-9386-E72A66F2BCBF}"/>
          </ac:spMkLst>
        </pc:spChg>
        <pc:spChg chg="del">
          <ac:chgData name="Jake Duddy" userId="7a8a0c806e99fd3e" providerId="LiveId" clId="{CCFF1EDE-63BB-4842-AC66-0597FB2EFDF5}" dt="2026-04-24T07:30:19.115" v="985" actId="478"/>
          <ac:spMkLst>
            <pc:docMk/>
            <pc:sldMk cId="2497437340" sldId="328"/>
            <ac:spMk id="502" creationId="{C0853E67-9F67-816F-524E-D95CC267D890}"/>
          </ac:spMkLst>
        </pc:spChg>
        <pc:spChg chg="del">
          <ac:chgData name="Jake Duddy" userId="7a8a0c806e99fd3e" providerId="LiveId" clId="{CCFF1EDE-63BB-4842-AC66-0597FB2EFDF5}" dt="2026-04-24T07:30:19.115" v="985" actId="478"/>
          <ac:spMkLst>
            <pc:docMk/>
            <pc:sldMk cId="2497437340" sldId="328"/>
            <ac:spMk id="503" creationId="{BC6B261E-DB45-B716-3693-5908A334D178}"/>
          </ac:spMkLst>
        </pc:spChg>
        <pc:spChg chg="mod">
          <ac:chgData name="Jake Duddy" userId="7a8a0c806e99fd3e" providerId="LiveId" clId="{CCFF1EDE-63BB-4842-AC66-0597FB2EFDF5}" dt="2026-04-24T07:31:58.162" v="1043" actId="1035"/>
          <ac:spMkLst>
            <pc:docMk/>
            <pc:sldMk cId="2497437340" sldId="328"/>
            <ac:spMk id="504" creationId="{31299684-F664-A587-2EB2-B965819C7496}"/>
          </ac:spMkLst>
        </pc:spChg>
        <pc:grpChg chg="del mod">
          <ac:chgData name="Jake Duddy" userId="7a8a0c806e99fd3e" providerId="LiveId" clId="{CCFF1EDE-63BB-4842-AC66-0597FB2EFDF5}" dt="2026-04-24T07:30:37.897" v="989" actId="478"/>
          <ac:grpSpMkLst>
            <pc:docMk/>
            <pc:sldMk cId="2497437340" sldId="328"/>
            <ac:grpSpMk id="342" creationId="{9851BB35-4EC7-1497-8875-022FEB560E4B}"/>
          </ac:grpSpMkLst>
        </pc:grpChg>
        <pc:grpChg chg="del mod">
          <ac:chgData name="Jake Duddy" userId="7a8a0c806e99fd3e" providerId="LiveId" clId="{CCFF1EDE-63BB-4842-AC66-0597FB2EFDF5}" dt="2026-04-24T07:30:37.897" v="989" actId="478"/>
          <ac:grpSpMkLst>
            <pc:docMk/>
            <pc:sldMk cId="2497437340" sldId="328"/>
            <ac:grpSpMk id="351" creationId="{A6833F08-39F0-956E-DC2C-0300359AE0C9}"/>
          </ac:grpSpMkLst>
        </pc:grpChg>
        <pc:picChg chg="mod">
          <ac:chgData name="Jake Duddy" userId="7a8a0c806e99fd3e" providerId="LiveId" clId="{CCFF1EDE-63BB-4842-AC66-0597FB2EFDF5}" dt="2026-04-24T07:30:54.495" v="1010" actId="1076"/>
          <ac:picMkLst>
            <pc:docMk/>
            <pc:sldMk cId="2497437340" sldId="328"/>
            <ac:picMk id="6" creationId="{EFB7FF0F-CE91-1889-5144-FFECA2AF2475}"/>
          </ac:picMkLst>
        </pc:picChg>
        <pc:picChg chg="del">
          <ac:chgData name="Jake Duddy" userId="7a8a0c806e99fd3e" providerId="LiveId" clId="{CCFF1EDE-63BB-4842-AC66-0597FB2EFDF5}" dt="2026-04-24T07:30:19.115" v="985" actId="478"/>
          <ac:picMkLst>
            <pc:docMk/>
            <pc:sldMk cId="2497437340" sldId="328"/>
            <ac:picMk id="48" creationId="{82EA44AD-72A3-49B0-ED19-059D912EDAA0}"/>
          </ac:picMkLst>
        </pc:picChg>
        <pc:inkChg chg="del">
          <ac:chgData name="Jake Duddy" userId="7a8a0c806e99fd3e" providerId="LiveId" clId="{CCFF1EDE-63BB-4842-AC66-0597FB2EFDF5}" dt="2026-04-24T07:30:19.115" v="985" actId="478"/>
          <ac:inkMkLst>
            <pc:docMk/>
            <pc:sldMk cId="2497437340" sldId="328"/>
            <ac:inkMk id="47" creationId="{46E19040-0F97-1B90-58B0-81227827DCC0}"/>
          </ac:inkMkLst>
        </pc:inkChg>
        <pc:inkChg chg="del">
          <ac:chgData name="Jake Duddy" userId="7a8a0c806e99fd3e" providerId="LiveId" clId="{CCFF1EDE-63BB-4842-AC66-0597FB2EFDF5}" dt="2026-04-24T07:30:19.115" v="985" actId="478"/>
          <ac:inkMkLst>
            <pc:docMk/>
            <pc:sldMk cId="2497437340" sldId="328"/>
            <ac:inkMk id="58" creationId="{9E1FCD28-DBCA-F50C-8789-48A4B5BDC6AD}"/>
          </ac:inkMkLst>
        </pc:inkChg>
        <pc:inkChg chg="mod">
          <ac:chgData name="Jake Duddy" userId="7a8a0c806e99fd3e" providerId="LiveId" clId="{CCFF1EDE-63BB-4842-AC66-0597FB2EFDF5}" dt="2026-04-24T07:30:25.782" v="987" actId="1076"/>
          <ac:inkMkLst>
            <pc:docMk/>
            <pc:sldMk cId="2497437340" sldId="328"/>
            <ac:inkMk id="482" creationId="{33DC3E63-EF3B-9A8A-0432-C8AC450EB209}"/>
          </ac:inkMkLst>
        </pc:inkChg>
        <pc:cxnChg chg="mod">
          <ac:chgData name="Jake Duddy" userId="7a8a0c806e99fd3e" providerId="LiveId" clId="{CCFF1EDE-63BB-4842-AC66-0597FB2EFDF5}" dt="2026-04-24T07:31:44.922" v="1028" actId="14100"/>
          <ac:cxnSpMkLst>
            <pc:docMk/>
            <pc:sldMk cId="2497437340" sldId="328"/>
            <ac:cxnSpMk id="3" creationId="{068075B0-6604-AC36-1831-E429567C07BC}"/>
          </ac:cxnSpMkLst>
        </pc:cxnChg>
        <pc:cxnChg chg="mod">
          <ac:chgData name="Jake Duddy" userId="7a8a0c806e99fd3e" providerId="LiveId" clId="{CCFF1EDE-63BB-4842-AC66-0597FB2EFDF5}" dt="2026-04-24T07:31:48.156" v="1030" actId="14100"/>
          <ac:cxnSpMkLst>
            <pc:docMk/>
            <pc:sldMk cId="2497437340" sldId="328"/>
            <ac:cxnSpMk id="4" creationId="{64369B63-76A8-4D54-6B9E-47C7D94DA292}"/>
          </ac:cxnSpMkLst>
        </pc:cxnChg>
        <pc:cxnChg chg="mod">
          <ac:chgData name="Jake Duddy" userId="7a8a0c806e99fd3e" providerId="LiveId" clId="{CCFF1EDE-63BB-4842-AC66-0597FB2EFDF5}" dt="2026-04-24T07:31:46.266" v="1029" actId="14100"/>
          <ac:cxnSpMkLst>
            <pc:docMk/>
            <pc:sldMk cId="2497437340" sldId="328"/>
            <ac:cxnSpMk id="9" creationId="{FBD9EFF6-0394-AD0F-E15B-42B90C7FC80B}"/>
          </ac:cxnSpMkLst>
        </pc:cxnChg>
        <pc:cxnChg chg="mod">
          <ac:chgData name="Jake Duddy" userId="7a8a0c806e99fd3e" providerId="LiveId" clId="{CCFF1EDE-63BB-4842-AC66-0597FB2EFDF5}" dt="2026-04-24T07:32:01.461" v="1047" actId="14100"/>
          <ac:cxnSpMkLst>
            <pc:docMk/>
            <pc:sldMk cId="2497437340" sldId="328"/>
            <ac:cxnSpMk id="16" creationId="{B5265812-6B24-B6DA-9F6D-769BBFF62FF5}"/>
          </ac:cxnSpMkLst>
        </pc:cxnChg>
        <pc:cxnChg chg="mod">
          <ac:chgData name="Jake Duddy" userId="7a8a0c806e99fd3e" providerId="LiveId" clId="{CCFF1EDE-63BB-4842-AC66-0597FB2EFDF5}" dt="2026-04-24T07:32:03.014" v="1048" actId="14100"/>
          <ac:cxnSpMkLst>
            <pc:docMk/>
            <pc:sldMk cId="2497437340" sldId="328"/>
            <ac:cxnSpMk id="19" creationId="{B3A81469-5DFF-0244-FE11-C8E83D212582}"/>
          </ac:cxnSpMkLst>
        </pc:cxnChg>
        <pc:cxnChg chg="mod">
          <ac:chgData name="Jake Duddy" userId="7a8a0c806e99fd3e" providerId="LiveId" clId="{CCFF1EDE-63BB-4842-AC66-0597FB2EFDF5}" dt="2026-04-24T07:31:13.805" v="1018" actId="14100"/>
          <ac:cxnSpMkLst>
            <pc:docMk/>
            <pc:sldMk cId="2497437340" sldId="328"/>
            <ac:cxnSpMk id="22" creationId="{A2A23617-0EAC-C0AF-FDC5-DC90E485A086}"/>
          </ac:cxnSpMkLst>
        </pc:cxnChg>
        <pc:cxnChg chg="mod">
          <ac:chgData name="Jake Duddy" userId="7a8a0c806e99fd3e" providerId="LiveId" clId="{CCFF1EDE-63BB-4842-AC66-0597FB2EFDF5}" dt="2026-04-24T07:31:15.163" v="1019" actId="14100"/>
          <ac:cxnSpMkLst>
            <pc:docMk/>
            <pc:sldMk cId="2497437340" sldId="328"/>
            <ac:cxnSpMk id="25" creationId="{945E941B-1B0B-B463-9A42-40C40FBD1428}"/>
          </ac:cxnSpMkLst>
        </pc:cxnChg>
        <pc:cxnChg chg="mod">
          <ac:chgData name="Jake Duddy" userId="7a8a0c806e99fd3e" providerId="LiveId" clId="{CCFF1EDE-63BB-4842-AC66-0597FB2EFDF5}" dt="2026-04-24T07:31:16.582" v="1020" actId="14100"/>
          <ac:cxnSpMkLst>
            <pc:docMk/>
            <pc:sldMk cId="2497437340" sldId="328"/>
            <ac:cxnSpMk id="30" creationId="{25797001-ACCA-CDC4-6DC7-CA5CE6B61411}"/>
          </ac:cxnSpMkLst>
        </pc:cxnChg>
        <pc:cxnChg chg="mod">
          <ac:chgData name="Jake Duddy" userId="7a8a0c806e99fd3e" providerId="LiveId" clId="{CCFF1EDE-63BB-4842-AC66-0597FB2EFDF5}" dt="2026-04-24T07:31:50.504" v="1031" actId="14100"/>
          <ac:cxnSpMkLst>
            <pc:docMk/>
            <pc:sldMk cId="2497437340" sldId="328"/>
            <ac:cxnSpMk id="33" creationId="{B012AC08-870E-AF16-C6FA-4965BF000775}"/>
          </ac:cxnSpMkLst>
        </pc:cxnChg>
        <pc:cxnChg chg="mod">
          <ac:chgData name="Jake Duddy" userId="7a8a0c806e99fd3e" providerId="LiveId" clId="{CCFF1EDE-63BB-4842-AC66-0597FB2EFDF5}" dt="2026-04-24T07:31:22.641" v="1022" actId="14100"/>
          <ac:cxnSpMkLst>
            <pc:docMk/>
            <pc:sldMk cId="2497437340" sldId="328"/>
            <ac:cxnSpMk id="36" creationId="{F3C0B071-5EFC-0160-A839-C5E80108D2BC}"/>
          </ac:cxnSpMkLst>
        </pc:cxnChg>
        <pc:cxnChg chg="add mod">
          <ac:chgData name="Jake Duddy" userId="7a8a0c806e99fd3e" providerId="LiveId" clId="{CCFF1EDE-63BB-4842-AC66-0597FB2EFDF5}" dt="2026-04-24T07:32:09.621" v="1051" actId="14100"/>
          <ac:cxnSpMkLst>
            <pc:docMk/>
            <pc:sldMk cId="2497437340" sldId="328"/>
            <ac:cxnSpMk id="37" creationId="{B8C3DF31-AAA6-D7A8-10D1-1F8469D9B978}"/>
          </ac:cxnSpMkLst>
        </pc:cxnChg>
        <pc:cxnChg chg="mod">
          <ac:chgData name="Jake Duddy" userId="7a8a0c806e99fd3e" providerId="LiveId" clId="{CCFF1EDE-63BB-4842-AC66-0597FB2EFDF5}" dt="2026-04-24T07:31:19.718" v="1021" actId="14100"/>
          <ac:cxnSpMkLst>
            <pc:docMk/>
            <pc:sldMk cId="2497437340" sldId="328"/>
            <ac:cxnSpMk id="39" creationId="{1FAD7EA8-1163-9F91-5E09-F7905A81275F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20:41:42.452"/>
    </inkml:context>
    <inkml:brush xml:id="br0">
      <inkml:brushProperty name="width" value="0.15875" units="cm"/>
      <inkml:brushProperty name="height" value="0.1587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21:09:11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21:09:11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21:51:05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21:51:34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2564 97 24575,'-11'-2'0,"2"1"0,-1 0 0,-1-2 0,2 0 0,-1 0 0,-11-5 0,-29-8 0,-5 1 0,31 8 0,0 2 0,1-1 0,-34-1 0,-39-1 0,-27-1 0,-16 6 0,-141 6 0,220 6 0,-2 2 0,4 3 0,-95 32 0,27-5 0,83-27 0,4 2 0,-1 3 0,1 0 0,1 3 0,1 1 0,-53 43 0,-59 55 0,8 10 0,15-14 0,107-99 0,0 2 0,1 0 0,-20 32 0,1-4 0,13-13 0,-1 2 0,3 0 0,2 0 0,2 2 0,1 1 0,-22 74 0,-40 258 0,78-364 0,-21 260 0,13-119 0,7-129 0,1-1 0,1 0 0,3 23 0,-2-34 0,0-1 0,1 1 0,1-1 0,-1 0 0,1 0 0,0-1 0,1 1 0,-1 0 0,1 0 0,0-2 0,8 10 0,32 29 0,2-1 0,2-3 0,69 44 0,-72-49 0,-7-8 0,150 102 0,-147-103 0,2-3 0,79 32 0,-25-22 0,1-5 0,0-5 0,114 14 0,-48-21 0,193-5 0,-35-9 0,216-6 0,-416-5 0,2-4 0,-1-6 0,-2-6 0,-1-3 0,165-65 0,-198 56 0,-2-4 0,146-96 0,140-135 0,-335 244 0,-2-1 0,-2-2 0,0-2 0,37-50 0,-51 58 0,-2 0 0,-1-1 0,-1 0 0,0-1 0,-4-2 0,1 2 0,10-50 0,-16 54 0,1-1 0,-2-1 0,-2 2 0,0-2 0,-1 1 0,-1-1 0,-3 1 0,2-1 0,-3 2 0,0-1 0,-2 0 0,0 0 0,-20-43 0,5 26 0,-2 2 0,0-1 0,-37-42 0,-99-96 0,107 125 0,-4 2 0,-1 4 0,-3 2 0,-2 2 0,0 3 0,-2 3 0,-3 3 0,-1 2 0,-92-28 0,104 43 0,-397-118 0,330 101 0,81 20 0,0 2 0,-2 2 0,2 2 0,-80-4 0,99 10 33,1 1 0,1-2 0,-31-9 0,27 5-532,1 3 0,-27-3 0,35 6-6327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21:51:43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3070 376 24575,'0'-4'0,"0"0"0,-2-1 0,2 0 0,-1 0 0,-1 1 0,1 0 0,-1-1 0,1 3 0,0-3 0,-2 1 0,1 0 0,-1 1 0,1-1 0,-1 1 0,0-2 0,0 3 0,0-1 0,-7-6 0,-4-2 0,-2 1 0,-1 0 0,-22-10 0,5 1 0,-39-18 0,-2 4 0,-1 1 0,0 5 0,-2 3 0,-1 4 0,-1 2 0,-1 4 0,1 4 0,-158 0 0,-18 10 0,-201 3 0,414-2 0,-1 4 0,1 2 0,0 0 0,1 3 0,1 3 0,-80 31 0,74-21 0,0 3 0,1 1 0,2 2 0,-1 2 0,-45 45 0,38-27 0,4 3 0,2 0 0,3 3 0,1 2 0,4 2 0,0 1 0,5 2 0,3 1 0,-24 70 0,22-50 0,5 3 0,4 0 0,3 1 0,6 1 0,-9 129 0,30 141 0,-1-299 0,2 0 0,3-2 0,3 1 0,22 59 0,-13-55 0,2-2 0,4-2 0,3 1 0,71 99 0,124 112 0,-101-125 0,-57-72 0,3-4 0,153 113 0,-191-158 0,0-1 0,2-1 0,2-4 0,-1 1 0,1-3 0,1-2 0,1-1 0,0-2 0,0-1 0,2-3 0,-1-1 0,70 0 0,250-13 0,-287 0 0,1-2 0,132-37 0,-63 0 0,-4-5 0,-1-8 0,-3-5 0,153-98 0,-217 116 0,-3-3 0,75-70 0,-108 86 0,-3-2 0,0-1 0,-1-3 0,-4-1 0,31-50 0,-33 45 0,-8 15 0,1-1 0,-3-2 0,0 0 0,-4 0 0,20-69 0,-16-12 0,-6-2 0,-5-2 0,-15-187 0,3 241 0,-3-2 0,-24-82 0,-51-121 0,67 219 0,-4 0 0,-1 2 0,-2 1 0,-37-50 0,3 15 0,-88-94 0,104 120 0,37 44 0,-3 2 0,2 0 0,-1 0 0,-1 0 0,0 2 0,-16-15 0,16 17 15,0-2-1,1 0 1,1 0-1,-9-11 1,12 13-159,-1-1 0,0 2 1,-1-1-1,2 2 0,-4-2 0,3 0 0,-1 2 1,-1-1-1,-10-5 0,2 5-6682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21:51:48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6773 1860 24575,'-8'-1'0,"1"-1"0,-1 1 0,0-2 0,1 1 0,-1-1 0,0-1 0,2 1 0,-1-2 0,1 2 0,-13-12 0,-8-3 0,-259-173 0,-29-16 0,139 112 0,-339-131 0,-288-90 0,141 39 0,78 79 0,523 180 0,-273-69 0,53 17 0,159 38 0,1 8 0,-245-22 0,-253 34 0,482 12 0,93 0 0,0 2 0,1 1 0,-1 3 0,1 0 0,-1 3 0,3 2 0,-1 2 0,1 1 0,0 3 0,-51 28 0,-28 13 0,88-44 0,0 1 0,2 0 0,-1 4 0,-43 32 0,43-20 0,2 1 0,2 1 0,1 2 0,-23 37 0,13-13 0,-1 2 0,5 1 0,3 2 0,2 2 0,3-1 0,2 2 0,4 1 0,3 1 0,3-1 0,3 2 0,0 70 0,7-44 0,5-1 0,3 0 0,5 0 0,25 109 0,-17-145 0,0 0 0,50 101 0,75 102 0,-80-165 0,5-2 0,2-4 0,144 140 0,-162-184 0,3-3 0,2-1 0,2-3 0,69 33 0,5 4 0,278 141 0,-255-141 0,347 149 0,-366-176 0,252 56 0,-250-77 0,438 91 0,-490-101 0,2-4 0,0-6 0,130 0 0,-25-9 0,264-10 0,-407 3 0,0-2 0,92-29 0,95-50 0,-173 61 0,68-25 0,-2-6 0,169-103 0,-240 123 0,177-122 0,-187 120 0,0-1 0,63-68 0,-69 54 0,-1-1 0,-2-4 0,-4 1 0,-2-3 0,-2-1 0,-4-2 0,43-131 0,-59 153 0,-2 0 0,-3-1 0,0 0 0,-3 1 0,0-86 0,-6 94 0,2 9 0,-4 0 0,1 1 0,-7-27 0,7 43 0,-1 0 0,-1-1 0,0 3 0,-1-2 0,0 1 0,0 0 0,-1 1 0,1-1 0,-2 1 0,1-1 0,-1 2 0,-11-11 0,-34-33-1365,40 39-5461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89ACF-DB4C-488D-96D0-0ED7B2765831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0EE78-B9D9-4D3D-B30C-C1BA99B635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85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Chris asked if I wanted to do power first method was maybe. So I looked back at last year's sequel bits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grintspiration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When I think of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siquette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think about community and learning.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APart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this one hour power of course.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 also thought back to the key note and SQL 25 and vector data types 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I racked my head to think of a good idea that will combine all of these things. I didn't want to just do a regular vector rag application type demo.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0EE78-B9D9-4D3D-B30C-C1BA99B6351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547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Like and get personalized feed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0EE78-B9D9-4D3D-B30C-C1BA99B6351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642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Normally for RAG/search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0EE78-B9D9-4D3D-B30C-C1BA99B6351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428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CDFA-3271-9DA1-1563-9E816657D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E1B0B-9C5C-9264-4C16-AE1E718EC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354FB-427C-5056-DED3-0AFFE68F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18F60-83C9-BAE9-6800-BFE72CF1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60CEB-5EA0-F87D-CFD5-0872B0ED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74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7282-0F76-FADB-7B01-11F78E06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E1DC-EDAA-3622-FCB2-F601BF2A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DEF4-0953-FB48-2419-1FA44ECB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FBE60-170E-F577-00E0-F083E498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9F68-294D-5560-ACCC-A0F94B9A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9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E8E6-3CDD-7F81-91CE-8D8AADCD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4C3DC-C6CD-8B4E-9872-9611DA42E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35A8-5248-1DF3-A429-3FCCD85D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4B254-BE96-207F-6354-1E4463A4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C263-9318-E3D9-062F-C6D14DEE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19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6197-64D9-8102-EE6B-126A43D9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63A69-9BE1-35DA-A711-078963391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EA6C7-4B30-3F4F-5B92-5E2D35356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FD226-FC0C-0BEB-C6EF-172F634B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C6C1D-8ECF-9EBA-559D-A55CA863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6C70F-1D8C-3246-EC33-71624F87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71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F1B1-CF78-0BF8-8B9A-21EB7D19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1B1C4-467B-2816-9B3F-9C328B6A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07F9B-29C3-5775-A563-5D327C53F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80E2C-CB94-56CB-979F-C3A1B7E3F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9D050-3D36-2861-2A9A-E7B8DA21C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4C979-2C59-1A0A-0B92-EDF5E896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48242-D64A-EDAD-F69F-EA70CB41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62A88-7AD3-A0E7-1C62-C58EBAC2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4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D67B-7E30-56C1-A077-BCEC1601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E3A70-36C9-7EF3-D764-85A4078A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9D59E-0000-F9E5-22BF-0589FD4F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89194-3D5C-FB50-D4B0-F9F42A4C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84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55FCA-8369-BCD4-70FA-946B3A97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A5E3C-4367-AF03-2623-576BD213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6AC8A-D9EC-7496-E81A-42AAD896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33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4E0B-EA4C-E013-7915-90D3B8FD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89F84-B50E-CABA-0080-0BE9F25D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FAD9D-0627-1D9A-67BA-8E2D8F2AD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83AF6-9582-0D5A-60B3-0F1A2C1D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A80B6-6008-759E-8B4D-F846F028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04FD-33B7-3994-FF28-3EE4394F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24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D9C3-CA54-A6F8-7604-71F02922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DA82C-C662-32FF-45B7-39F221D52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62142-E682-C9E1-1DBE-7D52D0FCE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AD776-391A-CB81-B62F-7C1AF089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C0D19-A620-4951-0B97-36FF6129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76BAB-C63A-46DE-1DE6-740B33BF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44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8AE-6BAF-21DC-03DF-B8A29E87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17395-5C77-4797-9FFC-C37B06D71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F199D-124E-A7C5-5E35-BA70F989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BB626-0E43-85D8-737F-EBF65A1B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AFBE8-7D3B-010F-EE68-8441CF05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89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18D350-6A00-F28D-0829-C882C94A9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795D8-83A5-4782-6299-BD835BA60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61C28-4BEE-A849-6731-CCB76DF2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73851-EFC4-576B-548C-F3C68752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81DB4-A438-8867-4ADE-029BC201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67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8F6CD-609C-9A77-DC50-536EC786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6D476-FD18-7D2D-6684-E8856549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F778-FD34-EC0D-AA97-02FCAB028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765AC-4321-4C4E-8A2D-60007643505B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93CED-8E50-2FA2-50B0-A82A791FE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35BFD-BBD8-48D9-1B5B-2189A038D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86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50" Type="http://schemas.openxmlformats.org/officeDocument/2006/relationships/image" Target="../media/image28.png"/><Relationship Id="rId155" Type="http://schemas.openxmlformats.org/officeDocument/2006/relationships/customXml" Target="../ink/ink6.xml"/><Relationship Id="rId3" Type="http://schemas.openxmlformats.org/officeDocument/2006/relationships/customXml" Target="../ink/ink3.xml"/><Relationship Id="rId154" Type="http://schemas.openxmlformats.org/officeDocument/2006/relationships/image" Target="../media/image12.png"/><Relationship Id="rId158" Type="http://schemas.openxmlformats.org/officeDocument/2006/relationships/image" Target="../media/image14.png"/><Relationship Id="rId2" Type="http://schemas.openxmlformats.org/officeDocument/2006/relationships/image" Target="../media/image3.png"/><Relationship Id="rId153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157" Type="http://schemas.openxmlformats.org/officeDocument/2006/relationships/customXml" Target="../ink/ink7.xml"/><Relationship Id="rId152" Type="http://schemas.openxmlformats.org/officeDocument/2006/relationships/image" Target="../media/image11.png"/><Relationship Id="rId151" Type="http://schemas.openxmlformats.org/officeDocument/2006/relationships/customXml" Target="../ink/ink4.xml"/><Relationship Id="rId156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32E7-FC1C-73AF-33E1-CD8D5A94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4B48-C7E0-4CB4-5686-01035ECE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410" y="4642798"/>
            <a:ext cx="2476277" cy="931244"/>
          </a:xfrm>
        </p:spPr>
        <p:txBody>
          <a:bodyPr>
            <a:normAutofit/>
          </a:bodyPr>
          <a:lstStyle/>
          <a:p>
            <a:pPr algn="ctr"/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Learning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3FF367-F640-7355-8215-E0360B966042}"/>
              </a:ext>
            </a:extLst>
          </p:cNvPr>
          <p:cNvGrpSpPr/>
          <p:nvPr/>
        </p:nvGrpSpPr>
        <p:grpSpPr>
          <a:xfrm>
            <a:off x="990599" y="1731859"/>
            <a:ext cx="2872605" cy="4005373"/>
            <a:chOff x="990599" y="1731859"/>
            <a:chExt cx="2872605" cy="4005373"/>
          </a:xfrm>
        </p:grpSpPr>
        <p:pic>
          <p:nvPicPr>
            <p:cNvPr id="1026" name="Picture 2" descr="Community - Free social icons">
              <a:extLst>
                <a:ext uri="{FF2B5EF4-FFF2-40B4-BE49-F238E27FC236}">
                  <a16:creationId xmlns:a16="http://schemas.microsoft.com/office/drawing/2014/main" id="{B82C56C8-F5FC-A485-D807-ACBFC90A6C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4079" y="1731859"/>
              <a:ext cx="2385646" cy="2385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94B92542-5F73-12FC-187E-0DDDF3BB717B}"/>
                </a:ext>
              </a:extLst>
            </p:cNvPr>
            <p:cNvSpPr txBox="1">
              <a:spLocks/>
            </p:cNvSpPr>
            <p:nvPr/>
          </p:nvSpPr>
          <p:spPr>
            <a:xfrm>
              <a:off x="990599" y="4411669"/>
              <a:ext cx="2872605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GB" b="1" dirty="0">
                  <a:solidFill>
                    <a:srgbClr val="074D49"/>
                  </a:solidFill>
                  <a:highlight>
                    <a:srgbClr val="FFFFFF"/>
                  </a:highlight>
                  <a:latin typeface="Graphik Meetup"/>
                </a:rPr>
                <a:t>Community</a:t>
              </a:r>
              <a:endParaRPr lang="en-GB" dirty="0"/>
            </a:p>
          </p:txBody>
        </p:sp>
      </p:grpSp>
      <p:pic>
        <p:nvPicPr>
          <p:cNvPr id="1028" name="Picture 4" descr="Light bulb - Free technology icons">
            <a:extLst>
              <a:ext uri="{FF2B5EF4-FFF2-40B4-BE49-F238E27FC236}">
                <a16:creationId xmlns:a16="http://schemas.microsoft.com/office/drawing/2014/main" id="{9CCF757C-5E9E-9258-E8A4-3AB5B595C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298" y="1515432"/>
            <a:ext cx="2818499" cy="281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1F285D5-8E87-B75E-5E00-545344C1F547}"/>
              </a:ext>
            </a:extLst>
          </p:cNvPr>
          <p:cNvGrpSpPr/>
          <p:nvPr/>
        </p:nvGrpSpPr>
        <p:grpSpPr>
          <a:xfrm>
            <a:off x="7427043" y="1466588"/>
            <a:ext cx="3470032" cy="4081516"/>
            <a:chOff x="7427043" y="1466588"/>
            <a:chExt cx="3470032" cy="4081516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B3E90E29-A9EC-075B-F3D3-410B8CA011D5}"/>
                </a:ext>
              </a:extLst>
            </p:cNvPr>
            <p:cNvSpPr txBox="1">
              <a:spLocks/>
            </p:cNvSpPr>
            <p:nvPr/>
          </p:nvSpPr>
          <p:spPr>
            <a:xfrm>
              <a:off x="7427043" y="4616859"/>
              <a:ext cx="3470032" cy="93124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GB" b="1" dirty="0">
                  <a:solidFill>
                    <a:srgbClr val="074D49"/>
                  </a:solidFill>
                  <a:highlight>
                    <a:srgbClr val="FFFFFF"/>
                  </a:highlight>
                  <a:latin typeface="Graphik Meetup"/>
                </a:rPr>
                <a:t>Vectors</a:t>
              </a:r>
              <a:endParaRPr lang="en-GB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16FCAA9-6750-01CF-24C6-8E0AD53C8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83902" y="1466588"/>
              <a:ext cx="3063665" cy="2867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286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E228B-080E-5F82-7C94-4B8CF35F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323"/>
          <a:stretch>
            <a:fillRect/>
          </a:stretch>
        </p:blipFill>
        <p:spPr>
          <a:xfrm>
            <a:off x="840181" y="1381328"/>
            <a:ext cx="10565692" cy="4584970"/>
          </a:xfrm>
          <a:prstGeom prst="rect">
            <a:avLst/>
          </a:prstGeom>
        </p:spPr>
      </p:pic>
      <p:pic>
        <p:nvPicPr>
          <p:cNvPr id="5122" name="Picture 2" descr="Heart - Free shapes icons">
            <a:extLst>
              <a:ext uri="{FF2B5EF4-FFF2-40B4-BE49-F238E27FC236}">
                <a16:creationId xmlns:a16="http://schemas.microsoft.com/office/drawing/2014/main" id="{61AE2B1A-C5E6-C5EB-B51D-9E610AB60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30" y="2776642"/>
            <a:ext cx="1779785" cy="177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21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B46FE2-C46B-B230-4449-07735AC93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35" y="322521"/>
            <a:ext cx="7382137" cy="62154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BC3C1E-2D6B-83D5-F864-7261CB8046FD}"/>
              </a:ext>
            </a:extLst>
          </p:cNvPr>
          <p:cNvSpPr/>
          <p:nvPr/>
        </p:nvSpPr>
        <p:spPr>
          <a:xfrm>
            <a:off x="9391888" y="6261708"/>
            <a:ext cx="221836" cy="22719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3D292A-E486-D518-F631-E1D363337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564" y="5567255"/>
            <a:ext cx="1326483" cy="1388905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388893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96296E-6 L -0.26823 -0.4462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11" y="-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11956-3640-DA29-6B85-DAB8C6645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80"/>
          <a:stretch>
            <a:fillRect/>
          </a:stretch>
        </p:blipFill>
        <p:spPr>
          <a:xfrm>
            <a:off x="257243" y="457145"/>
            <a:ext cx="8221247" cy="5746166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45C88951-901E-3B16-4C00-1A9FE0F328AA}"/>
              </a:ext>
            </a:extLst>
          </p:cNvPr>
          <p:cNvSpPr/>
          <p:nvPr/>
        </p:nvSpPr>
        <p:spPr>
          <a:xfrm>
            <a:off x="8575589" y="677150"/>
            <a:ext cx="148281" cy="2180350"/>
          </a:xfrm>
          <a:prstGeom prst="rightBrace">
            <a:avLst/>
          </a:prstGeom>
          <a:ln>
            <a:solidFill>
              <a:srgbClr val="074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BF6849-987E-FC97-7EDD-1E4BA24D6107}"/>
              </a:ext>
            </a:extLst>
          </p:cNvPr>
          <p:cNvSpPr txBox="1">
            <a:spLocks/>
          </p:cNvSpPr>
          <p:nvPr/>
        </p:nvSpPr>
        <p:spPr>
          <a:xfrm>
            <a:off x="8575589" y="1022130"/>
            <a:ext cx="3470032" cy="931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Channel Info</a:t>
            </a:r>
            <a:endParaRPr lang="en-GB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5138E32-AC5C-2481-6B4E-B4B95E9B27C3}"/>
              </a:ext>
            </a:extLst>
          </p:cNvPr>
          <p:cNvSpPr/>
          <p:nvPr/>
        </p:nvSpPr>
        <p:spPr>
          <a:xfrm>
            <a:off x="8575589" y="2986342"/>
            <a:ext cx="148281" cy="1621207"/>
          </a:xfrm>
          <a:prstGeom prst="rightBrace">
            <a:avLst/>
          </a:prstGeom>
          <a:ln>
            <a:solidFill>
              <a:srgbClr val="074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27385E-3AE7-10A0-86F1-02D1DC0A57A2}"/>
              </a:ext>
            </a:extLst>
          </p:cNvPr>
          <p:cNvSpPr txBox="1">
            <a:spLocks/>
          </p:cNvSpPr>
          <p:nvPr/>
        </p:nvSpPr>
        <p:spPr>
          <a:xfrm>
            <a:off x="7924576" y="3356974"/>
            <a:ext cx="3470032" cy="931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Item 1</a:t>
            </a:r>
            <a:endParaRPr lang="en-GB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7D29896-DC35-4A8B-6A81-09F11D6FDB97}"/>
              </a:ext>
            </a:extLst>
          </p:cNvPr>
          <p:cNvSpPr/>
          <p:nvPr/>
        </p:nvSpPr>
        <p:spPr>
          <a:xfrm>
            <a:off x="8575589" y="4654459"/>
            <a:ext cx="148281" cy="1526391"/>
          </a:xfrm>
          <a:prstGeom prst="rightBrace">
            <a:avLst/>
          </a:prstGeom>
          <a:ln>
            <a:solidFill>
              <a:srgbClr val="074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7E5368-8FC2-B3E6-99D3-F55A98841DF2}"/>
              </a:ext>
            </a:extLst>
          </p:cNvPr>
          <p:cNvSpPr txBox="1">
            <a:spLocks/>
          </p:cNvSpPr>
          <p:nvPr/>
        </p:nvSpPr>
        <p:spPr>
          <a:xfrm>
            <a:off x="7924576" y="4966109"/>
            <a:ext cx="3470032" cy="931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Item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44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59FE-674A-A8DD-2A11-40F1C312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1C048947-74FB-BC01-9351-E0314F6DE89D}"/>
              </a:ext>
            </a:extLst>
          </p:cNvPr>
          <p:cNvSpPr txBox="1">
            <a:spLocks/>
          </p:cNvSpPr>
          <p:nvPr/>
        </p:nvSpPr>
        <p:spPr>
          <a:xfrm>
            <a:off x="785190" y="4246108"/>
            <a:ext cx="28726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Input</a:t>
            </a:r>
            <a:endParaRPr lang="en-GB" dirty="0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27544F23-52DE-C8C0-E72F-53CA77D918A4}"/>
              </a:ext>
            </a:extLst>
          </p:cNvPr>
          <p:cNvSpPr txBox="1">
            <a:spLocks/>
          </p:cNvSpPr>
          <p:nvPr/>
        </p:nvSpPr>
        <p:spPr>
          <a:xfrm>
            <a:off x="4238939" y="4479678"/>
            <a:ext cx="28726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Vector</a:t>
            </a:r>
          </a:p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Embedding</a:t>
            </a:r>
            <a:endParaRPr lang="en-GB" dirty="0"/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577E0355-95ED-A6CC-B57E-040069A72457}"/>
              </a:ext>
            </a:extLst>
          </p:cNvPr>
          <p:cNvSpPr txBox="1">
            <a:spLocks/>
          </p:cNvSpPr>
          <p:nvPr/>
        </p:nvSpPr>
        <p:spPr>
          <a:xfrm>
            <a:off x="7749013" y="4512274"/>
            <a:ext cx="28726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Vector</a:t>
            </a:r>
          </a:p>
          <a:p>
            <a:pPr algn="ctr"/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Database</a:t>
            </a:r>
            <a:endParaRPr lang="en-GB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D23DEF4-735C-9E55-879B-1EB233DEB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30" y="1610449"/>
            <a:ext cx="9706267" cy="255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8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D24E-FD52-F916-A234-45220C0C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33DC3E63-EF3B-9A8A-0432-C8AC450EB209}"/>
                  </a:ext>
                </a:extLst>
              </p14:cNvPr>
              <p14:cNvContentPartPr/>
              <p14:nvPr/>
            </p14:nvContentPartPr>
            <p14:xfrm>
              <a:off x="4098365" y="3121266"/>
              <a:ext cx="45719" cy="45719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33DC3E63-EF3B-9A8A-0432-C8AC450EB2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564" y="-490535"/>
                <a:ext cx="7269321" cy="72693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82C3E794-8A1B-048E-FA9B-735A5123118C}"/>
                  </a:ext>
                </a:extLst>
              </p14:cNvPr>
              <p14:cNvContentPartPr/>
              <p14:nvPr/>
            </p14:nvContentPartPr>
            <p14:xfrm>
              <a:off x="-1292663" y="2760688"/>
              <a:ext cx="360" cy="36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82C3E794-8A1B-048E-FA9B-735A512311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298783" y="275456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FB7FF0F-CE91-1889-5144-FFECA2AF2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286" y="1013757"/>
            <a:ext cx="4909876" cy="459524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30ACF76-C539-BC6A-D19A-A5973AEF19EB}"/>
              </a:ext>
            </a:extLst>
          </p:cNvPr>
          <p:cNvSpPr/>
          <p:nvPr/>
        </p:nvSpPr>
        <p:spPr>
          <a:xfrm>
            <a:off x="5826166" y="4794732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C1B0B7-072A-1005-973D-F9AFA1B5E85A}"/>
              </a:ext>
            </a:extLst>
          </p:cNvPr>
          <p:cNvSpPr/>
          <p:nvPr/>
        </p:nvSpPr>
        <p:spPr>
          <a:xfrm>
            <a:off x="5419568" y="2160357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7434E9-DC55-4778-6811-6AC29C97707F}"/>
              </a:ext>
            </a:extLst>
          </p:cNvPr>
          <p:cNvSpPr/>
          <p:nvPr/>
        </p:nvSpPr>
        <p:spPr>
          <a:xfrm>
            <a:off x="5088341" y="1934046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C89E6BAE-6D43-CF1F-0614-90EE37A4E96E}"/>
              </a:ext>
            </a:extLst>
          </p:cNvPr>
          <p:cNvSpPr/>
          <p:nvPr/>
        </p:nvSpPr>
        <p:spPr>
          <a:xfrm>
            <a:off x="5600781" y="3296900"/>
            <a:ext cx="225385" cy="169629"/>
          </a:xfrm>
          <a:prstGeom prst="mathMultiply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31299684-F664-A587-2EB2-B965819C7496}"/>
              </a:ext>
            </a:extLst>
          </p:cNvPr>
          <p:cNvSpPr/>
          <p:nvPr/>
        </p:nvSpPr>
        <p:spPr>
          <a:xfrm>
            <a:off x="6161275" y="4461813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8075B0-6604-AC36-1831-E429567C07BC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5772034" y="3121266"/>
            <a:ext cx="1225396" cy="216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369B63-76A8-4D54-6B9E-47C7D94DA292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5772034" y="2679118"/>
            <a:ext cx="1225396" cy="658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D9EFF6-0394-AD0F-E15B-42B90C7FC80B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5772034" y="3337641"/>
            <a:ext cx="1575592" cy="88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265812-6B24-B6DA-9F6D-769BBFF62FF5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772034" y="3425788"/>
            <a:ext cx="412373" cy="1005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A81469-5DFF-0244-FE11-C8E83D21258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772034" y="3425788"/>
            <a:ext cx="118235" cy="13689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A23617-0EAC-C0AF-FDC5-DC90E485A086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5306643" y="3425788"/>
            <a:ext cx="348270" cy="7348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5E941B-1B0B-B463-9A42-40C40FBD1428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5071287" y="3425788"/>
            <a:ext cx="583626" cy="472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797001-ACCA-CDC4-6DC7-CA5CE6B61411}"/>
              </a:ext>
            </a:extLst>
          </p:cNvPr>
          <p:cNvCxnSpPr>
            <a:cxnSpLocks/>
            <a:stCxn id="15" idx="0"/>
          </p:cNvCxnSpPr>
          <p:nvPr/>
        </p:nvCxnSpPr>
        <p:spPr>
          <a:xfrm flipH="1">
            <a:off x="4498607" y="3337641"/>
            <a:ext cx="1156306" cy="560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012AC08-870E-AF16-C6FA-4965BF000775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5494951" y="2266869"/>
            <a:ext cx="159962" cy="1070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3C0B071-5EFC-0160-A839-C5E80108D2BC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4928615" y="2355016"/>
            <a:ext cx="726298" cy="982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AD7EA8-1163-9F91-5E09-F7905A81275F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4420421" y="2395706"/>
            <a:ext cx="1234492" cy="941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8C3DF31-AAA6-D7A8-10D1-1F8469D9B978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5494951" y="3425788"/>
            <a:ext cx="277083" cy="1249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43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50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7673-F3C9-ECAC-351C-6383B1CE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BF7B7A7B-8CFA-8C9F-BB9B-AC0CFC60D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86" y="1013757"/>
            <a:ext cx="4909876" cy="45952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001E1712-C8B5-74BA-6A88-0E62F254011B}"/>
                  </a:ext>
                </a:extLst>
              </p14:cNvPr>
              <p14:cNvContentPartPr/>
              <p14:nvPr/>
            </p14:nvContentPartPr>
            <p14:xfrm>
              <a:off x="-1292663" y="2760688"/>
              <a:ext cx="360" cy="360"/>
            </p14:xfrm>
          </p:contentPart>
        </mc:Choice>
        <mc:Fallback xmlns=""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001E1712-C8B5-74BA-6A88-0E62F254011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-1298783" y="27545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77B889E-72A2-1004-8F2E-3F7EDD10CB00}"/>
                  </a:ext>
                </a:extLst>
              </p14:cNvPr>
              <p14:cNvContentPartPr/>
              <p14:nvPr/>
            </p14:nvContentPartPr>
            <p14:xfrm>
              <a:off x="4914826" y="2666664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77B889E-72A2-1004-8F2E-3F7EDD10CB00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908706" y="266054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2298804-14F2-0955-7306-67254C889947}"/>
                  </a:ext>
                </a:extLst>
              </p14:cNvPr>
              <p14:cNvContentPartPr/>
              <p14:nvPr/>
            </p14:nvContentPartPr>
            <p14:xfrm>
              <a:off x="4148694" y="1633349"/>
              <a:ext cx="1683203" cy="1013062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2298804-14F2-0955-7306-67254C889947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142573" y="1627229"/>
                <a:ext cx="1695444" cy="10253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7D1B800-618C-A3DC-39B0-646ED1441D66}"/>
                  </a:ext>
                </a:extLst>
              </p14:cNvPr>
              <p14:cNvContentPartPr/>
              <p14:nvPr/>
            </p14:nvContentPartPr>
            <p14:xfrm>
              <a:off x="6696630" y="2298133"/>
              <a:ext cx="1377328" cy="1305651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7D1B800-618C-A3DC-39B0-646ED1441D66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690509" y="2292010"/>
                <a:ext cx="1389571" cy="1317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84819D7-FBFD-A11E-C236-2AC9B1C41400}"/>
                  </a:ext>
                </a:extLst>
              </p14:cNvPr>
              <p14:cNvContentPartPr/>
              <p14:nvPr/>
            </p14:nvContentPartPr>
            <p14:xfrm>
              <a:off x="4148694" y="3720067"/>
              <a:ext cx="2438734" cy="1512979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84819D7-FBFD-A11E-C236-2AC9B1C41400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4142574" y="3713946"/>
                <a:ext cx="2450974" cy="1525221"/>
              </a:xfrm>
              <a:prstGeom prst="rect">
                <a:avLst/>
              </a:prstGeom>
            </p:spPr>
          </p:pic>
        </mc:Fallback>
      </mc:AlternateContent>
      <p:sp>
        <p:nvSpPr>
          <p:cNvPr id="502" name="Multiplication Sign 501">
            <a:extLst>
              <a:ext uri="{FF2B5EF4-FFF2-40B4-BE49-F238E27FC236}">
                <a16:creationId xmlns:a16="http://schemas.microsoft.com/office/drawing/2014/main" id="{041BA763-5602-9FD3-9E31-591E9C278589}"/>
              </a:ext>
            </a:extLst>
          </p:cNvPr>
          <p:cNvSpPr/>
          <p:nvPr/>
        </p:nvSpPr>
        <p:spPr>
          <a:xfrm>
            <a:off x="5240961" y="2008688"/>
            <a:ext cx="140636" cy="140290"/>
          </a:xfrm>
          <a:prstGeom prst="mathMultiply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3" name="Multiplication Sign 502">
            <a:extLst>
              <a:ext uri="{FF2B5EF4-FFF2-40B4-BE49-F238E27FC236}">
                <a16:creationId xmlns:a16="http://schemas.microsoft.com/office/drawing/2014/main" id="{2D23FB9F-6312-5742-D5A6-14A9ECDA5520}"/>
              </a:ext>
            </a:extLst>
          </p:cNvPr>
          <p:cNvSpPr/>
          <p:nvPr/>
        </p:nvSpPr>
        <p:spPr>
          <a:xfrm>
            <a:off x="5967254" y="4571997"/>
            <a:ext cx="140636" cy="140290"/>
          </a:xfrm>
          <a:prstGeom prst="mathMultiply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F18D916-A0D1-F2EB-B941-3C4C8D99A73E}"/>
              </a:ext>
            </a:extLst>
          </p:cNvPr>
          <p:cNvSpPr/>
          <p:nvPr/>
        </p:nvSpPr>
        <p:spPr>
          <a:xfrm>
            <a:off x="5826166" y="4794732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2F0798-C191-4D78-F568-E0C216900A8E}"/>
              </a:ext>
            </a:extLst>
          </p:cNvPr>
          <p:cNvSpPr/>
          <p:nvPr/>
        </p:nvSpPr>
        <p:spPr>
          <a:xfrm>
            <a:off x="5419568" y="2160357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65CDAAF-842F-4998-4161-DB9A2233BDF5}"/>
              </a:ext>
            </a:extLst>
          </p:cNvPr>
          <p:cNvSpPr/>
          <p:nvPr/>
        </p:nvSpPr>
        <p:spPr>
          <a:xfrm>
            <a:off x="5088341" y="1934046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D3D6A35-4B0B-983C-BCC5-7BB940D9A7DA}"/>
              </a:ext>
            </a:extLst>
          </p:cNvPr>
          <p:cNvSpPr/>
          <p:nvPr/>
        </p:nvSpPr>
        <p:spPr>
          <a:xfrm>
            <a:off x="6161275" y="4461813"/>
            <a:ext cx="115388" cy="87057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57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" grpId="0" animBg="1"/>
      <p:bldP spid="50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C14D-9A44-A462-4352-22C07F37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CA0F341-9605-CD48-C53E-CEC99D5E1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785812"/>
            <a:ext cx="97155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23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19399</TotalTime>
  <Words>122</Words>
  <Application>Microsoft Office PowerPoint</Application>
  <PresentationFormat>Widescreen</PresentationFormat>
  <Paragraphs>19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Graphik Meetup</vt:lpstr>
      <vt:lpstr>Office Theme</vt:lpstr>
      <vt:lpstr>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Duddy</dc:creator>
  <cp:lastModifiedBy>Jake Duddy</cp:lastModifiedBy>
  <cp:revision>22</cp:revision>
  <dcterms:created xsi:type="dcterms:W3CDTF">2025-04-08T20:32:31Z</dcterms:created>
  <dcterms:modified xsi:type="dcterms:W3CDTF">2026-04-24T07:34:16Z</dcterms:modified>
</cp:coreProperties>
</file>