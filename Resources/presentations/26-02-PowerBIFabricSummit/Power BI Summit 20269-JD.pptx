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5" r:id="rId15"/>
    <p:sldId id="276" r:id="rId16"/>
    <p:sldId id="277" r:id="rId17"/>
    <p:sldId id="293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60" r:id="rId33"/>
    <p:sldId id="26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FCFCFC"/>
    <a:srgbClr val="030304"/>
    <a:srgbClr val="0A0B0D"/>
    <a:srgbClr val="FFFFFF"/>
    <a:srgbClr val="2F9884"/>
    <a:srgbClr val="FFFF00"/>
    <a:srgbClr val="074D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0615ED-D64D-4D49-B954-943D399B5795}" v="117" dt="2026-01-23T21:16:21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6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Duddy" userId="7a8a0c806e99fd3e" providerId="LiveId" clId="{CCFF1EDE-63BB-4842-AC66-0597FB2EFDF5}"/>
    <pc:docChg chg="undo redo custSel addSld delSld modSld">
      <pc:chgData name="Jake Duddy" userId="7a8a0c806e99fd3e" providerId="LiveId" clId="{CCFF1EDE-63BB-4842-AC66-0597FB2EFDF5}" dt="2026-01-23T22:44:03.601" v="2485" actId="20577"/>
      <pc:docMkLst>
        <pc:docMk/>
      </pc:docMkLst>
      <pc:sldChg chg="modSp mod">
        <pc:chgData name="Jake Duddy" userId="7a8a0c806e99fd3e" providerId="LiveId" clId="{CCFF1EDE-63BB-4842-AC66-0597FB2EFDF5}" dt="2026-01-21T22:35:20.440" v="5"/>
        <pc:sldMkLst>
          <pc:docMk/>
          <pc:sldMk cId="1828636669" sldId="256"/>
        </pc:sldMkLst>
        <pc:spChg chg="mod">
          <ac:chgData name="Jake Duddy" userId="7a8a0c806e99fd3e" providerId="LiveId" clId="{CCFF1EDE-63BB-4842-AC66-0597FB2EFDF5}" dt="2026-01-21T22:35:06.648" v="3" actId="113"/>
          <ac:spMkLst>
            <pc:docMk/>
            <pc:sldMk cId="1828636669" sldId="256"/>
            <ac:spMk id="4" creationId="{DAAC5C3B-BA7C-A69D-0543-7D3E71751E8D}"/>
          </ac:spMkLst>
        </pc:spChg>
        <pc:spChg chg="mod">
          <ac:chgData name="Jake Duddy" userId="7a8a0c806e99fd3e" providerId="LiveId" clId="{CCFF1EDE-63BB-4842-AC66-0597FB2EFDF5}" dt="2026-01-21T22:35:20.440" v="5"/>
          <ac:spMkLst>
            <pc:docMk/>
            <pc:sldMk cId="1828636669" sldId="256"/>
            <ac:spMk id="7" creationId="{B0EDCA8F-A8AC-A0FF-8816-425B342397F7}"/>
          </ac:spMkLst>
        </pc:spChg>
      </pc:sldChg>
      <pc:sldChg chg="addSp delSp modSp mod">
        <pc:chgData name="Jake Duddy" userId="7a8a0c806e99fd3e" providerId="LiveId" clId="{CCFF1EDE-63BB-4842-AC66-0597FB2EFDF5}" dt="2026-01-22T10:30:24.327" v="1843" actId="478"/>
        <pc:sldMkLst>
          <pc:docMk/>
          <pc:sldMk cId="1708256845" sldId="258"/>
        </pc:sldMkLst>
        <pc:spChg chg="mod">
          <ac:chgData name="Jake Duddy" userId="7a8a0c806e99fd3e" providerId="LiveId" clId="{CCFF1EDE-63BB-4842-AC66-0597FB2EFDF5}" dt="2026-01-21T22:43:16.480" v="11" actId="20577"/>
          <ac:spMkLst>
            <pc:docMk/>
            <pc:sldMk cId="1708256845" sldId="258"/>
            <ac:spMk id="3" creationId="{3C12523D-184F-77DD-AA19-2EFDC1D43D78}"/>
          </ac:spMkLst>
        </pc:spChg>
        <pc:spChg chg="mod">
          <ac:chgData name="Jake Duddy" userId="7a8a0c806e99fd3e" providerId="LiveId" clId="{CCFF1EDE-63BB-4842-AC66-0597FB2EFDF5}" dt="2026-01-22T10:25:13.894" v="1751"/>
          <ac:spMkLst>
            <pc:docMk/>
            <pc:sldMk cId="1708256845" sldId="258"/>
            <ac:spMk id="23" creationId="{D274D03F-C0D2-4B4F-B28D-D907F509B627}"/>
          </ac:spMkLst>
        </pc:spChg>
        <pc:spChg chg="add del mod">
          <ac:chgData name="Jake Duddy" userId="7a8a0c806e99fd3e" providerId="LiveId" clId="{CCFF1EDE-63BB-4842-AC66-0597FB2EFDF5}" dt="2026-01-22T10:30:14.212" v="1838" actId="478"/>
          <ac:spMkLst>
            <pc:docMk/>
            <pc:sldMk cId="1708256845" sldId="258"/>
            <ac:spMk id="24" creationId="{ED1196A8-AE21-A082-1686-12064A749768}"/>
          </ac:spMkLst>
        </pc:spChg>
        <pc:spChg chg="add del mod">
          <ac:chgData name="Jake Duddy" userId="7a8a0c806e99fd3e" providerId="LiveId" clId="{CCFF1EDE-63BB-4842-AC66-0597FB2EFDF5}" dt="2026-01-22T10:30:14.212" v="1838" actId="478"/>
          <ac:spMkLst>
            <pc:docMk/>
            <pc:sldMk cId="1708256845" sldId="258"/>
            <ac:spMk id="25" creationId="{91C39846-D4C3-6B9B-D5C1-74911F40F78C}"/>
          </ac:spMkLst>
        </pc:spChg>
        <pc:spChg chg="add del mod">
          <ac:chgData name="Jake Duddy" userId="7a8a0c806e99fd3e" providerId="LiveId" clId="{CCFF1EDE-63BB-4842-AC66-0597FB2EFDF5}" dt="2026-01-22T10:30:14.212" v="1838" actId="478"/>
          <ac:spMkLst>
            <pc:docMk/>
            <pc:sldMk cId="1708256845" sldId="258"/>
            <ac:spMk id="26" creationId="{03F7F070-D485-A5AA-524D-79A6EFB21BD1}"/>
          </ac:spMkLst>
        </pc:spChg>
        <pc:spChg chg="add del mod">
          <ac:chgData name="Jake Duddy" userId="7a8a0c806e99fd3e" providerId="LiveId" clId="{CCFF1EDE-63BB-4842-AC66-0597FB2EFDF5}" dt="2026-01-22T10:30:14.212" v="1838" actId="478"/>
          <ac:spMkLst>
            <pc:docMk/>
            <pc:sldMk cId="1708256845" sldId="258"/>
            <ac:spMk id="27" creationId="{FA0E2316-BBF4-9E57-18AC-CB6C0C4373AD}"/>
          </ac:spMkLst>
        </pc:spChg>
        <pc:spChg chg="add del mod">
          <ac:chgData name="Jake Duddy" userId="7a8a0c806e99fd3e" providerId="LiveId" clId="{CCFF1EDE-63BB-4842-AC66-0597FB2EFDF5}" dt="2026-01-22T10:30:14.212" v="1838" actId="478"/>
          <ac:spMkLst>
            <pc:docMk/>
            <pc:sldMk cId="1708256845" sldId="258"/>
            <ac:spMk id="28" creationId="{8BEE75B1-6F3E-1712-EEA7-44BE3BDEF19B}"/>
          </ac:spMkLst>
        </pc:spChg>
        <pc:spChg chg="add del mod">
          <ac:chgData name="Jake Duddy" userId="7a8a0c806e99fd3e" providerId="LiveId" clId="{CCFF1EDE-63BB-4842-AC66-0597FB2EFDF5}" dt="2026-01-22T10:30:21.679" v="1842" actId="478"/>
          <ac:spMkLst>
            <pc:docMk/>
            <pc:sldMk cId="1708256845" sldId="258"/>
            <ac:spMk id="29" creationId="{DA8FF4E9-0CF2-FDF8-462B-19E9913058B4}"/>
          </ac:spMkLst>
        </pc:spChg>
        <pc:spChg chg="add del mod">
          <ac:chgData name="Jake Duddy" userId="7a8a0c806e99fd3e" providerId="LiveId" clId="{CCFF1EDE-63BB-4842-AC66-0597FB2EFDF5}" dt="2026-01-22T10:30:24.327" v="1843" actId="478"/>
          <ac:spMkLst>
            <pc:docMk/>
            <pc:sldMk cId="1708256845" sldId="258"/>
            <ac:spMk id="30" creationId="{9E7EF8D5-4A22-6103-5F92-DEC428837B4C}"/>
          </ac:spMkLst>
        </pc:spChg>
        <pc:grpChg chg="add del mod">
          <ac:chgData name="Jake Duddy" userId="7a8a0c806e99fd3e" providerId="LiveId" clId="{CCFF1EDE-63BB-4842-AC66-0597FB2EFDF5}" dt="2026-01-22T10:25:06.386" v="1750" actId="478"/>
          <ac:grpSpMkLst>
            <pc:docMk/>
            <pc:sldMk cId="1708256845" sldId="258"/>
            <ac:grpSpMk id="5" creationId="{03E8FBDE-B9F4-53FD-10AC-31A8B375D72B}"/>
          </ac:grpSpMkLst>
        </pc:grpChg>
        <pc:grpChg chg="del mod">
          <ac:chgData name="Jake Duddy" userId="7a8a0c806e99fd3e" providerId="LiveId" clId="{CCFF1EDE-63BB-4842-AC66-0597FB2EFDF5}" dt="2026-01-22T10:25:06.386" v="1750" actId="478"/>
          <ac:grpSpMkLst>
            <pc:docMk/>
            <pc:sldMk cId="1708256845" sldId="258"/>
            <ac:grpSpMk id="12" creationId="{23449F51-6B1D-37F3-D698-E4C970A5306E}"/>
          </ac:grpSpMkLst>
        </pc:grpChg>
        <pc:grpChg chg="add del mod">
          <ac:chgData name="Jake Duddy" userId="7a8a0c806e99fd3e" providerId="LiveId" clId="{CCFF1EDE-63BB-4842-AC66-0597FB2EFDF5}" dt="2026-01-22T10:30:12.276" v="1837" actId="478"/>
          <ac:grpSpMkLst>
            <pc:docMk/>
            <pc:sldMk cId="1708256845" sldId="258"/>
            <ac:grpSpMk id="21" creationId="{DB276223-CDB6-78A0-A892-6BA5E263E41F}"/>
          </ac:grpSpMkLst>
        </pc:grpChg>
        <pc:picChg chg="add mod">
          <ac:chgData name="Jake Duddy" userId="7a8a0c806e99fd3e" providerId="LiveId" clId="{CCFF1EDE-63BB-4842-AC66-0597FB2EFDF5}" dt="2026-01-21T22:43:05.815" v="6"/>
          <ac:picMkLst>
            <pc:docMk/>
            <pc:sldMk cId="1708256845" sldId="258"/>
            <ac:picMk id="4" creationId="{923C38F9-D356-49F6-BC4B-DCD4B5E67D17}"/>
          </ac:picMkLst>
        </pc:picChg>
        <pc:picChg chg="mod">
          <ac:chgData name="Jake Duddy" userId="7a8a0c806e99fd3e" providerId="LiveId" clId="{CCFF1EDE-63BB-4842-AC66-0597FB2EFDF5}" dt="2026-01-22T10:25:13.894" v="1751"/>
          <ac:picMkLst>
            <pc:docMk/>
            <pc:sldMk cId="1708256845" sldId="258"/>
            <ac:picMk id="22" creationId="{48508760-8381-766B-099C-BBC5F4982D4F}"/>
          </ac:picMkLst>
        </pc:picChg>
        <pc:picChg chg="add mod">
          <ac:chgData name="Jake Duddy" userId="7a8a0c806e99fd3e" providerId="LiveId" clId="{CCFF1EDE-63BB-4842-AC66-0597FB2EFDF5}" dt="2026-01-22T10:30:20.498" v="1841" actId="1076"/>
          <ac:picMkLst>
            <pc:docMk/>
            <pc:sldMk cId="1708256845" sldId="258"/>
            <ac:picMk id="32" creationId="{FED1F354-0A61-D526-4900-3C1D5E0A472D}"/>
          </ac:picMkLst>
        </pc:picChg>
        <pc:picChg chg="add del mod">
          <ac:chgData name="Jake Duddy" userId="7a8a0c806e99fd3e" providerId="LiveId" clId="{CCFF1EDE-63BB-4842-AC66-0597FB2EFDF5}" dt="2026-01-22T10:30:14.212" v="1838" actId="478"/>
          <ac:picMkLst>
            <pc:docMk/>
            <pc:sldMk cId="1708256845" sldId="258"/>
            <ac:picMk id="1026" creationId="{DF66450E-5DB7-2910-AB1A-6261B6306788}"/>
          </ac:picMkLst>
        </pc:picChg>
      </pc:sldChg>
      <pc:sldChg chg="modSp mod">
        <pc:chgData name="Jake Duddy" userId="7a8a0c806e99fd3e" providerId="LiveId" clId="{CCFF1EDE-63BB-4842-AC66-0597FB2EFDF5}" dt="2026-01-23T20:43:23.946" v="2324" actId="14100"/>
        <pc:sldMkLst>
          <pc:docMk/>
          <pc:sldMk cId="953650063" sldId="259"/>
        </pc:sldMkLst>
        <pc:spChg chg="mod">
          <ac:chgData name="Jake Duddy" userId="7a8a0c806e99fd3e" providerId="LiveId" clId="{CCFF1EDE-63BB-4842-AC66-0597FB2EFDF5}" dt="2026-01-23T20:43:23.946" v="2324" actId="14100"/>
          <ac:spMkLst>
            <pc:docMk/>
            <pc:sldMk cId="953650063" sldId="259"/>
            <ac:spMk id="2" creationId="{50B5BB70-5C69-976D-8C5A-48105604BF15}"/>
          </ac:spMkLst>
        </pc:spChg>
        <pc:spChg chg="mod">
          <ac:chgData name="Jake Duddy" userId="7a8a0c806e99fd3e" providerId="LiveId" clId="{CCFF1EDE-63BB-4842-AC66-0597FB2EFDF5}" dt="2026-01-21T23:49:17.192" v="1192" actId="20577"/>
          <ac:spMkLst>
            <pc:docMk/>
            <pc:sldMk cId="953650063" sldId="259"/>
            <ac:spMk id="3" creationId="{3C12523D-184F-77DD-AA19-2EFDC1D43D78}"/>
          </ac:spMkLst>
        </pc:spChg>
      </pc:sldChg>
      <pc:sldChg chg="modSp mod">
        <pc:chgData name="Jake Duddy" userId="7a8a0c806e99fd3e" providerId="LiveId" clId="{CCFF1EDE-63BB-4842-AC66-0597FB2EFDF5}" dt="2026-01-22T09:52:22.242" v="1568" actId="20577"/>
        <pc:sldMkLst>
          <pc:docMk/>
          <pc:sldMk cId="12489801" sldId="260"/>
        </pc:sldMkLst>
        <pc:spChg chg="mod">
          <ac:chgData name="Jake Duddy" userId="7a8a0c806e99fd3e" providerId="LiveId" clId="{CCFF1EDE-63BB-4842-AC66-0597FB2EFDF5}" dt="2026-01-22T09:52:22.242" v="1568" actId="20577"/>
          <ac:spMkLst>
            <pc:docMk/>
            <pc:sldMk cId="12489801" sldId="260"/>
            <ac:spMk id="3" creationId="{3C12523D-184F-77DD-AA19-2EFDC1D43D78}"/>
          </ac:spMkLst>
        </pc:spChg>
      </pc:sldChg>
      <pc:sldChg chg="addSp modSp mod">
        <pc:chgData name="Jake Duddy" userId="7a8a0c806e99fd3e" providerId="LiveId" clId="{CCFF1EDE-63BB-4842-AC66-0597FB2EFDF5}" dt="2026-01-22T10:24:51.504" v="1749" actId="1076"/>
        <pc:sldMkLst>
          <pc:docMk/>
          <pc:sldMk cId="3724729301" sldId="261"/>
        </pc:sldMkLst>
        <pc:spChg chg="mod">
          <ac:chgData name="Jake Duddy" userId="7a8a0c806e99fd3e" providerId="LiveId" clId="{CCFF1EDE-63BB-4842-AC66-0597FB2EFDF5}" dt="2026-01-22T10:24:21.189" v="1744" actId="15"/>
          <ac:spMkLst>
            <pc:docMk/>
            <pc:sldMk cId="3724729301" sldId="261"/>
            <ac:spMk id="3" creationId="{3C12523D-184F-77DD-AA19-2EFDC1D43D78}"/>
          </ac:spMkLst>
        </pc:spChg>
        <pc:spChg chg="mod">
          <ac:chgData name="Jake Duddy" userId="7a8a0c806e99fd3e" providerId="LiveId" clId="{CCFF1EDE-63BB-4842-AC66-0597FB2EFDF5}" dt="2026-01-22T10:24:47.539" v="1748" actId="1076"/>
          <ac:spMkLst>
            <pc:docMk/>
            <pc:sldMk cId="3724729301" sldId="261"/>
            <ac:spMk id="5" creationId="{A71779A4-F5B1-C25D-708F-444F8970211C}"/>
          </ac:spMkLst>
        </pc:spChg>
        <pc:spChg chg="mod">
          <ac:chgData name="Jake Duddy" userId="7a8a0c806e99fd3e" providerId="LiveId" clId="{CCFF1EDE-63BB-4842-AC66-0597FB2EFDF5}" dt="2026-01-22T10:24:47.539" v="1748" actId="1076"/>
          <ac:spMkLst>
            <pc:docMk/>
            <pc:sldMk cId="3724729301" sldId="261"/>
            <ac:spMk id="8" creationId="{D58FC356-6CEF-EF2E-5A1C-7E08CC276908}"/>
          </ac:spMkLst>
        </pc:spChg>
        <pc:spChg chg="mod">
          <ac:chgData name="Jake Duddy" userId="7a8a0c806e99fd3e" providerId="LiveId" clId="{CCFF1EDE-63BB-4842-AC66-0597FB2EFDF5}" dt="2026-01-22T10:24:37.921" v="1745"/>
          <ac:spMkLst>
            <pc:docMk/>
            <pc:sldMk cId="3724729301" sldId="261"/>
            <ac:spMk id="12" creationId="{4A028889-2D6B-A0D1-72C7-2F7A3724CCF9}"/>
          </ac:spMkLst>
        </pc:spChg>
        <pc:spChg chg="mod">
          <ac:chgData name="Jake Duddy" userId="7a8a0c806e99fd3e" providerId="LiveId" clId="{CCFF1EDE-63BB-4842-AC66-0597FB2EFDF5}" dt="2026-01-22T10:24:37.921" v="1745"/>
          <ac:spMkLst>
            <pc:docMk/>
            <pc:sldMk cId="3724729301" sldId="261"/>
            <ac:spMk id="15" creationId="{715EEEAE-2F73-7394-7C8A-AC36C58EB088}"/>
          </ac:spMkLst>
        </pc:spChg>
        <pc:spChg chg="mod">
          <ac:chgData name="Jake Duddy" userId="7a8a0c806e99fd3e" providerId="LiveId" clId="{CCFF1EDE-63BB-4842-AC66-0597FB2EFDF5}" dt="2026-01-22T10:24:37.921" v="1745"/>
          <ac:spMkLst>
            <pc:docMk/>
            <pc:sldMk cId="3724729301" sldId="261"/>
            <ac:spMk id="18" creationId="{DE1EED92-48C8-FFCA-BBE5-C7493EA9E2E2}"/>
          </ac:spMkLst>
        </pc:spChg>
        <pc:grpChg chg="mod">
          <ac:chgData name="Jake Duddy" userId="7a8a0c806e99fd3e" providerId="LiveId" clId="{CCFF1EDE-63BB-4842-AC66-0597FB2EFDF5}" dt="2026-01-22T10:24:47.539" v="1748" actId="1076"/>
          <ac:grpSpMkLst>
            <pc:docMk/>
            <pc:sldMk cId="3724729301" sldId="261"/>
            <ac:grpSpMk id="4" creationId="{E194EABE-E16F-41A6-8871-2105AA808139}"/>
          </ac:grpSpMkLst>
        </pc:grpChg>
        <pc:grpChg chg="mod">
          <ac:chgData name="Jake Duddy" userId="7a8a0c806e99fd3e" providerId="LiveId" clId="{CCFF1EDE-63BB-4842-AC66-0597FB2EFDF5}" dt="2026-01-22T10:24:47.539" v="1748" actId="1076"/>
          <ac:grpSpMkLst>
            <pc:docMk/>
            <pc:sldMk cId="3724729301" sldId="261"/>
            <ac:grpSpMk id="6" creationId="{0437DC1D-949C-CC3B-6B81-1FD3E21B4BE0}"/>
          </ac:grpSpMkLst>
        </pc:grpChg>
        <pc:grpChg chg="mod">
          <ac:chgData name="Jake Duddy" userId="7a8a0c806e99fd3e" providerId="LiveId" clId="{CCFF1EDE-63BB-4842-AC66-0597FB2EFDF5}" dt="2026-01-22T10:24:47.539" v="1748" actId="1076"/>
          <ac:grpSpMkLst>
            <pc:docMk/>
            <pc:sldMk cId="3724729301" sldId="261"/>
            <ac:grpSpMk id="7" creationId="{320141AA-A161-BA36-7768-1264D23C304C}"/>
          </ac:grpSpMkLst>
        </pc:grpChg>
        <pc:grpChg chg="mod">
          <ac:chgData name="Jake Duddy" userId="7a8a0c806e99fd3e" providerId="LiveId" clId="{CCFF1EDE-63BB-4842-AC66-0597FB2EFDF5}" dt="2026-01-22T10:24:51.504" v="1749" actId="1076"/>
          <ac:grpSpMkLst>
            <pc:docMk/>
            <pc:sldMk cId="3724729301" sldId="261"/>
            <ac:grpSpMk id="11" creationId="{C65DD1FA-6928-BFA7-9238-CCEED4FC2068}"/>
          </ac:grpSpMkLst>
        </pc:grpChg>
        <pc:picChg chg="mod">
          <ac:chgData name="Jake Duddy" userId="7a8a0c806e99fd3e" providerId="LiveId" clId="{CCFF1EDE-63BB-4842-AC66-0597FB2EFDF5}" dt="2026-01-22T10:24:47.539" v="1748" actId="1076"/>
          <ac:picMkLst>
            <pc:docMk/>
            <pc:sldMk cId="3724729301" sldId="261"/>
            <ac:picMk id="9" creationId="{076B729F-7165-1FDE-1B11-C11261D02073}"/>
          </ac:picMkLst>
        </pc:picChg>
        <pc:picChg chg="mod">
          <ac:chgData name="Jake Duddy" userId="7a8a0c806e99fd3e" providerId="LiveId" clId="{CCFF1EDE-63BB-4842-AC66-0597FB2EFDF5}" dt="2026-01-22T10:24:47.539" v="1748" actId="1076"/>
          <ac:picMkLst>
            <pc:docMk/>
            <pc:sldMk cId="3724729301" sldId="261"/>
            <ac:picMk id="10" creationId="{78F5676C-B638-C206-53BC-1860360C9F56}"/>
          </ac:picMkLst>
        </pc:picChg>
        <pc:picChg chg="mod">
          <ac:chgData name="Jake Duddy" userId="7a8a0c806e99fd3e" providerId="LiveId" clId="{CCFF1EDE-63BB-4842-AC66-0597FB2EFDF5}" dt="2026-01-22T10:24:37.921" v="1745"/>
          <ac:picMkLst>
            <pc:docMk/>
            <pc:sldMk cId="3724729301" sldId="261"/>
            <ac:picMk id="16" creationId="{45F12DC8-04FA-C13A-805C-01A06D8144AD}"/>
          </ac:picMkLst>
        </pc:picChg>
        <pc:picChg chg="mod">
          <ac:chgData name="Jake Duddy" userId="7a8a0c806e99fd3e" providerId="LiveId" clId="{CCFF1EDE-63BB-4842-AC66-0597FB2EFDF5}" dt="2026-01-22T10:24:37.921" v="1745"/>
          <ac:picMkLst>
            <pc:docMk/>
            <pc:sldMk cId="3724729301" sldId="261"/>
            <ac:picMk id="19" creationId="{486D23D4-7A39-FB2B-A2D3-174DD6460A0B}"/>
          </ac:picMkLst>
        </pc:picChg>
      </pc:sldChg>
      <pc:sldChg chg="addSp delSp modSp new del mod">
        <pc:chgData name="Jake Duddy" userId="7a8a0c806e99fd3e" providerId="LiveId" clId="{CCFF1EDE-63BB-4842-AC66-0597FB2EFDF5}" dt="2026-01-23T20:58:31.409" v="2325" actId="47"/>
        <pc:sldMkLst>
          <pc:docMk/>
          <pc:sldMk cId="1421640820" sldId="262"/>
        </pc:sldMkLst>
      </pc:sldChg>
      <pc:sldChg chg="modSp new mod">
        <pc:chgData name="Jake Duddy" userId="7a8a0c806e99fd3e" providerId="LiveId" clId="{CCFF1EDE-63BB-4842-AC66-0597FB2EFDF5}" dt="2026-01-21T23:32:18.830" v="651" actId="20577"/>
        <pc:sldMkLst>
          <pc:docMk/>
          <pc:sldMk cId="3623969773" sldId="263"/>
        </pc:sldMkLst>
        <pc:spChg chg="mod">
          <ac:chgData name="Jake Duddy" userId="7a8a0c806e99fd3e" providerId="LiveId" clId="{CCFF1EDE-63BB-4842-AC66-0597FB2EFDF5}" dt="2026-01-21T23:32:18.830" v="651" actId="20577"/>
          <ac:spMkLst>
            <pc:docMk/>
            <pc:sldMk cId="3623969773" sldId="263"/>
            <ac:spMk id="2" creationId="{59551FFC-5E4E-C201-4FA3-3CC5FCE34EA8}"/>
          </ac:spMkLst>
        </pc:spChg>
      </pc:sldChg>
      <pc:sldChg chg="addSp delSp modSp new mod">
        <pc:chgData name="Jake Duddy" userId="7a8a0c806e99fd3e" providerId="LiveId" clId="{CCFF1EDE-63BB-4842-AC66-0597FB2EFDF5}" dt="2026-01-21T23:23:07.147" v="586" actId="478"/>
        <pc:sldMkLst>
          <pc:docMk/>
          <pc:sldMk cId="205012312" sldId="266"/>
        </pc:sldMkLst>
        <pc:spChg chg="mod">
          <ac:chgData name="Jake Duddy" userId="7a8a0c806e99fd3e" providerId="LiveId" clId="{CCFF1EDE-63BB-4842-AC66-0597FB2EFDF5}" dt="2026-01-21T23:00:11.746" v="266" actId="14100"/>
          <ac:spMkLst>
            <pc:docMk/>
            <pc:sldMk cId="205012312" sldId="266"/>
            <ac:spMk id="2" creationId="{09892D6E-06C1-0597-638F-7793F4794267}"/>
          </ac:spMkLst>
        </pc:spChg>
        <pc:picChg chg="add mod ord">
          <ac:chgData name="Jake Duddy" userId="7a8a0c806e99fd3e" providerId="LiveId" clId="{CCFF1EDE-63BB-4842-AC66-0597FB2EFDF5}" dt="2026-01-21T23:23:02.378" v="585" actId="1035"/>
          <ac:picMkLst>
            <pc:docMk/>
            <pc:sldMk cId="205012312" sldId="266"/>
            <ac:picMk id="15" creationId="{154F1FCF-B503-8120-5F0A-0CE4C48DD8C2}"/>
          </ac:picMkLst>
        </pc:picChg>
      </pc:sldChg>
      <pc:sldChg chg="addSp delSp modSp add mod">
        <pc:chgData name="Jake Duddy" userId="7a8a0c806e99fd3e" providerId="LiveId" clId="{CCFF1EDE-63BB-4842-AC66-0597FB2EFDF5}" dt="2026-01-21T23:22:53.715" v="555" actId="478"/>
        <pc:sldMkLst>
          <pc:docMk/>
          <pc:sldMk cId="2184839112" sldId="267"/>
        </pc:sldMkLst>
        <pc:spChg chg="mod">
          <ac:chgData name="Jake Duddy" userId="7a8a0c806e99fd3e" providerId="LiveId" clId="{CCFF1EDE-63BB-4842-AC66-0597FB2EFDF5}" dt="2026-01-21T23:13:53.552" v="323" actId="20577"/>
          <ac:spMkLst>
            <pc:docMk/>
            <pc:sldMk cId="2184839112" sldId="267"/>
            <ac:spMk id="2" creationId="{DC52ECBF-CB77-6483-8B89-F838A45F784F}"/>
          </ac:spMkLst>
        </pc:spChg>
        <pc:picChg chg="add mod ord">
          <ac:chgData name="Jake Duddy" userId="7a8a0c806e99fd3e" providerId="LiveId" clId="{CCFF1EDE-63BB-4842-AC66-0597FB2EFDF5}" dt="2026-01-21T23:22:51.379" v="554" actId="1036"/>
          <ac:picMkLst>
            <pc:docMk/>
            <pc:sldMk cId="2184839112" sldId="267"/>
            <ac:picMk id="6" creationId="{F621B301-D885-0D79-B589-202E0352BD12}"/>
          </ac:picMkLst>
        </pc:picChg>
      </pc:sldChg>
      <pc:sldChg chg="addSp delSp modSp add mod">
        <pc:chgData name="Jake Duddy" userId="7a8a0c806e99fd3e" providerId="LiveId" clId="{CCFF1EDE-63BB-4842-AC66-0597FB2EFDF5}" dt="2026-01-21T23:22:33.350" v="518" actId="478"/>
        <pc:sldMkLst>
          <pc:docMk/>
          <pc:sldMk cId="2258483895" sldId="268"/>
        </pc:sldMkLst>
        <pc:spChg chg="mod">
          <ac:chgData name="Jake Duddy" userId="7a8a0c806e99fd3e" providerId="LiveId" clId="{CCFF1EDE-63BB-4842-AC66-0597FB2EFDF5}" dt="2026-01-21T23:14:42.675" v="355" actId="313"/>
          <ac:spMkLst>
            <pc:docMk/>
            <pc:sldMk cId="2258483895" sldId="268"/>
            <ac:spMk id="2" creationId="{8465831A-C180-2765-37B9-E7094A10B057}"/>
          </ac:spMkLst>
        </pc:spChg>
        <pc:picChg chg="add mod ord">
          <ac:chgData name="Jake Duddy" userId="7a8a0c806e99fd3e" providerId="LiveId" clId="{CCFF1EDE-63BB-4842-AC66-0597FB2EFDF5}" dt="2026-01-21T23:22:29.011" v="517" actId="1035"/>
          <ac:picMkLst>
            <pc:docMk/>
            <pc:sldMk cId="2258483895" sldId="268"/>
            <ac:picMk id="7" creationId="{8BC280AB-7F00-F972-8616-271018FB1F5E}"/>
          </ac:picMkLst>
        </pc:picChg>
      </pc:sldChg>
      <pc:sldChg chg="addSp delSp modSp add mod">
        <pc:chgData name="Jake Duddy" userId="7a8a0c806e99fd3e" providerId="LiveId" clId="{CCFF1EDE-63BB-4842-AC66-0597FB2EFDF5}" dt="2026-01-21T23:22:16.500" v="473" actId="1035"/>
        <pc:sldMkLst>
          <pc:docMk/>
          <pc:sldMk cId="1350687464" sldId="269"/>
        </pc:sldMkLst>
        <pc:picChg chg="add mod ord">
          <ac:chgData name="Jake Duddy" userId="7a8a0c806e99fd3e" providerId="LiveId" clId="{CCFF1EDE-63BB-4842-AC66-0597FB2EFDF5}" dt="2026-01-21T23:22:16.500" v="473" actId="1035"/>
          <ac:picMkLst>
            <pc:docMk/>
            <pc:sldMk cId="1350687464" sldId="269"/>
            <ac:picMk id="6" creationId="{59E42E34-FB3D-9721-7C04-29F869B01FFF}"/>
          </ac:picMkLst>
        </pc:picChg>
      </pc:sldChg>
      <pc:sldChg chg="addSp delSp modSp add mod">
        <pc:chgData name="Jake Duddy" userId="7a8a0c806e99fd3e" providerId="LiveId" clId="{CCFF1EDE-63BB-4842-AC66-0597FB2EFDF5}" dt="2026-01-21T23:24:37.127" v="603" actId="478"/>
        <pc:sldMkLst>
          <pc:docMk/>
          <pc:sldMk cId="2327478854" sldId="270"/>
        </pc:sldMkLst>
        <pc:picChg chg="add mod ord">
          <ac:chgData name="Jake Duddy" userId="7a8a0c806e99fd3e" providerId="LiveId" clId="{CCFF1EDE-63BB-4842-AC66-0597FB2EFDF5}" dt="2026-01-21T23:24:35.242" v="602" actId="167"/>
          <ac:picMkLst>
            <pc:docMk/>
            <pc:sldMk cId="2327478854" sldId="270"/>
            <ac:picMk id="9" creationId="{CB2D4CB8-9150-5792-0AB8-1BE56BAF8222}"/>
          </ac:picMkLst>
        </pc:picChg>
      </pc:sldChg>
      <pc:sldChg chg="addSp delSp modSp add mod">
        <pc:chgData name="Jake Duddy" userId="7a8a0c806e99fd3e" providerId="LiveId" clId="{CCFF1EDE-63BB-4842-AC66-0597FB2EFDF5}" dt="2026-01-21T23:28:28.786" v="619" actId="478"/>
        <pc:sldMkLst>
          <pc:docMk/>
          <pc:sldMk cId="3267657923" sldId="271"/>
        </pc:sldMkLst>
        <pc:picChg chg="add mod">
          <ac:chgData name="Jake Duddy" userId="7a8a0c806e99fd3e" providerId="LiveId" clId="{CCFF1EDE-63BB-4842-AC66-0597FB2EFDF5}" dt="2026-01-21T23:28:26.495" v="618" actId="1035"/>
          <ac:picMkLst>
            <pc:docMk/>
            <pc:sldMk cId="3267657923" sldId="271"/>
            <ac:picMk id="6" creationId="{CBF8BB1F-2D26-0DB1-6BC9-CA25AF83CD32}"/>
          </ac:picMkLst>
        </pc:picChg>
      </pc:sldChg>
      <pc:sldChg chg="modSp new mod">
        <pc:chgData name="Jake Duddy" userId="7a8a0c806e99fd3e" providerId="LiveId" clId="{CCFF1EDE-63BB-4842-AC66-0597FB2EFDF5}" dt="2026-01-21T23:33:56.705" v="671" actId="20577"/>
        <pc:sldMkLst>
          <pc:docMk/>
          <pc:sldMk cId="3332040392" sldId="272"/>
        </pc:sldMkLst>
        <pc:spChg chg="mod">
          <ac:chgData name="Jake Duddy" userId="7a8a0c806e99fd3e" providerId="LiveId" clId="{CCFF1EDE-63BB-4842-AC66-0597FB2EFDF5}" dt="2026-01-21T23:33:56.705" v="671" actId="20577"/>
          <ac:spMkLst>
            <pc:docMk/>
            <pc:sldMk cId="3332040392" sldId="272"/>
            <ac:spMk id="2" creationId="{04401E0D-7410-2BBF-47B7-A32A1F5E25FF}"/>
          </ac:spMkLst>
        </pc:spChg>
      </pc:sldChg>
      <pc:sldChg chg="addSp delSp modSp add mod">
        <pc:chgData name="Jake Duddy" userId="7a8a0c806e99fd3e" providerId="LiveId" clId="{CCFF1EDE-63BB-4842-AC66-0597FB2EFDF5}" dt="2026-01-21T23:37:15.889" v="739" actId="478"/>
        <pc:sldMkLst>
          <pc:docMk/>
          <pc:sldMk cId="2838425335" sldId="273"/>
        </pc:sldMkLst>
        <pc:spChg chg="mod">
          <ac:chgData name="Jake Duddy" userId="7a8a0c806e99fd3e" providerId="LiveId" clId="{CCFF1EDE-63BB-4842-AC66-0597FB2EFDF5}" dt="2026-01-21T23:36:34.307" v="733" actId="20577"/>
          <ac:spMkLst>
            <pc:docMk/>
            <pc:sldMk cId="2838425335" sldId="273"/>
            <ac:spMk id="2" creationId="{3BFA7369-28B3-6BCF-3AB0-9E551D7AA82A}"/>
          </ac:spMkLst>
        </pc:spChg>
        <pc:spChg chg="add mod">
          <ac:chgData name="Jake Duddy" userId="7a8a0c806e99fd3e" providerId="LiveId" clId="{CCFF1EDE-63BB-4842-AC66-0597FB2EFDF5}" dt="2026-01-21T23:37:09.787" v="737"/>
          <ac:spMkLst>
            <pc:docMk/>
            <pc:sldMk cId="2838425335" sldId="273"/>
            <ac:spMk id="5" creationId="{C76B8CFD-ED59-825E-0192-D188BBCA348B}"/>
          </ac:spMkLst>
        </pc:spChg>
        <pc:graphicFrameChg chg="add mod">
          <ac:chgData name="Jake Duddy" userId="7a8a0c806e99fd3e" providerId="LiveId" clId="{CCFF1EDE-63BB-4842-AC66-0597FB2EFDF5}" dt="2026-01-21T23:37:13.542" v="738"/>
          <ac:graphicFrameMkLst>
            <pc:docMk/>
            <pc:sldMk cId="2838425335" sldId="273"/>
            <ac:graphicFrameMk id="9" creationId="{72272C1D-C05E-A834-42AF-D711D53FE28F}"/>
          </ac:graphicFrameMkLst>
        </pc:graphicFrameChg>
        <pc:picChg chg="add mod">
          <ac:chgData name="Jake Duddy" userId="7a8a0c806e99fd3e" providerId="LiveId" clId="{CCFF1EDE-63BB-4842-AC66-0597FB2EFDF5}" dt="2026-01-21T23:35:36.442" v="700" actId="1076"/>
          <ac:picMkLst>
            <pc:docMk/>
            <pc:sldMk cId="2838425335" sldId="273"/>
            <ac:picMk id="4" creationId="{625C56AC-B02E-347C-02A1-6BEC7FCBF6E1}"/>
          </ac:picMkLst>
        </pc:picChg>
      </pc:sldChg>
      <pc:sldChg chg="add">
        <pc:chgData name="Jake Duddy" userId="7a8a0c806e99fd3e" providerId="LiveId" clId="{CCFF1EDE-63BB-4842-AC66-0597FB2EFDF5}" dt="2026-01-21T23:36:28.411" v="728" actId="2890"/>
        <pc:sldMkLst>
          <pc:docMk/>
          <pc:sldMk cId="1195214821" sldId="275"/>
        </pc:sldMkLst>
      </pc:sldChg>
      <pc:sldChg chg="addSp delSp modSp add mod">
        <pc:chgData name="Jake Duddy" userId="7a8a0c806e99fd3e" providerId="LiveId" clId="{CCFF1EDE-63BB-4842-AC66-0597FB2EFDF5}" dt="2026-01-23T21:09:02.977" v="2358" actId="20577"/>
        <pc:sldMkLst>
          <pc:docMk/>
          <pc:sldMk cId="2307661298" sldId="276"/>
        </pc:sldMkLst>
        <pc:spChg chg="mod">
          <ac:chgData name="Jake Duddy" userId="7a8a0c806e99fd3e" providerId="LiveId" clId="{CCFF1EDE-63BB-4842-AC66-0597FB2EFDF5}" dt="2026-01-23T21:09:02.977" v="2358" actId="20577"/>
          <ac:spMkLst>
            <pc:docMk/>
            <pc:sldMk cId="2307661298" sldId="276"/>
            <ac:spMk id="2" creationId="{24AF2A2A-5B5E-EA74-E818-84212BC7DAE2}"/>
          </ac:spMkLst>
        </pc:spChg>
        <pc:spChg chg="mod">
          <ac:chgData name="Jake Duddy" userId="7a8a0c806e99fd3e" providerId="LiveId" clId="{CCFF1EDE-63BB-4842-AC66-0597FB2EFDF5}" dt="2026-01-21T23:38:35.244" v="853" actId="207"/>
          <ac:spMkLst>
            <pc:docMk/>
            <pc:sldMk cId="2307661298" sldId="276"/>
            <ac:spMk id="5" creationId="{ABC012D8-0638-A75E-0319-29F8B826A36C}"/>
          </ac:spMkLst>
        </pc:spChg>
        <pc:graphicFrameChg chg="add mod">
          <ac:chgData name="Jake Duddy" userId="7a8a0c806e99fd3e" providerId="LiveId" clId="{CCFF1EDE-63BB-4842-AC66-0597FB2EFDF5}" dt="2026-01-21T23:38:43.550" v="855" actId="1076"/>
          <ac:graphicFrameMkLst>
            <pc:docMk/>
            <pc:sldMk cId="2307661298" sldId="276"/>
            <ac:graphicFrameMk id="6" creationId="{B5D8A7A5-4D7B-DCC4-1F25-2FB05BBAD37D}"/>
          </ac:graphicFrameMkLst>
        </pc:graphicFrameChg>
        <pc:graphicFrameChg chg="add mod">
          <ac:chgData name="Jake Duddy" userId="7a8a0c806e99fd3e" providerId="LiveId" clId="{CCFF1EDE-63BB-4842-AC66-0597FB2EFDF5}" dt="2026-01-21T23:38:43.550" v="855" actId="1076"/>
          <ac:graphicFrameMkLst>
            <pc:docMk/>
            <pc:sldMk cId="2307661298" sldId="276"/>
            <ac:graphicFrameMk id="7" creationId="{3A57A029-0ED1-19CF-BF94-3DB78D01C77A}"/>
          </ac:graphicFrameMkLst>
        </pc:graphicFrameChg>
      </pc:sldChg>
      <pc:sldChg chg="addSp delSp modSp add mod">
        <pc:chgData name="Jake Duddy" userId="7a8a0c806e99fd3e" providerId="LiveId" clId="{CCFF1EDE-63BB-4842-AC66-0597FB2EFDF5}" dt="2026-01-23T21:11:39.336" v="2365" actId="1076"/>
        <pc:sldMkLst>
          <pc:docMk/>
          <pc:sldMk cId="1939506300" sldId="277"/>
        </pc:sldMkLst>
        <pc:spChg chg="mod">
          <ac:chgData name="Jake Duddy" userId="7a8a0c806e99fd3e" providerId="LiveId" clId="{CCFF1EDE-63BB-4842-AC66-0597FB2EFDF5}" dt="2026-01-21T23:38:58.411" v="865" actId="20577"/>
          <ac:spMkLst>
            <pc:docMk/>
            <pc:sldMk cId="1939506300" sldId="277"/>
            <ac:spMk id="2" creationId="{F6C233E5-F5BD-49D0-8ABF-C5168591A001}"/>
          </ac:spMkLst>
        </pc:spChg>
        <pc:spChg chg="mod">
          <ac:chgData name="Jake Duddy" userId="7a8a0c806e99fd3e" providerId="LiveId" clId="{CCFF1EDE-63BB-4842-AC66-0597FB2EFDF5}" dt="2026-01-21T23:39:49.171" v="927" actId="207"/>
          <ac:spMkLst>
            <pc:docMk/>
            <pc:sldMk cId="1939506300" sldId="277"/>
            <ac:spMk id="5" creationId="{7A73B979-D7B1-0C99-9608-04FCA39C2A49}"/>
          </ac:spMkLst>
        </pc:spChg>
        <pc:graphicFrameChg chg="add mod">
          <ac:chgData name="Jake Duddy" userId="7a8a0c806e99fd3e" providerId="LiveId" clId="{CCFF1EDE-63BB-4842-AC66-0597FB2EFDF5}" dt="2026-01-23T21:11:39.336" v="2365" actId="1076"/>
          <ac:graphicFrameMkLst>
            <pc:docMk/>
            <pc:sldMk cId="1939506300" sldId="277"/>
            <ac:graphicFrameMk id="3" creationId="{78943144-49F4-641E-B925-6FDBE0A221CF}"/>
          </ac:graphicFrameMkLst>
        </pc:graphicFrameChg>
        <pc:graphicFrameChg chg="del">
          <ac:chgData name="Jake Duddy" userId="7a8a0c806e99fd3e" providerId="LiveId" clId="{CCFF1EDE-63BB-4842-AC66-0597FB2EFDF5}" dt="2026-01-23T21:11:22.001" v="2359" actId="478"/>
          <ac:graphicFrameMkLst>
            <pc:docMk/>
            <pc:sldMk cId="1939506300" sldId="277"/>
            <ac:graphicFrameMk id="6" creationId="{C3FAC7EB-C933-EB6F-7FCF-B4F3BB223CE8}"/>
          </ac:graphicFrameMkLst>
        </pc:graphicFrameChg>
        <pc:graphicFrameChg chg="del">
          <ac:chgData name="Jake Duddy" userId="7a8a0c806e99fd3e" providerId="LiveId" clId="{CCFF1EDE-63BB-4842-AC66-0597FB2EFDF5}" dt="2026-01-23T21:11:22.001" v="2359" actId="478"/>
          <ac:graphicFrameMkLst>
            <pc:docMk/>
            <pc:sldMk cId="1939506300" sldId="277"/>
            <ac:graphicFrameMk id="7" creationId="{18DB6760-3D74-6941-EE03-433EB5DBB4A4}"/>
          </ac:graphicFrameMkLst>
        </pc:graphicFrameChg>
        <pc:picChg chg="del">
          <ac:chgData name="Jake Duddy" userId="7a8a0c806e99fd3e" providerId="LiveId" clId="{CCFF1EDE-63BB-4842-AC66-0597FB2EFDF5}" dt="2026-01-23T21:11:22.001" v="2359" actId="478"/>
          <ac:picMkLst>
            <pc:docMk/>
            <pc:sldMk cId="1939506300" sldId="277"/>
            <ac:picMk id="4" creationId="{27FA07F5-8F16-F5A1-AE15-BDE530BC2CC9}"/>
          </ac:picMkLst>
        </pc:picChg>
        <pc:picChg chg="add del mod">
          <ac:chgData name="Jake Duddy" userId="7a8a0c806e99fd3e" providerId="LiveId" clId="{CCFF1EDE-63BB-4842-AC66-0597FB2EFDF5}" dt="2026-01-23T21:11:34.384" v="2364" actId="478"/>
          <ac:picMkLst>
            <pc:docMk/>
            <pc:sldMk cId="1939506300" sldId="277"/>
            <ac:picMk id="8" creationId="{815632A6-B2FE-EBE7-6BC4-4A44273DB50E}"/>
          </ac:picMkLst>
        </pc:picChg>
        <pc:picChg chg="add mod">
          <ac:chgData name="Jake Duddy" userId="7a8a0c806e99fd3e" providerId="LiveId" clId="{CCFF1EDE-63BB-4842-AC66-0597FB2EFDF5}" dt="2026-01-23T21:11:32.541" v="2363"/>
          <ac:picMkLst>
            <pc:docMk/>
            <pc:sldMk cId="1939506300" sldId="277"/>
            <ac:picMk id="9" creationId="{83589032-EB4C-E189-65AB-17D785FDE03C}"/>
          </ac:picMkLst>
        </pc:picChg>
      </pc:sldChg>
      <pc:sldChg chg="addSp delSp modSp new mod delAnim modAnim">
        <pc:chgData name="Jake Duddy" userId="7a8a0c806e99fd3e" providerId="LiveId" clId="{CCFF1EDE-63BB-4842-AC66-0597FB2EFDF5}" dt="2026-01-23T21:22:15.524" v="2422" actId="20577"/>
        <pc:sldMkLst>
          <pc:docMk/>
          <pc:sldMk cId="4247129480" sldId="279"/>
        </pc:sldMkLst>
        <pc:spChg chg="mod">
          <ac:chgData name="Jake Duddy" userId="7a8a0c806e99fd3e" providerId="LiveId" clId="{CCFF1EDE-63BB-4842-AC66-0597FB2EFDF5}" dt="2026-01-23T21:22:15.524" v="2422" actId="20577"/>
          <ac:spMkLst>
            <pc:docMk/>
            <pc:sldMk cId="4247129480" sldId="279"/>
            <ac:spMk id="2" creationId="{2E9CBFC2-2710-95A5-61A7-F9A0C230DB14}"/>
          </ac:spMkLst>
        </pc:spChg>
        <pc:spChg chg="add mod">
          <ac:chgData name="Jake Duddy" userId="7a8a0c806e99fd3e" providerId="LiveId" clId="{CCFF1EDE-63BB-4842-AC66-0597FB2EFDF5}" dt="2026-01-21T23:43:01.509" v="993" actId="1076"/>
          <ac:spMkLst>
            <pc:docMk/>
            <pc:sldMk cId="4247129480" sldId="279"/>
            <ac:spMk id="5" creationId="{76033969-16B9-85B3-753B-2B21E14B9092}"/>
          </ac:spMkLst>
        </pc:spChg>
        <pc:spChg chg="add mod">
          <ac:chgData name="Jake Duddy" userId="7a8a0c806e99fd3e" providerId="LiveId" clId="{CCFF1EDE-63BB-4842-AC66-0597FB2EFDF5}" dt="2026-01-21T23:46:32.716" v="1132" actId="207"/>
          <ac:spMkLst>
            <pc:docMk/>
            <pc:sldMk cId="4247129480" sldId="279"/>
            <ac:spMk id="6" creationId="{4E3F5567-D8D3-A4B9-A10A-1951DEB7CCDA}"/>
          </ac:spMkLst>
        </pc:spChg>
        <pc:spChg chg="add mod">
          <ac:chgData name="Jake Duddy" userId="7a8a0c806e99fd3e" providerId="LiveId" clId="{CCFF1EDE-63BB-4842-AC66-0597FB2EFDF5}" dt="2026-01-21T23:46:32.716" v="1132" actId="207"/>
          <ac:spMkLst>
            <pc:docMk/>
            <pc:sldMk cId="4247129480" sldId="279"/>
            <ac:spMk id="7" creationId="{9306B6EC-291F-44D9-2911-A1656E79B122}"/>
          </ac:spMkLst>
        </pc:spChg>
        <pc:spChg chg="add mod">
          <ac:chgData name="Jake Duddy" userId="7a8a0c806e99fd3e" providerId="LiveId" clId="{CCFF1EDE-63BB-4842-AC66-0597FB2EFDF5}" dt="2026-01-21T23:46:32.716" v="1132" actId="207"/>
          <ac:spMkLst>
            <pc:docMk/>
            <pc:sldMk cId="4247129480" sldId="279"/>
            <ac:spMk id="8" creationId="{8FB571AB-026C-F4F1-4A9A-514CDF30F531}"/>
          </ac:spMkLst>
        </pc:spChg>
        <pc:spChg chg="mod">
          <ac:chgData name="Jake Duddy" userId="7a8a0c806e99fd3e" providerId="LiveId" clId="{CCFF1EDE-63BB-4842-AC66-0597FB2EFDF5}" dt="2026-01-21T23:46:32.716" v="1132" actId="207"/>
          <ac:spMkLst>
            <pc:docMk/>
            <pc:sldMk cId="4247129480" sldId="279"/>
            <ac:spMk id="9" creationId="{BFEB2E24-E97E-5768-5931-4745C9C46113}"/>
          </ac:spMkLst>
        </pc:spChg>
        <pc:spChg chg="add mod">
          <ac:chgData name="Jake Duddy" userId="7a8a0c806e99fd3e" providerId="LiveId" clId="{CCFF1EDE-63BB-4842-AC66-0597FB2EFDF5}" dt="2026-01-21T23:46:32.716" v="1132" actId="207"/>
          <ac:spMkLst>
            <pc:docMk/>
            <pc:sldMk cId="4247129480" sldId="279"/>
            <ac:spMk id="10" creationId="{325AE896-59AE-31C0-3A1C-E01BE153120A}"/>
          </ac:spMkLst>
        </pc:spChg>
        <pc:spChg chg="add mod">
          <ac:chgData name="Jake Duddy" userId="7a8a0c806e99fd3e" providerId="LiveId" clId="{CCFF1EDE-63BB-4842-AC66-0597FB2EFDF5}" dt="2026-01-21T23:46:32.716" v="1132" actId="207"/>
          <ac:spMkLst>
            <pc:docMk/>
            <pc:sldMk cId="4247129480" sldId="279"/>
            <ac:spMk id="11" creationId="{B6421713-FCAD-F137-56FA-ACD117C73D7A}"/>
          </ac:spMkLst>
        </pc:spChg>
        <pc:spChg chg="add mod">
          <ac:chgData name="Jake Duddy" userId="7a8a0c806e99fd3e" providerId="LiveId" clId="{CCFF1EDE-63BB-4842-AC66-0597FB2EFDF5}" dt="2026-01-21T23:46:32.716" v="1132" actId="207"/>
          <ac:spMkLst>
            <pc:docMk/>
            <pc:sldMk cId="4247129480" sldId="279"/>
            <ac:spMk id="12" creationId="{090F8829-705C-BC1E-7EEA-CDF299C27B9C}"/>
          </ac:spMkLst>
        </pc:spChg>
        <pc:spChg chg="add mod">
          <ac:chgData name="Jake Duddy" userId="7a8a0c806e99fd3e" providerId="LiveId" clId="{CCFF1EDE-63BB-4842-AC66-0597FB2EFDF5}" dt="2026-01-21T23:41:42.899" v="956"/>
          <ac:spMkLst>
            <pc:docMk/>
            <pc:sldMk cId="4247129480" sldId="279"/>
            <ac:spMk id="13" creationId="{BDCD8028-FCAB-22F6-89D7-A21F5547003F}"/>
          </ac:spMkLst>
        </pc:spChg>
        <pc:spChg chg="mod">
          <ac:chgData name="Jake Duddy" userId="7a8a0c806e99fd3e" providerId="LiveId" clId="{CCFF1EDE-63BB-4842-AC66-0597FB2EFDF5}" dt="2026-01-21T23:46:32.716" v="1132" actId="207"/>
          <ac:spMkLst>
            <pc:docMk/>
            <pc:sldMk cId="4247129480" sldId="279"/>
            <ac:spMk id="14" creationId="{92255F10-8237-4EED-0D52-4B6D8247BD27}"/>
          </ac:spMkLst>
        </pc:spChg>
        <pc:spChg chg="mod">
          <ac:chgData name="Jake Duddy" userId="7a8a0c806e99fd3e" providerId="LiveId" clId="{CCFF1EDE-63BB-4842-AC66-0597FB2EFDF5}" dt="2026-01-21T23:46:32.716" v="1132" actId="207"/>
          <ac:spMkLst>
            <pc:docMk/>
            <pc:sldMk cId="4247129480" sldId="279"/>
            <ac:spMk id="15" creationId="{EDF28825-27C1-9E0E-B73E-280A8138283B}"/>
          </ac:spMkLst>
        </pc:spChg>
        <pc:spChg chg="add mod">
          <ac:chgData name="Jake Duddy" userId="7a8a0c806e99fd3e" providerId="LiveId" clId="{CCFF1EDE-63BB-4842-AC66-0597FB2EFDF5}" dt="2026-01-21T23:46:32.716" v="1132" actId="207"/>
          <ac:spMkLst>
            <pc:docMk/>
            <pc:sldMk cId="4247129480" sldId="279"/>
            <ac:spMk id="25" creationId="{655B9817-93BD-A2B4-0BB8-339630E14BB2}"/>
          </ac:spMkLst>
        </pc:spChg>
        <pc:spChg chg="mod">
          <ac:chgData name="Jake Duddy" userId="7a8a0c806e99fd3e" providerId="LiveId" clId="{CCFF1EDE-63BB-4842-AC66-0597FB2EFDF5}" dt="2026-01-21T23:42:54.778" v="989" actId="1035"/>
          <ac:spMkLst>
            <pc:docMk/>
            <pc:sldMk cId="4247129480" sldId="279"/>
            <ac:spMk id="33" creationId="{D7B74672-419F-AF07-C9EA-87F907B632F3}"/>
          </ac:spMkLst>
        </pc:spChg>
        <pc:spChg chg="add mod">
          <ac:chgData name="Jake Duddy" userId="7a8a0c806e99fd3e" providerId="LiveId" clId="{CCFF1EDE-63BB-4842-AC66-0597FB2EFDF5}" dt="2026-01-21T23:45:13.106" v="1107" actId="14100"/>
          <ac:spMkLst>
            <pc:docMk/>
            <pc:sldMk cId="4247129480" sldId="279"/>
            <ac:spMk id="52" creationId="{A20D6103-D92B-C86C-422B-F40C98A47DAB}"/>
          </ac:spMkLst>
        </pc:spChg>
        <pc:spChg chg="add mod">
          <ac:chgData name="Jake Duddy" userId="7a8a0c806e99fd3e" providerId="LiveId" clId="{CCFF1EDE-63BB-4842-AC66-0597FB2EFDF5}" dt="2026-01-21T23:44:28.354" v="1103" actId="20577"/>
          <ac:spMkLst>
            <pc:docMk/>
            <pc:sldMk cId="4247129480" sldId="279"/>
            <ac:spMk id="53" creationId="{2E28B144-4618-D20C-C6B1-31A86B5B5119}"/>
          </ac:spMkLst>
        </pc:spChg>
      </pc:sldChg>
      <pc:sldChg chg="addSp delSp modSp new mod modAnim">
        <pc:chgData name="Jake Duddy" userId="7a8a0c806e99fd3e" providerId="LiveId" clId="{CCFF1EDE-63BB-4842-AC66-0597FB2EFDF5}" dt="2026-01-21T23:48:09.940" v="1159" actId="1076"/>
        <pc:sldMkLst>
          <pc:docMk/>
          <pc:sldMk cId="1137729945" sldId="280"/>
        </pc:sldMkLst>
        <pc:spChg chg="mod">
          <ac:chgData name="Jake Duddy" userId="7a8a0c806e99fd3e" providerId="LiveId" clId="{CCFF1EDE-63BB-4842-AC66-0597FB2EFDF5}" dt="2026-01-21T23:47:38.393" v="1150" actId="20577"/>
          <ac:spMkLst>
            <pc:docMk/>
            <pc:sldMk cId="1137729945" sldId="280"/>
            <ac:spMk id="2" creationId="{4D858AFD-0FBF-83EA-D8FA-5593E2B9B8B1}"/>
          </ac:spMkLst>
        </pc:spChg>
        <pc:spChg chg="mod">
          <ac:chgData name="Jake Duddy" userId="7a8a0c806e99fd3e" providerId="LiveId" clId="{CCFF1EDE-63BB-4842-AC66-0597FB2EFDF5}" dt="2026-01-21T23:47:49.621" v="1156" actId="15"/>
          <ac:spMkLst>
            <pc:docMk/>
            <pc:sldMk cId="1137729945" sldId="280"/>
            <ac:spMk id="3" creationId="{7F53ABED-846D-3B14-8F52-B983E8D83D90}"/>
          </ac:spMkLst>
        </pc:spChg>
        <pc:picChg chg="add mod">
          <ac:chgData name="Jake Duddy" userId="7a8a0c806e99fd3e" providerId="LiveId" clId="{CCFF1EDE-63BB-4842-AC66-0597FB2EFDF5}" dt="2026-01-21T23:48:09.940" v="1159" actId="1076"/>
          <ac:picMkLst>
            <pc:docMk/>
            <pc:sldMk cId="1137729945" sldId="280"/>
            <ac:picMk id="5" creationId="{9C7B0E1E-F7A9-1B33-2005-EEC99C2D6794}"/>
          </ac:picMkLst>
        </pc:picChg>
        <pc:picChg chg="add mod">
          <ac:chgData name="Jake Duddy" userId="7a8a0c806e99fd3e" providerId="LiveId" clId="{CCFF1EDE-63BB-4842-AC66-0597FB2EFDF5}" dt="2026-01-21T23:48:09.940" v="1159" actId="1076"/>
          <ac:picMkLst>
            <pc:docMk/>
            <pc:sldMk cId="1137729945" sldId="280"/>
            <ac:picMk id="6" creationId="{38A65062-9FE1-A384-34A0-24BAB8CA8A70}"/>
          </ac:picMkLst>
        </pc:picChg>
        <pc:picChg chg="add mod">
          <ac:chgData name="Jake Duddy" userId="7a8a0c806e99fd3e" providerId="LiveId" clId="{CCFF1EDE-63BB-4842-AC66-0597FB2EFDF5}" dt="2026-01-21T23:48:09.940" v="1159" actId="1076"/>
          <ac:picMkLst>
            <pc:docMk/>
            <pc:sldMk cId="1137729945" sldId="280"/>
            <ac:picMk id="7" creationId="{B03EB87A-8C36-0857-33C1-B6B7F7F89584}"/>
          </ac:picMkLst>
        </pc:picChg>
        <pc:picChg chg="add mod">
          <ac:chgData name="Jake Duddy" userId="7a8a0c806e99fd3e" providerId="LiveId" clId="{CCFF1EDE-63BB-4842-AC66-0597FB2EFDF5}" dt="2026-01-21T23:48:09.940" v="1159" actId="1076"/>
          <ac:picMkLst>
            <pc:docMk/>
            <pc:sldMk cId="1137729945" sldId="280"/>
            <ac:picMk id="8" creationId="{26056FCA-069F-12B0-5A7B-B3EB89F1E8BC}"/>
          </ac:picMkLst>
        </pc:picChg>
        <pc:picChg chg="add mod">
          <ac:chgData name="Jake Duddy" userId="7a8a0c806e99fd3e" providerId="LiveId" clId="{CCFF1EDE-63BB-4842-AC66-0597FB2EFDF5}" dt="2026-01-21T23:48:09.940" v="1159" actId="1076"/>
          <ac:picMkLst>
            <pc:docMk/>
            <pc:sldMk cId="1137729945" sldId="280"/>
            <ac:picMk id="9" creationId="{29EA08EF-555B-366B-3920-CC7CBAEAB14A}"/>
          </ac:picMkLst>
        </pc:picChg>
      </pc:sldChg>
      <pc:sldChg chg="modSp new mod">
        <pc:chgData name="Jake Duddy" userId="7a8a0c806e99fd3e" providerId="LiveId" clId="{CCFF1EDE-63BB-4842-AC66-0597FB2EFDF5}" dt="2026-01-21T23:49:29.707" v="1195" actId="20577"/>
        <pc:sldMkLst>
          <pc:docMk/>
          <pc:sldMk cId="1552051943" sldId="281"/>
        </pc:sldMkLst>
        <pc:spChg chg="mod">
          <ac:chgData name="Jake Duddy" userId="7a8a0c806e99fd3e" providerId="LiveId" clId="{CCFF1EDE-63BB-4842-AC66-0597FB2EFDF5}" dt="2026-01-21T23:49:29.707" v="1195" actId="20577"/>
          <ac:spMkLst>
            <pc:docMk/>
            <pc:sldMk cId="1552051943" sldId="281"/>
            <ac:spMk id="2" creationId="{82C9D72E-6A13-78FB-7ABA-3230EE804648}"/>
          </ac:spMkLst>
        </pc:spChg>
      </pc:sldChg>
      <pc:sldChg chg="modSp new mod">
        <pc:chgData name="Jake Duddy" userId="7a8a0c806e99fd3e" providerId="LiveId" clId="{CCFF1EDE-63BB-4842-AC66-0597FB2EFDF5}" dt="2026-01-21T23:49:59.424" v="1200" actId="20577"/>
        <pc:sldMkLst>
          <pc:docMk/>
          <pc:sldMk cId="3596006" sldId="282"/>
        </pc:sldMkLst>
        <pc:spChg chg="mod">
          <ac:chgData name="Jake Duddy" userId="7a8a0c806e99fd3e" providerId="LiveId" clId="{CCFF1EDE-63BB-4842-AC66-0597FB2EFDF5}" dt="2026-01-21T23:49:59.424" v="1200" actId="20577"/>
          <ac:spMkLst>
            <pc:docMk/>
            <pc:sldMk cId="3596006" sldId="282"/>
            <ac:spMk id="2" creationId="{FA04FF22-8C46-3133-95CA-7C6CB4F1C324}"/>
          </ac:spMkLst>
        </pc:spChg>
      </pc:sldChg>
      <pc:sldChg chg="modSp new mod">
        <pc:chgData name="Jake Duddy" userId="7a8a0c806e99fd3e" providerId="LiveId" clId="{CCFF1EDE-63BB-4842-AC66-0597FB2EFDF5}" dt="2026-01-23T22:44:03.601" v="2485" actId="20577"/>
        <pc:sldMkLst>
          <pc:docMk/>
          <pc:sldMk cId="2859041792" sldId="283"/>
        </pc:sldMkLst>
        <pc:spChg chg="mod">
          <ac:chgData name="Jake Duddy" userId="7a8a0c806e99fd3e" providerId="LiveId" clId="{CCFF1EDE-63BB-4842-AC66-0597FB2EFDF5}" dt="2026-01-21T23:50:33.660" v="1205"/>
          <ac:spMkLst>
            <pc:docMk/>
            <pc:sldMk cId="2859041792" sldId="283"/>
            <ac:spMk id="2" creationId="{B179DAAB-84C1-8E0B-18F1-13D032B19323}"/>
          </ac:spMkLst>
        </pc:spChg>
        <pc:spChg chg="mod">
          <ac:chgData name="Jake Duddy" userId="7a8a0c806e99fd3e" providerId="LiveId" clId="{CCFF1EDE-63BB-4842-AC66-0597FB2EFDF5}" dt="2026-01-23T22:44:03.601" v="2485" actId="20577"/>
          <ac:spMkLst>
            <pc:docMk/>
            <pc:sldMk cId="2859041792" sldId="283"/>
            <ac:spMk id="3" creationId="{04E19E4F-2DCA-0EBB-1D65-A2A9A33B5508}"/>
          </ac:spMkLst>
        </pc:spChg>
      </pc:sldChg>
      <pc:sldChg chg="modSp add mod">
        <pc:chgData name="Jake Duddy" userId="7a8a0c806e99fd3e" providerId="LiveId" clId="{CCFF1EDE-63BB-4842-AC66-0597FB2EFDF5}" dt="2026-01-22T09:36:25.952" v="1399" actId="20577"/>
        <pc:sldMkLst>
          <pc:docMk/>
          <pc:sldMk cId="1345846897" sldId="284"/>
        </pc:sldMkLst>
        <pc:spChg chg="mod">
          <ac:chgData name="Jake Duddy" userId="7a8a0c806e99fd3e" providerId="LiveId" clId="{CCFF1EDE-63BB-4842-AC66-0597FB2EFDF5}" dt="2026-01-22T09:36:25.952" v="1399" actId="20577"/>
          <ac:spMkLst>
            <pc:docMk/>
            <pc:sldMk cId="1345846897" sldId="284"/>
            <ac:spMk id="2" creationId="{45C4FDD8-CA2A-D86A-C1E9-B8A70D64ACA3}"/>
          </ac:spMkLst>
        </pc:spChg>
        <pc:spChg chg="mod">
          <ac:chgData name="Jake Duddy" userId="7a8a0c806e99fd3e" providerId="LiveId" clId="{CCFF1EDE-63BB-4842-AC66-0597FB2EFDF5}" dt="2026-01-22T09:35:50.786" v="1395" actId="20577"/>
          <ac:spMkLst>
            <pc:docMk/>
            <pc:sldMk cId="1345846897" sldId="284"/>
            <ac:spMk id="3" creationId="{C12D387E-3EA4-2055-A905-A8CD69B99478}"/>
          </ac:spMkLst>
        </pc:spChg>
      </pc:sldChg>
      <pc:sldChg chg="modSp add mod">
        <pc:chgData name="Jake Duddy" userId="7a8a0c806e99fd3e" providerId="LiveId" clId="{CCFF1EDE-63BB-4842-AC66-0597FB2EFDF5}" dt="2026-01-22T23:25:31.696" v="2319" actId="6549"/>
        <pc:sldMkLst>
          <pc:docMk/>
          <pc:sldMk cId="2538130820" sldId="285"/>
        </pc:sldMkLst>
        <pc:spChg chg="mod">
          <ac:chgData name="Jake Duddy" userId="7a8a0c806e99fd3e" providerId="LiveId" clId="{CCFF1EDE-63BB-4842-AC66-0597FB2EFDF5}" dt="2026-01-22T09:36:51.748" v="1401" actId="20577"/>
          <ac:spMkLst>
            <pc:docMk/>
            <pc:sldMk cId="2538130820" sldId="285"/>
            <ac:spMk id="2" creationId="{26F36312-D59F-3A36-7A72-4CDEA09454D1}"/>
          </ac:spMkLst>
        </pc:spChg>
        <pc:spChg chg="mod">
          <ac:chgData name="Jake Duddy" userId="7a8a0c806e99fd3e" providerId="LiveId" clId="{CCFF1EDE-63BB-4842-AC66-0597FB2EFDF5}" dt="2026-01-22T23:25:31.696" v="2319" actId="6549"/>
          <ac:spMkLst>
            <pc:docMk/>
            <pc:sldMk cId="2538130820" sldId="285"/>
            <ac:spMk id="3" creationId="{7D3F1249-6766-A86C-AD54-B7F134442D41}"/>
          </ac:spMkLst>
        </pc:spChg>
      </pc:sldChg>
      <pc:sldChg chg="addSp modSp add mod">
        <pc:chgData name="Jake Duddy" userId="7a8a0c806e99fd3e" providerId="LiveId" clId="{CCFF1EDE-63BB-4842-AC66-0597FB2EFDF5}" dt="2026-01-22T10:08:15.089" v="1710" actId="1076"/>
        <pc:sldMkLst>
          <pc:docMk/>
          <pc:sldMk cId="3585822268" sldId="286"/>
        </pc:sldMkLst>
        <pc:spChg chg="mod">
          <ac:chgData name="Jake Duddy" userId="7a8a0c806e99fd3e" providerId="LiveId" clId="{CCFF1EDE-63BB-4842-AC66-0597FB2EFDF5}" dt="2026-01-22T09:54:59.564" v="1589" actId="20577"/>
          <ac:spMkLst>
            <pc:docMk/>
            <pc:sldMk cId="3585822268" sldId="286"/>
            <ac:spMk id="2" creationId="{7EFD7E0C-F5DC-18EB-A8C9-C707A30F7640}"/>
          </ac:spMkLst>
        </pc:spChg>
        <pc:spChg chg="mod">
          <ac:chgData name="Jake Duddy" userId="7a8a0c806e99fd3e" providerId="LiveId" clId="{CCFF1EDE-63BB-4842-AC66-0597FB2EFDF5}" dt="2026-01-22T09:58:01.707" v="1681" actId="20577"/>
          <ac:spMkLst>
            <pc:docMk/>
            <pc:sldMk cId="3585822268" sldId="286"/>
            <ac:spMk id="3" creationId="{D63E870E-93DE-52C5-F841-69C9202D4B95}"/>
          </ac:spMkLst>
        </pc:spChg>
        <pc:spChg chg="add mod">
          <ac:chgData name="Jake Duddy" userId="7a8a0c806e99fd3e" providerId="LiveId" clId="{CCFF1EDE-63BB-4842-AC66-0597FB2EFDF5}" dt="2026-01-22T10:05:39.846" v="1691" actId="14100"/>
          <ac:spMkLst>
            <pc:docMk/>
            <pc:sldMk cId="3585822268" sldId="286"/>
            <ac:spMk id="5" creationId="{DE41F0D9-FA7F-99F3-D05D-B167A2DB7B4B}"/>
          </ac:spMkLst>
        </pc:spChg>
        <pc:spChg chg="add mod">
          <ac:chgData name="Jake Duddy" userId="7a8a0c806e99fd3e" providerId="LiveId" clId="{CCFF1EDE-63BB-4842-AC66-0597FB2EFDF5}" dt="2026-01-22T10:05:43.482" v="1693" actId="1076"/>
          <ac:spMkLst>
            <pc:docMk/>
            <pc:sldMk cId="3585822268" sldId="286"/>
            <ac:spMk id="6" creationId="{FCD0012D-E6DA-DA61-55C0-B2D7EFC2DE50}"/>
          </ac:spMkLst>
        </pc:spChg>
        <pc:spChg chg="add mod">
          <ac:chgData name="Jake Duddy" userId="7a8a0c806e99fd3e" providerId="LiveId" clId="{CCFF1EDE-63BB-4842-AC66-0597FB2EFDF5}" dt="2026-01-22T10:05:48.125" v="1695" actId="1076"/>
          <ac:spMkLst>
            <pc:docMk/>
            <pc:sldMk cId="3585822268" sldId="286"/>
            <ac:spMk id="7" creationId="{DFC5BFF7-1002-5C70-0565-6D0C80F42EC5}"/>
          </ac:spMkLst>
        </pc:spChg>
        <pc:spChg chg="add mod">
          <ac:chgData name="Jake Duddy" userId="7a8a0c806e99fd3e" providerId="LiveId" clId="{CCFF1EDE-63BB-4842-AC66-0597FB2EFDF5}" dt="2026-01-22T10:05:58.733" v="1701" actId="14100"/>
          <ac:spMkLst>
            <pc:docMk/>
            <pc:sldMk cId="3585822268" sldId="286"/>
            <ac:spMk id="8" creationId="{A7922357-896C-617A-A0E5-CA9B30D76663}"/>
          </ac:spMkLst>
        </pc:spChg>
        <pc:spChg chg="add mod">
          <ac:chgData name="Jake Duddy" userId="7a8a0c806e99fd3e" providerId="LiveId" clId="{CCFF1EDE-63BB-4842-AC66-0597FB2EFDF5}" dt="2026-01-22T10:06:05.112" v="1704" actId="1076"/>
          <ac:spMkLst>
            <pc:docMk/>
            <pc:sldMk cId="3585822268" sldId="286"/>
            <ac:spMk id="9" creationId="{57CAC3AB-3722-96F1-8907-75FAFEDF569D}"/>
          </ac:spMkLst>
        </pc:spChg>
        <pc:spChg chg="add mod">
          <ac:chgData name="Jake Duddy" userId="7a8a0c806e99fd3e" providerId="LiveId" clId="{CCFF1EDE-63BB-4842-AC66-0597FB2EFDF5}" dt="2026-01-22T10:06:01.236" v="1703" actId="1076"/>
          <ac:spMkLst>
            <pc:docMk/>
            <pc:sldMk cId="3585822268" sldId="286"/>
            <ac:spMk id="10" creationId="{DFEB158D-5BD8-092F-ACCA-08358DCD5EED}"/>
          </ac:spMkLst>
        </pc:spChg>
        <pc:spChg chg="add mod">
          <ac:chgData name="Jake Duddy" userId="7a8a0c806e99fd3e" providerId="LiveId" clId="{CCFF1EDE-63BB-4842-AC66-0597FB2EFDF5}" dt="2026-01-22T10:08:08.833" v="1706" actId="1076"/>
          <ac:spMkLst>
            <pc:docMk/>
            <pc:sldMk cId="3585822268" sldId="286"/>
            <ac:spMk id="11" creationId="{124925A7-E697-BC66-006E-E26A8EBAEA8C}"/>
          </ac:spMkLst>
        </pc:spChg>
        <pc:spChg chg="add mod">
          <ac:chgData name="Jake Duddy" userId="7a8a0c806e99fd3e" providerId="LiveId" clId="{CCFF1EDE-63BB-4842-AC66-0597FB2EFDF5}" dt="2026-01-22T10:08:11.384" v="1708" actId="1076"/>
          <ac:spMkLst>
            <pc:docMk/>
            <pc:sldMk cId="3585822268" sldId="286"/>
            <ac:spMk id="12" creationId="{F06DD910-D774-D7EC-D8A9-6D2625212BDC}"/>
          </ac:spMkLst>
        </pc:spChg>
        <pc:spChg chg="add mod">
          <ac:chgData name="Jake Duddy" userId="7a8a0c806e99fd3e" providerId="LiveId" clId="{CCFF1EDE-63BB-4842-AC66-0597FB2EFDF5}" dt="2026-01-22T10:08:15.089" v="1710" actId="1076"/>
          <ac:spMkLst>
            <pc:docMk/>
            <pc:sldMk cId="3585822268" sldId="286"/>
            <ac:spMk id="13" creationId="{B26C78C0-BC63-7D38-FC7D-27E1ED324FFE}"/>
          </ac:spMkLst>
        </pc:spChg>
        <pc:picChg chg="add mod modCrop">
          <ac:chgData name="Jake Duddy" userId="7a8a0c806e99fd3e" providerId="LiveId" clId="{CCFF1EDE-63BB-4842-AC66-0597FB2EFDF5}" dt="2026-01-22T10:00:50.155" v="1685" actId="1076"/>
          <ac:picMkLst>
            <pc:docMk/>
            <pc:sldMk cId="3585822268" sldId="286"/>
            <ac:picMk id="4" creationId="{DF303F8C-D848-531C-883D-517386E8F7B8}"/>
          </ac:picMkLst>
        </pc:picChg>
      </pc:sldChg>
      <pc:sldChg chg="add">
        <pc:chgData name="Jake Duddy" userId="7a8a0c806e99fd3e" providerId="LiveId" clId="{CCFF1EDE-63BB-4842-AC66-0597FB2EFDF5}" dt="2026-01-22T10:12:15.261" v="1711"/>
        <pc:sldMkLst>
          <pc:docMk/>
          <pc:sldMk cId="160014923" sldId="287"/>
        </pc:sldMkLst>
      </pc:sldChg>
      <pc:sldChg chg="modSp add mod">
        <pc:chgData name="Jake Duddy" userId="7a8a0c806e99fd3e" providerId="LiveId" clId="{CCFF1EDE-63BB-4842-AC66-0597FB2EFDF5}" dt="2026-01-22T10:12:36.573" v="1714" actId="20577"/>
        <pc:sldMkLst>
          <pc:docMk/>
          <pc:sldMk cId="449332169" sldId="288"/>
        </pc:sldMkLst>
        <pc:spChg chg="mod">
          <ac:chgData name="Jake Duddy" userId="7a8a0c806e99fd3e" providerId="LiveId" clId="{CCFF1EDE-63BB-4842-AC66-0597FB2EFDF5}" dt="2026-01-22T10:12:36.573" v="1714" actId="20577"/>
          <ac:spMkLst>
            <pc:docMk/>
            <pc:sldMk cId="449332169" sldId="288"/>
            <ac:spMk id="2" creationId="{CDCEC424-DCD2-C6FF-B7E5-7827D072AE40}"/>
          </ac:spMkLst>
        </pc:spChg>
      </pc:sldChg>
      <pc:sldChg chg="addSp modSp new mod">
        <pc:chgData name="Jake Duddy" userId="7a8a0c806e99fd3e" providerId="LiveId" clId="{CCFF1EDE-63BB-4842-AC66-0597FB2EFDF5}" dt="2026-01-22T10:13:08.987" v="1720"/>
        <pc:sldMkLst>
          <pc:docMk/>
          <pc:sldMk cId="379890275" sldId="289"/>
        </pc:sldMkLst>
        <pc:spChg chg="mod">
          <ac:chgData name="Jake Duddy" userId="7a8a0c806e99fd3e" providerId="LiveId" clId="{CCFF1EDE-63BB-4842-AC66-0597FB2EFDF5}" dt="2026-01-22T10:12:58.125" v="1717"/>
          <ac:spMkLst>
            <pc:docMk/>
            <pc:sldMk cId="379890275" sldId="289"/>
            <ac:spMk id="2" creationId="{282544D4-1B66-EF3B-9D4E-49B28C27CCA5}"/>
          </ac:spMkLst>
        </pc:spChg>
        <pc:spChg chg="mod">
          <ac:chgData name="Jake Duddy" userId="7a8a0c806e99fd3e" providerId="LiveId" clId="{CCFF1EDE-63BB-4842-AC66-0597FB2EFDF5}" dt="2026-01-22T10:13:05.552" v="1719" actId="14100"/>
          <ac:spMkLst>
            <pc:docMk/>
            <pc:sldMk cId="379890275" sldId="289"/>
            <ac:spMk id="3" creationId="{A5A1A94E-88BD-D76B-5541-4BCD37EFA4F8}"/>
          </ac:spMkLst>
        </pc:spChg>
        <pc:picChg chg="add mod">
          <ac:chgData name="Jake Duddy" userId="7a8a0c806e99fd3e" providerId="LiveId" clId="{CCFF1EDE-63BB-4842-AC66-0597FB2EFDF5}" dt="2026-01-22T10:13:08.987" v="1720"/>
          <ac:picMkLst>
            <pc:docMk/>
            <pc:sldMk cId="379890275" sldId="289"/>
            <ac:picMk id="4" creationId="{7A18AAAB-0E1A-021E-0BED-F6F03A3F5520}"/>
          </ac:picMkLst>
        </pc:picChg>
      </pc:sldChg>
      <pc:sldChg chg="addSp delSp modSp add mod">
        <pc:chgData name="Jake Duddy" userId="7a8a0c806e99fd3e" providerId="LiveId" clId="{CCFF1EDE-63BB-4842-AC66-0597FB2EFDF5}" dt="2026-01-22T10:14:36.644" v="1732" actId="14100"/>
        <pc:sldMkLst>
          <pc:docMk/>
          <pc:sldMk cId="2769000906" sldId="290"/>
        </pc:sldMkLst>
        <pc:spChg chg="del mod">
          <ac:chgData name="Jake Duddy" userId="7a8a0c806e99fd3e" providerId="LiveId" clId="{CCFF1EDE-63BB-4842-AC66-0597FB2EFDF5}" dt="2026-01-22T10:14:09.152" v="1723" actId="478"/>
          <ac:spMkLst>
            <pc:docMk/>
            <pc:sldMk cId="2769000906" sldId="290"/>
            <ac:spMk id="2" creationId="{B833A41E-ACE4-7465-41D3-DD8AC5862E90}"/>
          </ac:spMkLst>
        </pc:spChg>
        <pc:spChg chg="del">
          <ac:chgData name="Jake Duddy" userId="7a8a0c806e99fd3e" providerId="LiveId" clId="{CCFF1EDE-63BB-4842-AC66-0597FB2EFDF5}" dt="2026-01-22T10:14:28.172" v="1729" actId="478"/>
          <ac:spMkLst>
            <pc:docMk/>
            <pc:sldMk cId="2769000906" sldId="290"/>
            <ac:spMk id="3" creationId="{5D847C90-77FE-5F1E-0C8E-CE54E0D95909}"/>
          </ac:spMkLst>
        </pc:spChg>
        <pc:spChg chg="add mod">
          <ac:chgData name="Jake Duddy" userId="7a8a0c806e99fd3e" providerId="LiveId" clId="{CCFF1EDE-63BB-4842-AC66-0597FB2EFDF5}" dt="2026-01-22T10:14:23.688" v="1728"/>
          <ac:spMkLst>
            <pc:docMk/>
            <pc:sldMk cId="2769000906" sldId="290"/>
            <ac:spMk id="5" creationId="{066460DC-AF11-344F-F19C-A44DB5FF471D}"/>
          </ac:spMkLst>
        </pc:spChg>
        <pc:spChg chg="add del mod">
          <ac:chgData name="Jake Duddy" userId="7a8a0c806e99fd3e" providerId="LiveId" clId="{CCFF1EDE-63BB-4842-AC66-0597FB2EFDF5}" dt="2026-01-22T10:14:31.110" v="1730" actId="478"/>
          <ac:spMkLst>
            <pc:docMk/>
            <pc:sldMk cId="2769000906" sldId="290"/>
            <ac:spMk id="8" creationId="{24ED272C-90CB-A34D-6D15-901CBF8333D2}"/>
          </ac:spMkLst>
        </pc:spChg>
        <pc:picChg chg="del">
          <ac:chgData name="Jake Duddy" userId="7a8a0c806e99fd3e" providerId="LiveId" clId="{CCFF1EDE-63BB-4842-AC66-0597FB2EFDF5}" dt="2026-01-22T10:14:09.152" v="1723" actId="478"/>
          <ac:picMkLst>
            <pc:docMk/>
            <pc:sldMk cId="2769000906" sldId="290"/>
            <ac:picMk id="4" creationId="{06E1F3C2-9EEB-E3EF-FF51-357404A49BF6}"/>
          </ac:picMkLst>
        </pc:picChg>
        <pc:picChg chg="add mod">
          <ac:chgData name="Jake Duddy" userId="7a8a0c806e99fd3e" providerId="LiveId" clId="{CCFF1EDE-63BB-4842-AC66-0597FB2EFDF5}" dt="2026-01-22T10:14:36.644" v="1732" actId="14100"/>
          <ac:picMkLst>
            <pc:docMk/>
            <pc:sldMk cId="2769000906" sldId="290"/>
            <ac:picMk id="6" creationId="{68F8E0CE-1BBE-156E-1766-AA0303258547}"/>
          </ac:picMkLst>
        </pc:picChg>
      </pc:sldChg>
      <pc:sldChg chg="addSp modSp new mod">
        <pc:chgData name="Jake Duddy" userId="7a8a0c806e99fd3e" providerId="LiveId" clId="{CCFF1EDE-63BB-4842-AC66-0597FB2EFDF5}" dt="2026-01-22T10:15:15.581" v="1740" actId="1076"/>
        <pc:sldMkLst>
          <pc:docMk/>
          <pc:sldMk cId="1385284003" sldId="291"/>
        </pc:sldMkLst>
        <pc:spChg chg="mod">
          <ac:chgData name="Jake Duddy" userId="7a8a0c806e99fd3e" providerId="LiveId" clId="{CCFF1EDE-63BB-4842-AC66-0597FB2EFDF5}" dt="2026-01-22T10:14:58.388" v="1735"/>
          <ac:spMkLst>
            <pc:docMk/>
            <pc:sldMk cId="1385284003" sldId="291"/>
            <ac:spMk id="2" creationId="{27E841F0-55CB-55F1-C985-9C5F0245088A}"/>
          </ac:spMkLst>
        </pc:spChg>
        <pc:spChg chg="mod">
          <ac:chgData name="Jake Duddy" userId="7a8a0c806e99fd3e" providerId="LiveId" clId="{CCFF1EDE-63BB-4842-AC66-0597FB2EFDF5}" dt="2026-01-22T10:15:06.423" v="1737" actId="14100"/>
          <ac:spMkLst>
            <pc:docMk/>
            <pc:sldMk cId="1385284003" sldId="291"/>
            <ac:spMk id="3" creationId="{C42EC688-E70D-3323-4F73-38BE7795CF19}"/>
          </ac:spMkLst>
        </pc:spChg>
        <pc:picChg chg="add mod">
          <ac:chgData name="Jake Duddy" userId="7a8a0c806e99fd3e" providerId="LiveId" clId="{CCFF1EDE-63BB-4842-AC66-0597FB2EFDF5}" dt="2026-01-22T10:15:15.581" v="1740" actId="1076"/>
          <ac:picMkLst>
            <pc:docMk/>
            <pc:sldMk cId="1385284003" sldId="291"/>
            <ac:picMk id="4" creationId="{ABE047F9-73EB-34F8-CE00-B959BBDDDEA5}"/>
          </ac:picMkLst>
        </pc:picChg>
      </pc:sldChg>
      <pc:sldChg chg="add">
        <pc:chgData name="Jake Duddy" userId="7a8a0c806e99fd3e" providerId="LiveId" clId="{CCFF1EDE-63BB-4842-AC66-0597FB2EFDF5}" dt="2026-01-22T10:15:32.043" v="1741"/>
        <pc:sldMkLst>
          <pc:docMk/>
          <pc:sldMk cId="4209209966" sldId="292"/>
        </pc:sldMkLst>
      </pc:sldChg>
      <pc:sldChg chg="modSp add mod">
        <pc:chgData name="Jake Duddy" userId="7a8a0c806e99fd3e" providerId="LiveId" clId="{CCFF1EDE-63BB-4842-AC66-0597FB2EFDF5}" dt="2026-01-23T21:23:15.882" v="2465" actId="20577"/>
        <pc:sldMkLst>
          <pc:docMk/>
          <pc:sldMk cId="3249219329" sldId="293"/>
        </pc:sldMkLst>
        <pc:spChg chg="mod">
          <ac:chgData name="Jake Duddy" userId="7a8a0c806e99fd3e" providerId="LiveId" clId="{CCFF1EDE-63BB-4842-AC66-0597FB2EFDF5}" dt="2026-01-23T21:23:15.882" v="2465" actId="20577"/>
          <ac:spMkLst>
            <pc:docMk/>
            <pc:sldMk cId="3249219329" sldId="293"/>
            <ac:spMk id="2" creationId="{C659B1DF-513E-AAD4-06CA-170B27F7E579}"/>
          </ac:spMkLst>
        </pc:spChg>
      </pc:sldChg>
      <pc:sldChg chg="addSp delSp modSp new del mod">
        <pc:chgData name="Jake Duddy" userId="7a8a0c806e99fd3e" providerId="LiveId" clId="{CCFF1EDE-63BB-4842-AC66-0597FB2EFDF5}" dt="2026-01-22T23:24:12.562" v="2297" actId="2696"/>
        <pc:sldMkLst>
          <pc:docMk/>
          <pc:sldMk cId="4276092776" sldId="293"/>
        </pc:sldMkLst>
        <pc:spChg chg="del">
          <ac:chgData name="Jake Duddy" userId="7a8a0c806e99fd3e" providerId="LiveId" clId="{CCFF1EDE-63BB-4842-AC66-0597FB2EFDF5}" dt="2026-01-22T22:13:39.009" v="2163" actId="478"/>
          <ac:spMkLst>
            <pc:docMk/>
            <pc:sldMk cId="4276092776" sldId="293"/>
            <ac:spMk id="2" creationId="{4F05F49E-62A9-1D53-CDE3-12E6CDF7FD82}"/>
          </ac:spMkLst>
        </pc:spChg>
        <pc:spChg chg="del">
          <ac:chgData name="Jake Duddy" userId="7a8a0c806e99fd3e" providerId="LiveId" clId="{CCFF1EDE-63BB-4842-AC66-0597FB2EFDF5}" dt="2026-01-22T22:13:40.831" v="2164" actId="478"/>
          <ac:spMkLst>
            <pc:docMk/>
            <pc:sldMk cId="4276092776" sldId="293"/>
            <ac:spMk id="3" creationId="{80A0AF35-6431-CF60-6DF8-64C152573890}"/>
          </ac:spMkLst>
        </pc:spChg>
        <pc:spChg chg="add mod ord">
          <ac:chgData name="Jake Duddy" userId="7a8a0c806e99fd3e" providerId="LiveId" clId="{CCFF1EDE-63BB-4842-AC66-0597FB2EFDF5}" dt="2026-01-22T22:23:56.713" v="2296" actId="207"/>
          <ac:spMkLst>
            <pc:docMk/>
            <pc:sldMk cId="4276092776" sldId="293"/>
            <ac:spMk id="6" creationId="{F0D15B75-0DED-2173-DE1E-3169BB5F0A7F}"/>
          </ac:spMkLst>
        </pc:spChg>
        <pc:spChg chg="add del mod">
          <ac:chgData name="Jake Duddy" userId="7a8a0c806e99fd3e" providerId="LiveId" clId="{CCFF1EDE-63BB-4842-AC66-0597FB2EFDF5}" dt="2026-01-22T21:49:20.189" v="1878" actId="478"/>
          <ac:spMkLst>
            <pc:docMk/>
            <pc:sldMk cId="4276092776" sldId="293"/>
            <ac:spMk id="7" creationId="{30867D7F-5324-B818-B9D6-2690301EA13C}"/>
          </ac:spMkLst>
        </pc:spChg>
        <pc:spChg chg="add mod ord">
          <ac:chgData name="Jake Duddy" userId="7a8a0c806e99fd3e" providerId="LiveId" clId="{CCFF1EDE-63BB-4842-AC66-0597FB2EFDF5}" dt="2026-01-22T22:14:54.215" v="2239" actId="207"/>
          <ac:spMkLst>
            <pc:docMk/>
            <pc:sldMk cId="4276092776" sldId="293"/>
            <ac:spMk id="8" creationId="{17755CCA-8981-E25D-BC8D-8DBA29DD6CD6}"/>
          </ac:spMkLst>
        </pc:spChg>
        <pc:spChg chg="add mod ord">
          <ac:chgData name="Jake Duddy" userId="7a8a0c806e99fd3e" providerId="LiveId" clId="{CCFF1EDE-63BB-4842-AC66-0597FB2EFDF5}" dt="2026-01-22T22:13:23.095" v="2159" actId="166"/>
          <ac:spMkLst>
            <pc:docMk/>
            <pc:sldMk cId="4276092776" sldId="293"/>
            <ac:spMk id="9" creationId="{32F5499A-50BE-1F70-339B-B68E57F0AD2E}"/>
          </ac:spMkLst>
        </pc:spChg>
        <pc:spChg chg="add mod ord">
          <ac:chgData name="Jake Duddy" userId="7a8a0c806e99fd3e" providerId="LiveId" clId="{CCFF1EDE-63BB-4842-AC66-0597FB2EFDF5}" dt="2026-01-22T22:15:17.191" v="2244" actId="14100"/>
          <ac:spMkLst>
            <pc:docMk/>
            <pc:sldMk cId="4276092776" sldId="293"/>
            <ac:spMk id="10" creationId="{19FF7456-65F3-D0FC-E8DD-ACA6BC9A5864}"/>
          </ac:spMkLst>
        </pc:spChg>
        <pc:picChg chg="add del mod">
          <ac:chgData name="Jake Duddy" userId="7a8a0c806e99fd3e" providerId="LiveId" clId="{CCFF1EDE-63BB-4842-AC66-0597FB2EFDF5}" dt="2026-01-22T22:12:15.263" v="2148" actId="478"/>
          <ac:picMkLst>
            <pc:docMk/>
            <pc:sldMk cId="4276092776" sldId="293"/>
            <ac:picMk id="5" creationId="{B7C8E116-56AF-658E-669C-02B2D3A700E6}"/>
          </ac:picMkLst>
        </pc:picChg>
        <pc:picChg chg="add del mod">
          <ac:chgData name="Jake Duddy" userId="7a8a0c806e99fd3e" providerId="LiveId" clId="{CCFF1EDE-63BB-4842-AC66-0597FB2EFDF5}" dt="2026-01-22T22:04:09.813" v="1951" actId="478"/>
          <ac:picMkLst>
            <pc:docMk/>
            <pc:sldMk cId="4276092776" sldId="293"/>
            <ac:picMk id="1026" creationId="{EFBF9B26-1FFF-7990-9D78-835DFFA12C22}"/>
          </ac:picMkLst>
        </pc:picChg>
        <pc:picChg chg="add del mod">
          <ac:chgData name="Jake Duddy" userId="7a8a0c806e99fd3e" providerId="LiveId" clId="{CCFF1EDE-63BB-4842-AC66-0597FB2EFDF5}" dt="2026-01-22T22:04:31.399" v="1955" actId="478"/>
          <ac:picMkLst>
            <pc:docMk/>
            <pc:sldMk cId="4276092776" sldId="293"/>
            <ac:picMk id="1028" creationId="{09C1D789-BB26-032C-7713-26D9BAB8CBA0}"/>
          </ac:picMkLst>
        </pc:picChg>
        <pc:picChg chg="add mod ord">
          <ac:chgData name="Jake Duddy" userId="7a8a0c806e99fd3e" providerId="LiveId" clId="{CCFF1EDE-63BB-4842-AC66-0597FB2EFDF5}" dt="2026-01-22T22:13:20.144" v="2158" actId="166"/>
          <ac:picMkLst>
            <pc:docMk/>
            <pc:sldMk cId="4276092776" sldId="293"/>
            <ac:picMk id="1030" creationId="{4B7BEF6C-E7E2-9E82-642C-346A3E940B92}"/>
          </ac:picMkLst>
        </pc:picChg>
        <pc:picChg chg="add mod">
          <ac:chgData name="Jake Duddy" userId="7a8a0c806e99fd3e" providerId="LiveId" clId="{CCFF1EDE-63BB-4842-AC66-0597FB2EFDF5}" dt="2026-01-22T22:14:23.361" v="2171" actId="167"/>
          <ac:picMkLst>
            <pc:docMk/>
            <pc:sldMk cId="4276092776" sldId="293"/>
            <ac:picMk id="1032" creationId="{61FF8308-C709-8630-3CF6-157255D0221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BCDE-00E6-2665-A368-7D3D8469D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EB163-5F4E-34FF-2571-8CE958D8F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90812-BC55-3B50-979A-F76640ACF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AD28A-BDB8-E533-7F5B-FBA3BECE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30667-AAA4-CA54-A548-4CAC38F2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8031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184D5-E6AB-6D0F-84FB-B2D8255B3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E0E5A-540A-70E4-9D97-9E1874A0C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FBB6A-3476-D12B-EAB6-CABD49EE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DC28E-0A38-5257-CEC4-94A3AF631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C195-4EBB-759D-84E8-99F88039B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8677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6EEC-B78A-6C50-4B1A-72CDCE60F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E665A-9F61-77A0-7B75-79EDBF406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77751-7189-0619-5AF0-26B930CE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F1856-25BE-D7B3-866B-1ACAE9309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978C1-A33D-531E-E2CD-791FA06E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4015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178E9-3E11-AB92-215F-A008BAC9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49C67-EC9E-047C-A261-88E095378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8C4C3-C048-FCFF-F237-34972F069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A30D4-0DB1-EA56-C189-9D67DFAF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E6D37-14A8-117D-DC8B-F029FCEF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F306E-5E83-75EC-558D-6B550618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9723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2E505-D99B-48A6-CEF0-7E211CCE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636DD-FE9C-255A-B21B-0DEC35E44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89567-9D8E-5D39-43D7-330F4255C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F9B040-F509-B3E3-CE00-BE75F5344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F6FDD-B6C6-CA88-C60A-E7EEDA274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49FF0F-746A-E446-8046-3B91FE9B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6FB2A-AB47-866C-10B4-315127D72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8153F0-7699-5E19-21E5-4829EB1B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69325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CF74-0F8E-DED7-AB1F-7D1752A7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1FAFE-D4FC-82BC-3E3D-C7080304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3E84A-84BB-BF2D-D893-4688CA79E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947F2-ED59-318B-9F26-81B36894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50346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4EDADC-8ABA-7A6D-A1CB-429FB5D4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E07B8C-778A-E6B3-5C75-4697660F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7BDAD-76D8-ADC9-B11E-DA467C059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20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F2F83-FCF2-3D30-C370-125F6A4E5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84E81-CA35-5BC1-B8EA-27262E782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96259-5910-65A6-0C35-C8E01F667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CE39D-4F27-B44A-C9CD-E3B9C7C0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7BCD8-132B-A824-3124-4DF1A48AB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BE5B8-19EA-AACA-9450-FA15BDBD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46364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BA88-E0EA-4666-49C7-18E77614E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E294E-144F-3D30-8094-6B170FABB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34C5A-F5C4-D498-A76E-4795EB53E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42679-B534-82B3-1D91-E11B10CF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1A2F2-D925-A78A-C411-2FB3B781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D1559-B13B-4FDC-8179-7D740C47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7806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7BA99-A842-DEC7-6B9E-D26ED3D1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FA98E-B581-15A5-526C-5DC5A7190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EEDFD-D84D-7FE5-AB18-F6F3379ED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87A37-E599-1B93-920A-E8CDFD71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09716-CE7C-7D54-E46D-58F553B2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2718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FD5A9F-723E-E4CF-5568-7876924F5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16736-C0F8-A98E-3287-F85D69192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95CDA-B3A4-BAA1-CB2F-BDBF19F0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294F3-2E8B-93F9-943F-202BAC15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8B8C5-D2F9-0725-B554-B7A2446D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18204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DBF6A-34FA-9FA8-046D-41C376D4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882D7-889E-B16E-2ABB-60A72C665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8583D-4786-C302-BE10-EA8855163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501CE-DB2E-42D6-BDE3-8B2FE11702CD}" type="datetimeFigureOut">
              <a:rPr lang="en-NZ" smtClean="0"/>
              <a:t>22/01/2026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CA2CC-DCD5-4A8C-742B-FBB4CB4EC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06B2D-A292-05B9-22EF-85C59607D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35B67-A0D2-4735-AECA-1EC295EACF72}" type="slidenum">
              <a:rPr lang="en-NZ" smtClean="0"/>
              <a:t>‹#›</a:t>
            </a:fld>
            <a:endParaRPr lang="en-N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B54C1A-01B6-9BC8-8BA1-A56ACE0442D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66667" cy="9047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EBEB1F-8E8F-BA48-5FE9-B44B3CD9731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333" y="5903969"/>
            <a:ext cx="6666667" cy="9047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6A846E-2678-6D8E-513C-953EE16C9AFA}"/>
              </a:ext>
            </a:extLst>
          </p:cNvPr>
          <p:cNvSpPr txBox="1"/>
          <p:nvPr userDrawn="1"/>
        </p:nvSpPr>
        <p:spPr>
          <a:xfrm>
            <a:off x="5260414" y="394392"/>
            <a:ext cx="68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2026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7164AA-C4E8-15DE-105E-DEB047FF169D}"/>
              </a:ext>
            </a:extLst>
          </p:cNvPr>
          <p:cNvSpPr txBox="1"/>
          <p:nvPr userDrawn="1"/>
        </p:nvSpPr>
        <p:spPr>
          <a:xfrm>
            <a:off x="10813755" y="6298361"/>
            <a:ext cx="68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91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power-bi/connect-data/desktop-dynamic-m-query-parameters" TargetMode="External"/><Relationship Id="rId3" Type="http://schemas.openxmlformats.org/officeDocument/2006/relationships/hyperlink" Target="https://github.com/PBI-David/Deneb-Showcase/tree/main/Force%20Directed%20Graph" TargetMode="External"/><Relationship Id="rId7" Type="http://schemas.openxmlformats.org/officeDocument/2006/relationships/hyperlink" Target="https://learn.microsoft.com/en-us/kusto/query/graph-semantics-overview?view=microsoft-fabric" TargetMode="External"/><Relationship Id="rId2" Type="http://schemas.openxmlformats.org/officeDocument/2006/relationships/hyperlink" Target="https://deneb.guide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valuationcontext.github.io/posts/query-plan-graph/" TargetMode="External"/><Relationship Id="rId5" Type="http://schemas.openxmlformats.org/officeDocument/2006/relationships/hyperlink" Target="evaluationcontext.github.io/posts/KQLGraph/" TargetMode="External"/><Relationship Id="rId4" Type="http://schemas.openxmlformats.org/officeDocument/2006/relationships/hyperlink" Target="https://evaluationcontext.github.io/posts/deneb-force-directed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AC5C3B-BA7C-A69D-0543-7D3E71751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Visualize Your Connections</a:t>
            </a:r>
            <a:br>
              <a:rPr lang="en-GB" dirty="0"/>
            </a:br>
            <a:r>
              <a:rPr lang="en-GB" dirty="0"/>
              <a:t>A Practical Guide to Power BI Graphs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0EDCA8F-A8AC-A0FF-8816-425B342397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Jake Duddy</a:t>
            </a:r>
          </a:p>
        </p:txBody>
      </p:sp>
    </p:spTree>
    <p:extLst>
      <p:ext uri="{BB962C8B-B14F-4D97-AF65-F5344CB8AC3E}">
        <p14:creationId xmlns:p14="http://schemas.microsoft.com/office/powerpoint/2010/main" val="182863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12523D-184F-77DD-AA19-2EFDC1D43D7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128981" y="3429000"/>
            <a:ext cx="7934036" cy="7747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latin typeface="+mj-lt"/>
              </a:rPr>
              <a:t>This Summit presented to you by</a:t>
            </a:r>
            <a:endParaRPr lang="en-NZ" sz="4000" dirty="0">
              <a:latin typeface="+mj-lt"/>
            </a:endParaRPr>
          </a:p>
        </p:txBody>
      </p:sp>
      <p:pic>
        <p:nvPicPr>
          <p:cNvPr id="4" name="Content Placeholder 6" descr="A picture containing text, first-aid kit&#10;&#10;Description automatically generated">
            <a:extLst>
              <a:ext uri="{FF2B5EF4-FFF2-40B4-BE49-F238E27FC236}">
                <a16:creationId xmlns:a16="http://schemas.microsoft.com/office/drawing/2014/main" id="{3221739F-BB08-EC4A-D679-8EB5C2E8C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011" y="4317150"/>
            <a:ext cx="1611977" cy="1577902"/>
          </a:xfrm>
          <a:prstGeom prst="rect">
            <a:avLst/>
          </a:prstGeom>
        </p:spPr>
      </p:pic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591A9F8-80E4-83A2-2530-80356FF32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663" y="1387622"/>
            <a:ext cx="5549583" cy="2041378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247450E3-9510-AC0D-A3C9-B5847573083C}"/>
              </a:ext>
            </a:extLst>
          </p:cNvPr>
          <p:cNvSpPr txBox="1">
            <a:spLocks/>
          </p:cNvSpPr>
          <p:nvPr/>
        </p:nvSpPr>
        <p:spPr>
          <a:xfrm>
            <a:off x="1408263" y="1177231"/>
            <a:ext cx="9375472" cy="617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>
                <a:latin typeface="+mj-lt"/>
              </a:rPr>
              <a:t>Special thanks to Fabric and Power BI Team at</a:t>
            </a:r>
            <a:endParaRPr lang="en-NZ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531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BB70-5C69-976D-8C5A-48105604B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66920" y="1507746"/>
            <a:ext cx="7430278" cy="990698"/>
          </a:xfrm>
        </p:spPr>
        <p:txBody>
          <a:bodyPr>
            <a:normAutofit/>
          </a:bodyPr>
          <a:lstStyle/>
          <a:p>
            <a:r>
              <a:rPr lang="en-US" sz="4800" dirty="0"/>
              <a:t>Speaker info</a:t>
            </a:r>
            <a:endParaRPr lang="en-NZ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2523D-184F-77DD-AA19-2EFDC1D43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7453"/>
            <a:ext cx="9144000" cy="297678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/>
              <a:t>Data Platform Microsoft MVP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/>
              <a:t>Fabric Community Super User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/>
              <a:t>EvaluationContext Blog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/>
              <a:t>Devon and Cornwall Power BI Group Co-organizer</a:t>
            </a:r>
          </a:p>
        </p:txBody>
      </p:sp>
      <p:pic>
        <p:nvPicPr>
          <p:cNvPr id="4" name="Picture 3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923C38F9-D356-49F6-BC4B-DCD4B5E67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947" y="0"/>
            <a:ext cx="2289053" cy="923546"/>
          </a:xfrm>
          <a:prstGeom prst="rect">
            <a:avLst/>
          </a:prstGeom>
        </p:spPr>
      </p:pic>
      <p:pic>
        <p:nvPicPr>
          <p:cNvPr id="32" name="Picture 31" descr="A person in a suit and tie&#10;&#10;AI-generated content may be incorrect.">
            <a:extLst>
              <a:ext uri="{FF2B5EF4-FFF2-40B4-BE49-F238E27FC236}">
                <a16:creationId xmlns:a16="http://schemas.microsoft.com/office/drawing/2014/main" id="{FED1F354-0A61-D526-4900-3C1D5E0A4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255" y="1580828"/>
            <a:ext cx="2787458" cy="258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5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BB70-5C69-976D-8C5A-48105604B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420" y="1409270"/>
            <a:ext cx="7956580" cy="944045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Agenda</a:t>
            </a:r>
            <a:endParaRPr lang="en-NZ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2523D-184F-77DD-AA19-2EFDC1D43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8275" y="2598382"/>
            <a:ext cx="9144000" cy="277371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/>
              <a:t>What are Graphs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/>
              <a:t>How can you structure graph data for Power BI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/>
              <a:t>How can you visualize the graph in Power BI</a:t>
            </a:r>
          </a:p>
        </p:txBody>
      </p:sp>
    </p:spTree>
    <p:extLst>
      <p:ext uri="{BB962C8B-B14F-4D97-AF65-F5344CB8AC3E}">
        <p14:creationId xmlns:p14="http://schemas.microsoft.com/office/powerpoint/2010/main" val="95365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51FFC-5E4E-C201-4FA3-3CC5FCE34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3A078-2C45-CA8B-7469-8BB0D16F3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969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54F1FCF-B503-8120-5F0A-0CE4C48DD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69" y="2086380"/>
            <a:ext cx="4448175" cy="1476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892D6E-06C1-0597-638F-7793F4794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1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42348-1128-EC95-3C0A-3211042E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text overlay&#10;&#10;AI-generated content may be incorrect.">
            <a:extLst>
              <a:ext uri="{FF2B5EF4-FFF2-40B4-BE49-F238E27FC236}">
                <a16:creationId xmlns:a16="http://schemas.microsoft.com/office/drawing/2014/main" id="{F621B301-D885-0D79-B589-202E0352B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468" y="1994998"/>
            <a:ext cx="4781550" cy="21240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52ECBF-CB77-6483-8B89-F838A45F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Nodes and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2184839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B040-6960-30C6-A8E4-AFED2244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BC280AB-7F00-F972-8616-271018FB1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475" y="2017280"/>
            <a:ext cx="8963025" cy="1552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5831A-C180-2765-37B9-E7094A10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Detailed Property Graph</a:t>
            </a:r>
          </a:p>
        </p:txBody>
      </p:sp>
    </p:spTree>
    <p:extLst>
      <p:ext uri="{BB962C8B-B14F-4D97-AF65-F5344CB8AC3E}">
        <p14:creationId xmlns:p14="http://schemas.microsoft.com/office/powerpoint/2010/main" val="2258483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D755-9E1C-1490-B305-62DBE366E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and graph chart on a black background&#10;&#10;AI-generated content may be incorrect.">
            <a:extLst>
              <a:ext uri="{FF2B5EF4-FFF2-40B4-BE49-F238E27FC236}">
                <a16:creationId xmlns:a16="http://schemas.microsoft.com/office/drawing/2014/main" id="{59E42E34-FB3D-9721-7C04-29F869B01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474" y="2017289"/>
            <a:ext cx="8963025" cy="3638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851FA-F918-F980-DA59-B22C32FC7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Detailed Property Graph</a:t>
            </a:r>
          </a:p>
        </p:txBody>
      </p:sp>
    </p:spTree>
    <p:extLst>
      <p:ext uri="{BB962C8B-B14F-4D97-AF65-F5344CB8AC3E}">
        <p14:creationId xmlns:p14="http://schemas.microsoft.com/office/powerpoint/2010/main" val="1350687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A6EAF-5CB3-F21A-CF7D-EDD26AFA9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B2D4CB8-9150-5792-0AB8-1BE56BAF8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473" y="2017289"/>
            <a:ext cx="9020175" cy="3638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32B6A4-652F-F9EB-9833-917EF8BB0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Detailed Property Graph</a:t>
            </a:r>
          </a:p>
        </p:txBody>
      </p:sp>
    </p:spTree>
    <p:extLst>
      <p:ext uri="{BB962C8B-B14F-4D97-AF65-F5344CB8AC3E}">
        <p14:creationId xmlns:p14="http://schemas.microsoft.com/office/powerpoint/2010/main" val="2327478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089F-DDC2-6C2B-3BD9-DD5698EA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079E1-7D6F-7EF3-3CA6-98049226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Detailed Property Graph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F8BB1F-2D26-0DB1-6BC9-CA25AF83C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669" y="1779164"/>
            <a:ext cx="695325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57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1E0D-7410-2BBF-47B7-A32A1F5E2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Can You Structure Graph Data For Power BI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2FBF0-C191-CAFD-1AAC-EA2B40A42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040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6076-F775-1CB4-0970-C105B604D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7369-28B3-6BCF-3AB0-9E551D7A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Adjacency List </a:t>
            </a:r>
          </a:p>
        </p:txBody>
      </p:sp>
      <p:pic>
        <p:nvPicPr>
          <p:cNvPr id="4" name="Picture 3" descr="A drawing of a diagram&#10;&#10;AI-generated content may be incorrect.">
            <a:extLst>
              <a:ext uri="{FF2B5EF4-FFF2-40B4-BE49-F238E27FC236}">
                <a16:creationId xmlns:a16="http://schemas.microsoft.com/office/drawing/2014/main" id="{625C56AC-B02E-347C-02A1-6BEC7FCBF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284" y="2829333"/>
            <a:ext cx="3539120" cy="1821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6B8CFD-ED59-825E-0192-D188BBCA348B}"/>
              </a:ext>
            </a:extLst>
          </p:cNvPr>
          <p:cNvSpPr txBox="1"/>
          <p:nvPr/>
        </p:nvSpPr>
        <p:spPr>
          <a:xfrm>
            <a:off x="838200" y="1607060"/>
            <a:ext cx="7972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Good for sparse graphs, few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</a:rPr>
              <a:t>Bad</a:t>
            </a:r>
            <a:r>
              <a:rPr lang="en-GB" dirty="0"/>
              <a:t> option for Power BI</a:t>
            </a:r>
            <a:endParaRPr lang="en-GB" sz="18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272C1D-C05E-A834-42AF-D711D53FE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402942"/>
              </p:ext>
            </p:extLst>
          </p:nvPr>
        </p:nvGraphicFramePr>
        <p:xfrm>
          <a:off x="2604716" y="2349612"/>
          <a:ext cx="138933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10">
                  <a:extLst>
                    <a:ext uri="{9D8B030D-6E8A-4147-A177-3AD203B41FA5}">
                      <a16:colId xmlns:a16="http://schemas.microsoft.com/office/drawing/2014/main" val="1379842684"/>
                    </a:ext>
                  </a:extLst>
                </a:gridCol>
                <a:gridCol w="968726">
                  <a:extLst>
                    <a:ext uri="{9D8B030D-6E8A-4147-A177-3AD203B41FA5}">
                      <a16:colId xmlns:a16="http://schemas.microsoft.com/office/drawing/2014/main" val="1550190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72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(B, F)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788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(A, C)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3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(B, D, F)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50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(C, E)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3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(D, F, G)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17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(A, E)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93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(E)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262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425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7F99-142C-6025-3536-0FE4F2560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F976-DEA6-EF8D-C405-C8C180D1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Adjacency Matrix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1E68F6-F50A-C990-6860-E355A03EA3A3}"/>
              </a:ext>
            </a:extLst>
          </p:cNvPr>
          <p:cNvGraphicFramePr>
            <a:graphicFrameLocks noGrp="1"/>
          </p:cNvGraphicFramePr>
          <p:nvPr/>
        </p:nvGraphicFramePr>
        <p:xfrm>
          <a:off x="1756899" y="2459548"/>
          <a:ext cx="341955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444">
                  <a:extLst>
                    <a:ext uri="{9D8B030D-6E8A-4147-A177-3AD203B41FA5}">
                      <a16:colId xmlns:a16="http://schemas.microsoft.com/office/drawing/2014/main" val="1379842684"/>
                    </a:ext>
                  </a:extLst>
                </a:gridCol>
                <a:gridCol w="427444">
                  <a:extLst>
                    <a:ext uri="{9D8B030D-6E8A-4147-A177-3AD203B41FA5}">
                      <a16:colId xmlns:a16="http://schemas.microsoft.com/office/drawing/2014/main" val="1550190043"/>
                    </a:ext>
                  </a:extLst>
                </a:gridCol>
                <a:gridCol w="427444">
                  <a:extLst>
                    <a:ext uri="{9D8B030D-6E8A-4147-A177-3AD203B41FA5}">
                      <a16:colId xmlns:a16="http://schemas.microsoft.com/office/drawing/2014/main" val="276621807"/>
                    </a:ext>
                  </a:extLst>
                </a:gridCol>
                <a:gridCol w="427444">
                  <a:extLst>
                    <a:ext uri="{9D8B030D-6E8A-4147-A177-3AD203B41FA5}">
                      <a16:colId xmlns:a16="http://schemas.microsoft.com/office/drawing/2014/main" val="930645954"/>
                    </a:ext>
                  </a:extLst>
                </a:gridCol>
                <a:gridCol w="427444">
                  <a:extLst>
                    <a:ext uri="{9D8B030D-6E8A-4147-A177-3AD203B41FA5}">
                      <a16:colId xmlns:a16="http://schemas.microsoft.com/office/drawing/2014/main" val="2839373681"/>
                    </a:ext>
                  </a:extLst>
                </a:gridCol>
                <a:gridCol w="427444">
                  <a:extLst>
                    <a:ext uri="{9D8B030D-6E8A-4147-A177-3AD203B41FA5}">
                      <a16:colId xmlns:a16="http://schemas.microsoft.com/office/drawing/2014/main" val="4165207636"/>
                    </a:ext>
                  </a:extLst>
                </a:gridCol>
                <a:gridCol w="427444">
                  <a:extLst>
                    <a:ext uri="{9D8B030D-6E8A-4147-A177-3AD203B41FA5}">
                      <a16:colId xmlns:a16="http://schemas.microsoft.com/office/drawing/2014/main" val="1539915706"/>
                    </a:ext>
                  </a:extLst>
                </a:gridCol>
                <a:gridCol w="427444">
                  <a:extLst>
                    <a:ext uri="{9D8B030D-6E8A-4147-A177-3AD203B41FA5}">
                      <a16:colId xmlns:a16="http://schemas.microsoft.com/office/drawing/2014/main" val="206624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72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788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3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50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3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17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93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64A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262237"/>
                  </a:ext>
                </a:extLst>
              </a:tr>
            </a:tbl>
          </a:graphicData>
        </a:graphic>
      </p:graphicFrame>
      <p:pic>
        <p:nvPicPr>
          <p:cNvPr id="4" name="Picture 3" descr="A drawing of a diagram&#10;&#10;AI-generated content may be incorrect.">
            <a:extLst>
              <a:ext uri="{FF2B5EF4-FFF2-40B4-BE49-F238E27FC236}">
                <a16:creationId xmlns:a16="http://schemas.microsoft.com/office/drawing/2014/main" id="{90403CEC-68AC-AE8A-7E65-5EE28FEED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284" y="2829333"/>
            <a:ext cx="3539120" cy="1821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889D8C-0DDC-4949-6548-C25447924712}"/>
              </a:ext>
            </a:extLst>
          </p:cNvPr>
          <p:cNvSpPr txBox="1"/>
          <p:nvPr/>
        </p:nvSpPr>
        <p:spPr>
          <a:xfrm>
            <a:off x="838200" y="1607060"/>
            <a:ext cx="7972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Poor compression when considering sparse graphs, better for dense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</a:rPr>
              <a:t>Bad</a:t>
            </a:r>
            <a:r>
              <a:rPr lang="en-GB" dirty="0"/>
              <a:t> option for Power BI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195214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D3DC-398A-9806-7F82-FF1BC7A86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2A2A-5B5E-EA74-E818-84212BC7D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Nodes and Relationships</a:t>
            </a:r>
          </a:p>
        </p:txBody>
      </p:sp>
      <p:pic>
        <p:nvPicPr>
          <p:cNvPr id="4" name="Picture 3" descr="A drawing of a diagram&#10;&#10;AI-generated content may be incorrect.">
            <a:extLst>
              <a:ext uri="{FF2B5EF4-FFF2-40B4-BE49-F238E27FC236}">
                <a16:creationId xmlns:a16="http://schemas.microsoft.com/office/drawing/2014/main" id="{7120E86D-BDAF-3530-9874-9AE433E25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284" y="2829333"/>
            <a:ext cx="3539120" cy="1821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C012D8-0638-A75E-0319-29F8B826A36C}"/>
              </a:ext>
            </a:extLst>
          </p:cNvPr>
          <p:cNvSpPr txBox="1"/>
          <p:nvPr/>
        </p:nvSpPr>
        <p:spPr>
          <a:xfrm>
            <a:off x="838200" y="1607060"/>
            <a:ext cx="7972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Nodes (Vertices) and Relationships (Edges) are stored as separate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Ok</a:t>
            </a:r>
            <a:r>
              <a:rPr lang="en-GB" dirty="0"/>
              <a:t> option for Power BI</a:t>
            </a:r>
            <a:endParaRPr lang="en-GB" sz="1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D8A7A5-4D7B-DCC4-1F25-2FB05BBAD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687911"/>
              </p:ext>
            </p:extLst>
          </p:nvPr>
        </p:nvGraphicFramePr>
        <p:xfrm>
          <a:off x="1906992" y="2476567"/>
          <a:ext cx="97077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771">
                  <a:extLst>
                    <a:ext uri="{9D8B030D-6E8A-4147-A177-3AD203B41FA5}">
                      <a16:colId xmlns:a16="http://schemas.microsoft.com/office/drawing/2014/main" val="1550190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Nodes</a:t>
                      </a:r>
                    </a:p>
                  </a:txBody>
                  <a:tcP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72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788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3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50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3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17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93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26223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57A029-0ED1-19CF-BF94-3DB78D01C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265549"/>
              </p:ext>
            </p:extLst>
          </p:nvPr>
        </p:nvGraphicFramePr>
        <p:xfrm>
          <a:off x="3224134" y="2459548"/>
          <a:ext cx="184947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739">
                  <a:extLst>
                    <a:ext uri="{9D8B030D-6E8A-4147-A177-3AD203B41FA5}">
                      <a16:colId xmlns:a16="http://schemas.microsoft.com/office/drawing/2014/main" val="1550190043"/>
                    </a:ext>
                  </a:extLst>
                </a:gridCol>
                <a:gridCol w="924739">
                  <a:extLst>
                    <a:ext uri="{9D8B030D-6E8A-4147-A177-3AD203B41FA5}">
                      <a16:colId xmlns:a16="http://schemas.microsoft.com/office/drawing/2014/main" val="65301417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Edges</a:t>
                      </a:r>
                    </a:p>
                  </a:txBody>
                  <a:tcP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D4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72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bg1"/>
                          </a:solidFill>
                        </a:rPr>
                        <a:t>src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bg1"/>
                          </a:solidFill>
                        </a:rPr>
                        <a:t>dst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788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3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50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3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17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93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262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661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67EA-DC40-93DD-03FE-307CDDF2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233E5-F5BD-49D0-8ABF-C5168591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Triplets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73B979-D7B1-0C99-9608-04FCA39C2A49}"/>
              </a:ext>
            </a:extLst>
          </p:cNvPr>
          <p:cNvSpPr txBox="1"/>
          <p:nvPr/>
        </p:nvSpPr>
        <p:spPr>
          <a:xfrm>
            <a:off x="838200" y="1607060"/>
            <a:ext cx="7972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Nodes and Relationships stored in the same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74D49"/>
                </a:solidFill>
              </a:rPr>
              <a:t>Good</a:t>
            </a:r>
            <a:r>
              <a:rPr lang="en-GB" dirty="0"/>
              <a:t> option for Power BI</a:t>
            </a:r>
            <a:endParaRPr lang="en-GB" sz="1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943144-49F4-641E-B925-6FDBE0A22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080829"/>
              </p:ext>
            </p:extLst>
          </p:nvPr>
        </p:nvGraphicFramePr>
        <p:xfrm>
          <a:off x="2546657" y="2577841"/>
          <a:ext cx="110600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01">
                  <a:extLst>
                    <a:ext uri="{9D8B030D-6E8A-4147-A177-3AD203B41FA5}">
                      <a16:colId xmlns:a16="http://schemas.microsoft.com/office/drawing/2014/main" val="1550190043"/>
                    </a:ext>
                  </a:extLst>
                </a:gridCol>
                <a:gridCol w="553001">
                  <a:extLst>
                    <a:ext uri="{9D8B030D-6E8A-4147-A177-3AD203B41FA5}">
                      <a16:colId xmlns:a16="http://schemas.microsoft.com/office/drawing/2014/main" val="1970544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bg1"/>
                          </a:solidFill>
                        </a:rPr>
                        <a:t>src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bg1"/>
                          </a:solidFill>
                        </a:rPr>
                        <a:t>dst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72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788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3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50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3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17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93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262237"/>
                  </a:ext>
                </a:extLst>
              </a:tr>
            </a:tbl>
          </a:graphicData>
        </a:graphic>
      </p:graphicFrame>
      <p:pic>
        <p:nvPicPr>
          <p:cNvPr id="9" name="Picture 8" descr="A drawing of a diagram&#10;&#10;AI-generated content may be incorrect.">
            <a:extLst>
              <a:ext uri="{FF2B5EF4-FFF2-40B4-BE49-F238E27FC236}">
                <a16:creationId xmlns:a16="http://schemas.microsoft.com/office/drawing/2014/main" id="{83589032-EB4C-E189-65AB-17D785FDE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284" y="2829333"/>
            <a:ext cx="3539120" cy="18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06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F2931-BB04-E56A-5DED-18FD6F85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9B1DF-513E-AAD4-06CA-170B27F7E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Has Access To What in Fabric?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C3D4B-BEA8-9227-C745-BF9303413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9219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BFC2-2710-95A5-61A7-F9A0C230D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0857"/>
            <a:ext cx="10515600" cy="819831"/>
          </a:xfrm>
        </p:spPr>
        <p:txBody>
          <a:bodyPr/>
          <a:lstStyle/>
          <a:p>
            <a:r>
              <a:rPr lang="en-GB" dirty="0"/>
              <a:t>How Can Access What in Fabric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6033969-16B9-85B3-753B-2B21E14B9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75078"/>
            <a:ext cx="4397062" cy="682771"/>
          </a:xfrm>
        </p:spPr>
        <p:txBody>
          <a:bodyPr>
            <a:normAutofit/>
          </a:bodyPr>
          <a:lstStyle/>
          <a:p>
            <a:r>
              <a:rPr lang="en-GB" sz="2000" dirty="0"/>
              <a:t>Scanner API</a:t>
            </a:r>
          </a:p>
          <a:p>
            <a:pPr lvl="1"/>
            <a:r>
              <a:rPr lang="en-GB" sz="1600" dirty="0"/>
              <a:t>Workspaces, Items and metadata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3F5567-D8D3-A4B9-A10A-1951DEB7CCDA}"/>
              </a:ext>
            </a:extLst>
          </p:cNvPr>
          <p:cNvSpPr/>
          <p:nvPr/>
        </p:nvSpPr>
        <p:spPr>
          <a:xfrm>
            <a:off x="5224179" y="2201014"/>
            <a:ext cx="1471430" cy="25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workspaces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06B6EC-291F-44D9-2911-A1656E79B122}"/>
              </a:ext>
            </a:extLst>
          </p:cNvPr>
          <p:cNvSpPr/>
          <p:nvPr/>
        </p:nvSpPr>
        <p:spPr>
          <a:xfrm>
            <a:off x="5634188" y="3450436"/>
            <a:ext cx="1471430" cy="25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datasets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B571AB-026C-F4F1-4A9A-514CDF30F531}"/>
              </a:ext>
            </a:extLst>
          </p:cNvPr>
          <p:cNvSpPr/>
          <p:nvPr/>
        </p:nvSpPr>
        <p:spPr>
          <a:xfrm>
            <a:off x="5621764" y="2811684"/>
            <a:ext cx="1471430" cy="25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reports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EB2E24-E97E-5768-5931-4745C9C46113}"/>
              </a:ext>
            </a:extLst>
          </p:cNvPr>
          <p:cNvSpPr/>
          <p:nvPr/>
        </p:nvSpPr>
        <p:spPr>
          <a:xfrm>
            <a:off x="5634188" y="2508764"/>
            <a:ext cx="1471430" cy="25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users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5AE896-59AE-31C0-3A1C-E01BE153120A}"/>
              </a:ext>
            </a:extLst>
          </p:cNvPr>
          <p:cNvSpPr/>
          <p:nvPr/>
        </p:nvSpPr>
        <p:spPr>
          <a:xfrm>
            <a:off x="5890186" y="3117498"/>
            <a:ext cx="1471430" cy="25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users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421713-FCAD-F137-56FA-ACD117C73D7A}"/>
              </a:ext>
            </a:extLst>
          </p:cNvPr>
          <p:cNvSpPr/>
          <p:nvPr/>
        </p:nvSpPr>
        <p:spPr>
          <a:xfrm>
            <a:off x="5890186" y="3775657"/>
            <a:ext cx="1471430" cy="25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users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0F8829-705C-BC1E-7EEA-CDF299C27B9C}"/>
              </a:ext>
            </a:extLst>
          </p:cNvPr>
          <p:cNvSpPr/>
          <p:nvPr/>
        </p:nvSpPr>
        <p:spPr>
          <a:xfrm>
            <a:off x="5890186" y="4085521"/>
            <a:ext cx="1471430" cy="25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tables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DCD8028-FCAB-22F6-89D7-A21F5547003F}"/>
              </a:ext>
            </a:extLst>
          </p:cNvPr>
          <p:cNvSpPr/>
          <p:nvPr/>
        </p:nvSpPr>
        <p:spPr>
          <a:xfrm>
            <a:off x="6152406" y="4398302"/>
            <a:ext cx="1471430" cy="25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columns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255F10-8237-4EED-0D52-4B6D8247BD27}"/>
              </a:ext>
            </a:extLst>
          </p:cNvPr>
          <p:cNvSpPr/>
          <p:nvPr/>
        </p:nvSpPr>
        <p:spPr>
          <a:xfrm>
            <a:off x="6144533" y="4711410"/>
            <a:ext cx="1471430" cy="25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measures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F28825-27C1-9E0E-B73E-280A8138283B}"/>
              </a:ext>
            </a:extLst>
          </p:cNvPr>
          <p:cNvSpPr/>
          <p:nvPr/>
        </p:nvSpPr>
        <p:spPr>
          <a:xfrm>
            <a:off x="5890186" y="5041550"/>
            <a:ext cx="1471430" cy="25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…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2CE53C2-9F7E-FBB8-1AE2-76E6545A9EA2}"/>
              </a:ext>
            </a:extLst>
          </p:cNvPr>
          <p:cNvCxnSpPr>
            <a:cxnSpLocks/>
            <a:endCxn id="9" idx="1"/>
          </p:cNvCxnSpPr>
          <p:nvPr/>
        </p:nvCxnSpPr>
        <p:spPr>
          <a:xfrm rot="16200000" flipH="1">
            <a:off x="5488963" y="2489539"/>
            <a:ext cx="177466" cy="11298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E221F22-66ED-8BC7-8D0D-6ADDD0C1EEBB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5330713" y="2646633"/>
            <a:ext cx="481542" cy="10056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FCC21DF-D588-025B-6F67-F34CEA3995ED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5740640" y="3093952"/>
            <a:ext cx="171528" cy="12756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DC11E05E-3F56-D965-D026-8C1D83D1CB62}"/>
              </a:ext>
            </a:extLst>
          </p:cNvPr>
          <p:cNvCxnSpPr>
            <a:cxnSpLocks/>
            <a:endCxn id="7" idx="1"/>
          </p:cNvCxnSpPr>
          <p:nvPr/>
        </p:nvCxnSpPr>
        <p:spPr>
          <a:xfrm rot="16200000" flipH="1">
            <a:off x="5027632" y="2969879"/>
            <a:ext cx="1100129" cy="11298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58CC10C-EC07-739D-1FEE-4B192C743854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H="1">
            <a:off x="5719071" y="3730541"/>
            <a:ext cx="214667" cy="12756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BE46A90-D68D-EA9B-1BBD-8F8BB09AF923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5582730" y="3904065"/>
            <a:ext cx="487348" cy="12756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631DBDD-9D59-5B2E-C5EA-05B7C6C8E8C3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5099621" y="4376985"/>
            <a:ext cx="1453564" cy="12756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09D9CC3-4497-18D3-A7A7-7921B7E7D4DC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5993922" y="4365817"/>
            <a:ext cx="182315" cy="13465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B462D0B-D7C7-9004-2658-A18BB62ED22B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5837661" y="4530538"/>
            <a:ext cx="486960" cy="12678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55B9817-93BD-A2B4-0BB8-339630E14BB2}"/>
              </a:ext>
            </a:extLst>
          </p:cNvPr>
          <p:cNvSpPr/>
          <p:nvPr/>
        </p:nvSpPr>
        <p:spPr>
          <a:xfrm>
            <a:off x="5621764" y="5371690"/>
            <a:ext cx="1471430" cy="25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…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2A91D5C-1FCD-C49B-0FF9-77206C921ACB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4058650" y="3934575"/>
            <a:ext cx="3025667" cy="10056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643A065D-55E3-A8B8-96ED-5C495689B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150" y="2501134"/>
            <a:ext cx="267260" cy="2672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EC8C1D2-E79D-4DBA-28D9-3D0D37075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74" y="2789659"/>
            <a:ext cx="254836" cy="25483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EF6C69A-3120-0AD1-322D-B31568E99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150" y="2241136"/>
            <a:ext cx="267260" cy="26726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599E91B-16F9-3BF2-F462-CCD0C9CDE63A}"/>
              </a:ext>
            </a:extLst>
          </p:cNvPr>
          <p:cNvCxnSpPr>
            <a:stCxn id="9" idx="3"/>
            <a:endCxn id="29" idx="1"/>
          </p:cNvCxnSpPr>
          <p:nvPr/>
        </p:nvCxnSpPr>
        <p:spPr>
          <a:xfrm flipV="1">
            <a:off x="7105618" y="2374766"/>
            <a:ext cx="1031532" cy="259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C848B18-5E23-8D6E-2740-A59E4B32F2AD}"/>
              </a:ext>
            </a:extLst>
          </p:cNvPr>
          <p:cNvCxnSpPr>
            <a:cxnSpLocks/>
            <a:stCxn id="9" idx="3"/>
            <a:endCxn id="27" idx="1"/>
          </p:cNvCxnSpPr>
          <p:nvPr/>
        </p:nvCxnSpPr>
        <p:spPr>
          <a:xfrm>
            <a:off x="7105618" y="2634764"/>
            <a:ext cx="1031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84732D3-A219-EC26-8D7E-CA1A4C3AE8FC}"/>
              </a:ext>
            </a:extLst>
          </p:cNvPr>
          <p:cNvCxnSpPr>
            <a:cxnSpLocks/>
            <a:stCxn id="9" idx="3"/>
            <a:endCxn id="28" idx="1"/>
          </p:cNvCxnSpPr>
          <p:nvPr/>
        </p:nvCxnSpPr>
        <p:spPr>
          <a:xfrm>
            <a:off x="7105618" y="2634764"/>
            <a:ext cx="1043956" cy="282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7B74672-419F-AF07-C9EA-87F907B632F3}"/>
              </a:ext>
            </a:extLst>
          </p:cNvPr>
          <p:cNvSpPr txBox="1"/>
          <p:nvPr/>
        </p:nvSpPr>
        <p:spPr>
          <a:xfrm>
            <a:off x="822461" y="2920608"/>
            <a:ext cx="4032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Graph API</a:t>
            </a:r>
          </a:p>
          <a:p>
            <a:pPr lvl="1"/>
            <a:r>
              <a:rPr lang="en-GB" sz="1600" dirty="0"/>
              <a:t>User Groups and Members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B002006-016E-B8FE-9B0B-6F4A5C567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291" y="2119930"/>
            <a:ext cx="254836" cy="2548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D5197B1-F194-157A-1811-47739519B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607" y="1765467"/>
            <a:ext cx="267260" cy="26726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E813C28-85DF-ECCD-4F30-B7DAE2F70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819" y="2442077"/>
            <a:ext cx="254836" cy="254836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A8D321A-D7C7-5F14-C0E1-9782E6F500C3}"/>
              </a:ext>
            </a:extLst>
          </p:cNvPr>
          <p:cNvCxnSpPr>
            <a:cxnSpLocks/>
            <a:stCxn id="29" idx="3"/>
            <a:endCxn id="36" idx="1"/>
          </p:cNvCxnSpPr>
          <p:nvPr/>
        </p:nvCxnSpPr>
        <p:spPr>
          <a:xfrm flipV="1">
            <a:off x="8404410" y="1899097"/>
            <a:ext cx="589197" cy="475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C434173-A291-3EE7-DE48-14944329A18B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8404410" y="2247348"/>
            <a:ext cx="585881" cy="127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6BE2D9D-7108-6062-7444-1AC97A789740}"/>
              </a:ext>
            </a:extLst>
          </p:cNvPr>
          <p:cNvCxnSpPr>
            <a:cxnSpLocks/>
            <a:stCxn id="29" idx="3"/>
            <a:endCxn id="37" idx="1"/>
          </p:cNvCxnSpPr>
          <p:nvPr/>
        </p:nvCxnSpPr>
        <p:spPr>
          <a:xfrm>
            <a:off x="8404410" y="2374766"/>
            <a:ext cx="595409" cy="194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23C9203-E7A8-E9CB-1902-8AC2A8005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079" y="2783447"/>
            <a:ext cx="267260" cy="267260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263FB68-916C-2E64-4E22-3DDF37D6E7A3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>
            <a:off x="8404410" y="2374766"/>
            <a:ext cx="579669" cy="542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B26C27-DB2A-E526-320A-FCAC62502931}"/>
              </a:ext>
            </a:extLst>
          </p:cNvPr>
          <p:cNvCxnSpPr>
            <a:cxnSpLocks/>
            <a:stCxn id="41" idx="1"/>
            <a:endCxn id="28" idx="3"/>
          </p:cNvCxnSpPr>
          <p:nvPr/>
        </p:nvCxnSpPr>
        <p:spPr>
          <a:xfrm flipH="1">
            <a:off x="8404410" y="2917077"/>
            <a:ext cx="579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E283C702-6E32-8E21-D679-99C756B96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291" y="1645697"/>
            <a:ext cx="254836" cy="25483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7C04F90-D1CA-5F5C-A6DB-95D0AEFB7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289" y="1992512"/>
            <a:ext cx="254836" cy="25483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AEEF79B-D20B-3E9B-83E7-F3E24CE28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289" y="2794320"/>
            <a:ext cx="254836" cy="254836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6C4D282-6F61-DF4D-FAA6-2691C0330A31}"/>
              </a:ext>
            </a:extLst>
          </p:cNvPr>
          <p:cNvCxnSpPr>
            <a:cxnSpLocks/>
            <a:stCxn id="36" idx="3"/>
            <a:endCxn id="44" idx="1"/>
          </p:cNvCxnSpPr>
          <p:nvPr/>
        </p:nvCxnSpPr>
        <p:spPr>
          <a:xfrm flipV="1">
            <a:off x="9260867" y="1773115"/>
            <a:ext cx="412424" cy="125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F5A422B-E74F-3CDD-9780-56D2B123F943}"/>
              </a:ext>
            </a:extLst>
          </p:cNvPr>
          <p:cNvCxnSpPr>
            <a:cxnSpLocks/>
            <a:stCxn id="36" idx="3"/>
            <a:endCxn id="45" idx="1"/>
          </p:cNvCxnSpPr>
          <p:nvPr/>
        </p:nvCxnSpPr>
        <p:spPr>
          <a:xfrm>
            <a:off x="9260867" y="1899097"/>
            <a:ext cx="412422" cy="22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17B642B-B729-629A-2FD3-160C67970B31}"/>
              </a:ext>
            </a:extLst>
          </p:cNvPr>
          <p:cNvCxnSpPr>
            <a:cxnSpLocks/>
            <a:stCxn id="36" idx="3"/>
            <a:endCxn id="46" idx="1"/>
          </p:cNvCxnSpPr>
          <p:nvPr/>
        </p:nvCxnSpPr>
        <p:spPr>
          <a:xfrm>
            <a:off x="9260867" y="1899097"/>
            <a:ext cx="412422" cy="1022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D8138BB-65A1-66D2-CCF0-FD614967E2BB}"/>
              </a:ext>
            </a:extLst>
          </p:cNvPr>
          <p:cNvCxnSpPr>
            <a:cxnSpLocks/>
            <a:stCxn id="41" idx="3"/>
            <a:endCxn id="46" idx="1"/>
          </p:cNvCxnSpPr>
          <p:nvPr/>
        </p:nvCxnSpPr>
        <p:spPr>
          <a:xfrm>
            <a:off x="9251339" y="2917077"/>
            <a:ext cx="421950" cy="4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155FE57-ADAA-A102-0BE1-E6E89A100FE1}"/>
              </a:ext>
            </a:extLst>
          </p:cNvPr>
          <p:cNvCxnSpPr>
            <a:cxnSpLocks/>
            <a:stCxn id="41" idx="3"/>
            <a:endCxn id="45" idx="1"/>
          </p:cNvCxnSpPr>
          <p:nvPr/>
        </p:nvCxnSpPr>
        <p:spPr>
          <a:xfrm flipV="1">
            <a:off x="9251339" y="2119930"/>
            <a:ext cx="421950" cy="797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A20D6103-D92B-C86C-422B-F40C98A47DAB}"/>
              </a:ext>
            </a:extLst>
          </p:cNvPr>
          <p:cNvSpPr txBox="1">
            <a:spLocks/>
          </p:cNvSpPr>
          <p:nvPr/>
        </p:nvSpPr>
        <p:spPr>
          <a:xfrm>
            <a:off x="838201" y="1820635"/>
            <a:ext cx="2960305" cy="450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Data</a:t>
            </a:r>
            <a:endParaRPr lang="en-GB" sz="1600" b="1" dirty="0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2E28B144-4618-D20C-C6B1-31A86B5B5119}"/>
              </a:ext>
            </a:extLst>
          </p:cNvPr>
          <p:cNvSpPr txBox="1">
            <a:spLocks/>
          </p:cNvSpPr>
          <p:nvPr/>
        </p:nvSpPr>
        <p:spPr>
          <a:xfrm>
            <a:off x="838201" y="3652036"/>
            <a:ext cx="4397062" cy="1311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Creating the Graph</a:t>
            </a:r>
          </a:p>
          <a:p>
            <a:r>
              <a:rPr lang="en-GB" sz="2000" dirty="0"/>
              <a:t>Spark: </a:t>
            </a:r>
            <a:r>
              <a:rPr lang="en-GB" sz="2000" dirty="0" err="1"/>
              <a:t>Graphframes</a:t>
            </a:r>
            <a:r>
              <a:rPr lang="en-GB" sz="2000" dirty="0"/>
              <a:t> (Pregel)</a:t>
            </a:r>
          </a:p>
          <a:p>
            <a:r>
              <a:rPr lang="en-GB" sz="2000" dirty="0"/>
              <a:t>SQL: Recursive CTE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24712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8AFD-0FBF-83EA-D8FA-5593E2B9B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Pregel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3ABED-846D-3B14-8F52-B983E8D83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Multiple iterations of Supersets</a:t>
            </a:r>
          </a:p>
          <a:p>
            <a:pPr lvl="1"/>
            <a:r>
              <a:rPr lang="en-GB" dirty="0"/>
              <a:t>Per Superset</a:t>
            </a:r>
          </a:p>
          <a:p>
            <a:pPr lvl="2"/>
            <a:r>
              <a:rPr lang="en-GB" dirty="0"/>
              <a:t>Map: Every vertex sends a Message to adjacent vertices via edges</a:t>
            </a:r>
          </a:p>
          <a:p>
            <a:pPr lvl="2"/>
            <a:r>
              <a:rPr lang="en-GB" dirty="0"/>
              <a:t>Reduce: Each vertex combines the received messages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B0E1E-F7A9-1B33-2005-EEC99C2D6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075" y="1825625"/>
            <a:ext cx="4560128" cy="1911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A65062-9FE1-A384-34A0-24BAB8CA8A7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68249" y="2179308"/>
            <a:ext cx="303061" cy="232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3EB87A-8C36-0857-33C1-B6B7F7F8958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68249" y="3262493"/>
            <a:ext cx="303061" cy="232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056FCA-069F-12B0-5A7B-B3EB89F1E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475" y="3378913"/>
            <a:ext cx="1340322" cy="1221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EA08EF-555B-366B-3920-CC7CBAEAB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908" y="3422309"/>
            <a:ext cx="1340322" cy="122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2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22222E-6 L 0.08854 0.1497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747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0.0007 L 0.08854 -0.008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-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854 -0.0081 L 0.16145 -0.011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46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9D72E-6A13-78FB-7ABA-3230EE80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can you visualize the graph in Power BI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37043-4839-FEAB-96F4-F65CD4A91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051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FF22-8C46-3133-95CA-7C6CB4F1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B36F8-68A0-0EF2-C2A3-F50CAE7A3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DAAB-84C1-8E0B-18F1-13D032B19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Trimming the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19E4F-2DCA-0EBB-1D65-A2A9A33B5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To trim a sub-graph to only relevant graph to edges and nodes, you would need to loop through the graph to remove irrelevant nodes</a:t>
            </a:r>
          </a:p>
          <a:p>
            <a:r>
              <a:rPr lang="en-GB" dirty="0"/>
              <a:t>Python and R</a:t>
            </a:r>
          </a:p>
          <a:p>
            <a:pPr lvl="1"/>
            <a:r>
              <a:rPr lang="en-GB" dirty="0"/>
              <a:t>Limitations</a:t>
            </a:r>
          </a:p>
          <a:p>
            <a:pPr lvl="1"/>
            <a:r>
              <a:rPr lang="en-GB" dirty="0"/>
              <a:t>Row Limit: 150,000 rows</a:t>
            </a:r>
          </a:p>
          <a:p>
            <a:pPr lvl="1"/>
            <a:r>
              <a:rPr lang="en-GB" dirty="0"/>
              <a:t>Non-interactive</a:t>
            </a:r>
          </a:p>
          <a:p>
            <a:pPr lvl="1"/>
            <a:r>
              <a:rPr lang="en-GB" dirty="0"/>
              <a:t>Personal Gateway</a:t>
            </a:r>
          </a:p>
          <a:p>
            <a:r>
              <a:rPr lang="en-GB" dirty="0"/>
              <a:t>Why not use a different engine, built for graph processing?</a:t>
            </a:r>
          </a:p>
          <a:p>
            <a:pPr lvl="1"/>
            <a:r>
              <a:rPr lang="en-GB" dirty="0"/>
              <a:t>Fabric </a:t>
            </a:r>
          </a:p>
          <a:p>
            <a:pPr lvl="2"/>
            <a:r>
              <a:rPr lang="en-GB" dirty="0"/>
              <a:t>KQL Database</a:t>
            </a:r>
          </a:p>
          <a:p>
            <a:pPr lvl="2"/>
            <a:r>
              <a:rPr lang="en-GB" dirty="0"/>
              <a:t>Cosmos (in preview)</a:t>
            </a:r>
          </a:p>
          <a:p>
            <a:pPr lvl="1"/>
            <a:r>
              <a:rPr lang="en-GB" dirty="0"/>
              <a:t>Direct Query and Dynamic M Parameters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9041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3F7C-764E-6CD3-1134-8E88C1DA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4FDD8-CA2A-D86A-C1E9-B8A70D64A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Kusto Graph Semantics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D387E-3EA4-2055-A905-A8CD69B99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Transient Graph</a:t>
            </a:r>
          </a:p>
          <a:p>
            <a:pPr lvl="1"/>
            <a:r>
              <a:rPr lang="en-GB" dirty="0"/>
              <a:t>Small to medium datasets</a:t>
            </a:r>
          </a:p>
          <a:p>
            <a:pPr lvl="1"/>
            <a:r>
              <a:rPr lang="en-GB" dirty="0"/>
              <a:t>Exploratory/Ad hoc</a:t>
            </a:r>
          </a:p>
          <a:p>
            <a:pPr lvl="1"/>
            <a:r>
              <a:rPr lang="en-GB" dirty="0"/>
              <a:t>Frequently changing data</a:t>
            </a:r>
          </a:p>
          <a:p>
            <a:r>
              <a:rPr lang="en-GB" dirty="0"/>
              <a:t>Persistent Graph</a:t>
            </a:r>
          </a:p>
          <a:p>
            <a:pPr lvl="1"/>
            <a:r>
              <a:rPr lang="en-GB" dirty="0"/>
              <a:t>Graph snapshot</a:t>
            </a:r>
          </a:p>
          <a:p>
            <a:pPr lvl="2"/>
            <a:r>
              <a:rPr lang="en-GB" dirty="0"/>
              <a:t>Eliminate graph construction latency for repeated queries</a:t>
            </a:r>
          </a:p>
          <a:p>
            <a:pPr lvl="2"/>
            <a:r>
              <a:rPr lang="en-GB" dirty="0"/>
              <a:t>Consistency</a:t>
            </a:r>
          </a:p>
          <a:p>
            <a:pPr lvl="1"/>
            <a:r>
              <a:rPr lang="en-GB" dirty="0"/>
              <a:t>Can scale to multiple billions of nodes and edges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5846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A36AB-B7C0-3D6B-DE62-B02B86AEF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6312-D59F-3A36-7A72-4CDEA094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Kusto Graph Semantics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F1249-6766-A86C-AD54-B7F134442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All employees aged &lt; 30 who report directly and indirectly to Alice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// Transient Graph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reports 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| </a:t>
            </a:r>
            <a:r>
              <a:rPr lang="en-GB" dirty="0">
                <a:solidFill>
                  <a:srgbClr val="2F9884"/>
                </a:solidFill>
                <a:latin typeface="Consolas" panose="020B0609020204030204" pitchFamily="49" charset="0"/>
              </a:rPr>
              <a:t>make-graph</a:t>
            </a:r>
            <a:r>
              <a:rPr lang="en-GB" dirty="0">
                <a:latin typeface="Consolas" panose="020B0609020204030204" pitchFamily="49" charset="0"/>
              </a:rPr>
              <a:t> employee --&gt; manager </a:t>
            </a:r>
            <a:r>
              <a:rPr lang="en-GB" dirty="0">
                <a:solidFill>
                  <a:srgbClr val="2F9884"/>
                </a:solidFill>
                <a:latin typeface="Consolas" panose="020B0609020204030204" pitchFamily="49" charset="0"/>
              </a:rPr>
              <a:t>with</a:t>
            </a:r>
            <a:r>
              <a:rPr lang="en-GB" dirty="0">
                <a:latin typeface="Consolas" panose="020B0609020204030204" pitchFamily="49" charset="0"/>
              </a:rPr>
              <a:t> employees </a:t>
            </a:r>
            <a:r>
              <a:rPr lang="en-GB" dirty="0">
                <a:solidFill>
                  <a:srgbClr val="2F9884"/>
                </a:solidFill>
                <a:latin typeface="Consolas" panose="020B0609020204030204" pitchFamily="49" charset="0"/>
              </a:rPr>
              <a:t>on</a:t>
            </a:r>
            <a:r>
              <a:rPr lang="en-GB" dirty="0">
                <a:latin typeface="Consolas" panose="020B0609020204030204" pitchFamily="49" charset="0"/>
              </a:rPr>
              <a:t> name 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| </a:t>
            </a:r>
            <a:r>
              <a:rPr lang="en-GB" dirty="0">
                <a:solidFill>
                  <a:srgbClr val="2F9884"/>
                </a:solidFill>
                <a:latin typeface="Consolas" panose="020B0609020204030204" pitchFamily="49" charset="0"/>
              </a:rPr>
              <a:t>graph-match</a:t>
            </a:r>
            <a:r>
              <a:rPr lang="en-GB" dirty="0">
                <a:latin typeface="Consolas" panose="020B0609020204030204" pitchFamily="49" charset="0"/>
              </a:rPr>
              <a:t> (</a:t>
            </a:r>
            <a:r>
              <a:rPr lang="en-GB" dirty="0" err="1">
                <a:latin typeface="Consolas" panose="020B0609020204030204" pitchFamily="49" charset="0"/>
              </a:rPr>
              <a:t>alice</a:t>
            </a:r>
            <a:r>
              <a:rPr lang="en-GB" dirty="0">
                <a:latin typeface="Consolas" panose="020B0609020204030204" pitchFamily="49" charset="0"/>
              </a:rPr>
              <a:t>)&lt;-[reports*1..5]-(employee)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</a:t>
            </a:r>
            <a:r>
              <a:rPr lang="en-GB" dirty="0">
                <a:solidFill>
                  <a:srgbClr val="2F9884"/>
                </a:solidFill>
                <a:latin typeface="Consolas" panose="020B0609020204030204" pitchFamily="49" charset="0"/>
              </a:rPr>
              <a:t>where</a:t>
            </a:r>
            <a:r>
              <a:rPr lang="en-GB" dirty="0">
                <a:latin typeface="Consolas" panose="020B0609020204030204" pitchFamily="49" charset="0"/>
              </a:rPr>
              <a:t> alice.name == "Alice" </a:t>
            </a:r>
            <a:r>
              <a:rPr lang="en-GB" dirty="0">
                <a:solidFill>
                  <a:srgbClr val="2F9884"/>
                </a:solidFill>
                <a:latin typeface="Consolas" panose="020B0609020204030204" pitchFamily="49" charset="0"/>
              </a:rPr>
              <a:t>and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</a:rPr>
              <a:t>employee.age</a:t>
            </a:r>
            <a:r>
              <a:rPr lang="en-GB" dirty="0">
                <a:latin typeface="Consolas" panose="020B0609020204030204" pitchFamily="49" charset="0"/>
              </a:rPr>
              <a:t> &lt; 30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</a:t>
            </a:r>
            <a:r>
              <a:rPr lang="en-GB" dirty="0">
                <a:solidFill>
                  <a:srgbClr val="2F9884"/>
                </a:solidFill>
                <a:latin typeface="Consolas" panose="020B0609020204030204" pitchFamily="49" charset="0"/>
              </a:rPr>
              <a:t>project</a:t>
            </a:r>
            <a:r>
              <a:rPr lang="en-GB" dirty="0">
                <a:latin typeface="Consolas" panose="020B0609020204030204" pitchFamily="49" charset="0"/>
              </a:rPr>
              <a:t> employee = employee.name, age = </a:t>
            </a:r>
            <a:r>
              <a:rPr lang="en-GB" dirty="0" err="1">
                <a:latin typeface="Consolas" panose="020B0609020204030204" pitchFamily="49" charset="0"/>
              </a:rPr>
              <a:t>employee.age</a:t>
            </a:r>
            <a:r>
              <a:rPr lang="en-GB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</a:t>
            </a:r>
            <a:r>
              <a:rPr lang="en-GB" dirty="0" err="1">
                <a:latin typeface="Consolas" panose="020B0609020204030204" pitchFamily="49" charset="0"/>
              </a:rPr>
              <a:t>reportingPath</a:t>
            </a:r>
            <a:r>
              <a:rPr lang="en-GB" dirty="0">
                <a:latin typeface="Consolas" panose="020B0609020204030204" pitchFamily="49" charset="0"/>
              </a:rPr>
              <a:t> = </a:t>
            </a:r>
            <a:r>
              <a:rPr lang="en-GB" dirty="0">
                <a:solidFill>
                  <a:srgbClr val="2F9884"/>
                </a:solidFill>
                <a:latin typeface="Consolas" panose="020B0609020204030204" pitchFamily="49" charset="0"/>
              </a:rPr>
              <a:t>map</a:t>
            </a:r>
            <a:r>
              <a:rPr lang="en-GB" dirty="0">
                <a:latin typeface="Consolas" panose="020B0609020204030204" pitchFamily="49" charset="0"/>
              </a:rPr>
              <a:t>(reports, manager)</a:t>
            </a:r>
          </a:p>
        </p:txBody>
      </p:sp>
    </p:spTree>
    <p:extLst>
      <p:ext uri="{BB962C8B-B14F-4D97-AF65-F5344CB8AC3E}">
        <p14:creationId xmlns:p14="http://schemas.microsoft.com/office/powerpoint/2010/main" val="2538130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D42A3-8EB5-49F3-F2C2-9D154469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D7E0C-F5DC-18EB-A8C9-C707A30F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GB" dirty="0"/>
              <a:t>Dynamic M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E870E-93DE-52C5-F841-69C9202D4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Direct Query</a:t>
            </a:r>
          </a:p>
          <a:p>
            <a:r>
              <a:rPr lang="en-GB" dirty="0"/>
              <a:t>Filter or slicer values on report injected into a M parameter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03F8C-D848-531C-883D-517386E8F7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392"/>
          <a:stretch>
            <a:fillRect/>
          </a:stretch>
        </p:blipFill>
        <p:spPr>
          <a:xfrm>
            <a:off x="0" y="2764426"/>
            <a:ext cx="12192000" cy="30706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41F0D9-FA7F-99F3-D05D-B167A2DB7B4B}"/>
              </a:ext>
            </a:extLst>
          </p:cNvPr>
          <p:cNvSpPr/>
          <p:nvPr/>
        </p:nvSpPr>
        <p:spPr>
          <a:xfrm>
            <a:off x="4362773" y="4068306"/>
            <a:ext cx="697424" cy="13116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D0012D-E6DA-DA61-55C0-B2D7EFC2DE50}"/>
              </a:ext>
            </a:extLst>
          </p:cNvPr>
          <p:cNvSpPr/>
          <p:nvPr/>
        </p:nvSpPr>
        <p:spPr>
          <a:xfrm>
            <a:off x="3706606" y="3970939"/>
            <a:ext cx="697424" cy="13116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5BFF7-1002-5C70-0565-6D0C80F42EC5}"/>
              </a:ext>
            </a:extLst>
          </p:cNvPr>
          <p:cNvSpPr/>
          <p:nvPr/>
        </p:nvSpPr>
        <p:spPr>
          <a:xfrm>
            <a:off x="3778573" y="4177075"/>
            <a:ext cx="697424" cy="13116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922357-896C-617A-A0E5-CA9B30D76663}"/>
              </a:ext>
            </a:extLst>
          </p:cNvPr>
          <p:cNvSpPr/>
          <p:nvPr/>
        </p:nvSpPr>
        <p:spPr>
          <a:xfrm>
            <a:off x="3677259" y="4383211"/>
            <a:ext cx="654804" cy="13116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AC3AB-3722-96F1-8907-75FAFEDF569D}"/>
              </a:ext>
            </a:extLst>
          </p:cNvPr>
          <p:cNvSpPr/>
          <p:nvPr/>
        </p:nvSpPr>
        <p:spPr>
          <a:xfrm>
            <a:off x="4362773" y="4492202"/>
            <a:ext cx="654804" cy="13116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B158D-5BD8-092F-ACCA-08358DCD5EED}"/>
              </a:ext>
            </a:extLst>
          </p:cNvPr>
          <p:cNvSpPr/>
          <p:nvPr/>
        </p:nvSpPr>
        <p:spPr>
          <a:xfrm>
            <a:off x="3778573" y="4601192"/>
            <a:ext cx="654804" cy="13116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4925A7-E697-BC66-006E-E26A8EBAEA8C}"/>
              </a:ext>
            </a:extLst>
          </p:cNvPr>
          <p:cNvSpPr/>
          <p:nvPr/>
        </p:nvSpPr>
        <p:spPr>
          <a:xfrm>
            <a:off x="3677259" y="4819173"/>
            <a:ext cx="654804" cy="13116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6DD910-D774-D7EC-D8A9-6D2625212BDC}"/>
              </a:ext>
            </a:extLst>
          </p:cNvPr>
          <p:cNvSpPr/>
          <p:nvPr/>
        </p:nvSpPr>
        <p:spPr>
          <a:xfrm>
            <a:off x="4362558" y="4924052"/>
            <a:ext cx="654804" cy="13116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C78C0-BC63-7D38-FC7D-27E1ED324FFE}"/>
              </a:ext>
            </a:extLst>
          </p:cNvPr>
          <p:cNvSpPr/>
          <p:nvPr/>
        </p:nvSpPr>
        <p:spPr>
          <a:xfrm>
            <a:off x="3778573" y="5019691"/>
            <a:ext cx="654804" cy="131162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822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375B3-77CE-A60F-0680-131ED13E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DC99C-B473-0CE9-A064-1070E1DC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8175F-3B60-A2B0-C553-6B9828774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14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A424A-61AD-DA45-0635-3C320B207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C424-DCD2-C6FF-B7E5-7827D072A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DAX Query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4325D-6374-B59E-F81A-468157D3C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332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44D4-1B66-EF3B-9D4E-49B28C27C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3967"/>
            <a:ext cx="10515600" cy="856721"/>
          </a:xfrm>
        </p:spPr>
        <p:txBody>
          <a:bodyPr/>
          <a:lstStyle/>
          <a:p>
            <a:r>
              <a:rPr lang="en-GB" dirty="0"/>
              <a:t>DAX Query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1A94E-88BD-D76B-5541-4BCD37EFA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5408"/>
          </a:xfrm>
        </p:spPr>
        <p:txBody>
          <a:bodyPr/>
          <a:lstStyle/>
          <a:p>
            <a:r>
              <a:rPr lang="en-GB" dirty="0"/>
              <a:t>Each increase in indent represents a nested operation</a:t>
            </a:r>
          </a:p>
          <a:p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A18AAAB-0E1A-021E-0BED-F6F03A3F55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904"/>
          <a:stretch/>
        </p:blipFill>
        <p:spPr bwMode="auto">
          <a:xfrm>
            <a:off x="838200" y="2552600"/>
            <a:ext cx="10743209" cy="346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90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C09F2-1D3A-B282-107E-142EE0430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6460DC-AF11-344F-F19C-A44DB5FF4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781"/>
            <a:ext cx="10515600" cy="878907"/>
          </a:xfrm>
        </p:spPr>
        <p:txBody>
          <a:bodyPr/>
          <a:lstStyle/>
          <a:p>
            <a:r>
              <a:rPr lang="en-GB" dirty="0"/>
              <a:t>SQL Server Query Plan</a:t>
            </a:r>
          </a:p>
        </p:txBody>
      </p:sp>
      <p:pic>
        <p:nvPicPr>
          <p:cNvPr id="6" name="Picture 2" descr="SQL Server Query Plan">
            <a:extLst>
              <a:ext uri="{FF2B5EF4-FFF2-40B4-BE49-F238E27FC236}">
                <a16:creationId xmlns:a16="http://schemas.microsoft.com/office/drawing/2014/main" id="{68F8E0CE-1BBE-156E-1766-AA0303258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733" y="1690689"/>
            <a:ext cx="10144945" cy="419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000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41F0-55CB-55F1-C985-9C5F0245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7023"/>
            <a:ext cx="10515600" cy="843665"/>
          </a:xfrm>
        </p:spPr>
        <p:txBody>
          <a:bodyPr/>
          <a:lstStyle/>
          <a:p>
            <a:r>
              <a:rPr lang="en-GB" dirty="0"/>
              <a:t>DAX Query Plan To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EC688-E70D-3323-4F73-38BE7795C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90830"/>
          </a:xfrm>
        </p:spPr>
        <p:txBody>
          <a:bodyPr/>
          <a:lstStyle/>
          <a:p>
            <a:r>
              <a:rPr lang="en-GB" dirty="0"/>
              <a:t>Parse XML to </a:t>
            </a:r>
            <a:r>
              <a:rPr lang="en-GB" dirty="0" err="1"/>
              <a:t>dict</a:t>
            </a:r>
            <a:endParaRPr lang="en-GB" dirty="0"/>
          </a:p>
          <a:p>
            <a:r>
              <a:rPr lang="en-GB" dirty="0"/>
              <a:t>Split indents to generate Physical and Logical Plans Graphs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047F9-73EB-34F8-CE00-B959BBDDD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499" y="2771743"/>
            <a:ext cx="8821454" cy="323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840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10C4-DEB1-B1D9-7A5B-D877AB13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BD58-1C8D-AA36-3A0F-496F87038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FA1F7-F2C5-3A4D-BB90-B6A0EE24A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2099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BB70-5C69-976D-8C5A-48105604B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03329" y="1328856"/>
            <a:ext cx="9385430" cy="925383"/>
          </a:xfrm>
        </p:spPr>
        <p:txBody>
          <a:bodyPr>
            <a:normAutofit/>
          </a:bodyPr>
          <a:lstStyle/>
          <a:p>
            <a:r>
              <a:rPr lang="en-US" sz="4800" dirty="0"/>
              <a:t>Resources to study more</a:t>
            </a:r>
            <a:endParaRPr lang="en-NZ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2523D-184F-77DD-AA19-2EFDC1D43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84529"/>
            <a:ext cx="9144000" cy="2911372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>
                <a:hlinkClick r:id="rId2"/>
              </a:rPr>
              <a:t>Deneb</a:t>
            </a:r>
            <a:endParaRPr lang="en-NZ" dirty="0">
              <a:hlinkClick r:id="rId3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>
                <a:hlinkClick r:id="rId3"/>
              </a:rPr>
              <a:t>Davide Bacci Vega Template</a:t>
            </a:r>
            <a:endParaRPr lang="en-NZ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hlinkClick r:id="rId4"/>
              </a:rPr>
              <a:t>Visualizing Power BI Permission Inheritance</a:t>
            </a: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hlinkClick r:id="rId5"/>
              </a:rPr>
              <a:t>Smarter Subgraphs - Kusto as a Engine For Power BI</a:t>
            </a: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>
                <a:hlinkClick r:id="rId6"/>
              </a:rPr>
              <a:t>Graphing DAX Query Plans</a:t>
            </a:r>
            <a:endParaRPr lang="en-NZ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>
                <a:hlinkClick r:id="rId7"/>
              </a:rPr>
              <a:t>Kusto Graph Semantics</a:t>
            </a:r>
            <a:endParaRPr lang="en-NZ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Z" dirty="0">
                <a:hlinkClick r:id="rId8"/>
              </a:rPr>
              <a:t>Dynamic M Parameters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4898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BB70-5C69-976D-8C5A-48105604B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967" y="1471238"/>
            <a:ext cx="3539412" cy="794755"/>
          </a:xfrm>
        </p:spPr>
        <p:txBody>
          <a:bodyPr>
            <a:normAutofit/>
          </a:bodyPr>
          <a:lstStyle/>
          <a:p>
            <a:r>
              <a:rPr lang="en-US" sz="4800" dirty="0"/>
              <a:t>Thank you</a:t>
            </a:r>
            <a:endParaRPr lang="en-NZ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2523D-184F-77DD-AA19-2EFDC1D43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030" y="2228493"/>
            <a:ext cx="9144000" cy="3245272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Connect to me at: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Stay online for my live Q&amp;A sessions</a:t>
            </a:r>
            <a:endParaRPr lang="en-NZ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94EABE-E16F-41A6-8871-2105AA808139}"/>
              </a:ext>
            </a:extLst>
          </p:cNvPr>
          <p:cNvGrpSpPr>
            <a:grpSpLocks noChangeAspect="1"/>
          </p:cNvGrpSpPr>
          <p:nvPr/>
        </p:nvGrpSpPr>
        <p:grpSpPr>
          <a:xfrm>
            <a:off x="1739600" y="2580678"/>
            <a:ext cx="2002146" cy="2277837"/>
            <a:chOff x="1029322" y="2455893"/>
            <a:chExt cx="1803040" cy="205131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71779A4-F5B1-C25D-708F-444F8970211C}"/>
                </a:ext>
              </a:extLst>
            </p:cNvPr>
            <p:cNvSpPr/>
            <p:nvPr/>
          </p:nvSpPr>
          <p:spPr>
            <a:xfrm>
              <a:off x="1029322" y="2491317"/>
              <a:ext cx="1803040" cy="1767616"/>
            </a:xfrm>
            <a:prstGeom prst="roundRect">
              <a:avLst>
                <a:gd name="adj" fmla="val 68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437DC1D-949C-CC3B-6B81-1FD3E21B4BE0}"/>
                </a:ext>
              </a:extLst>
            </p:cNvPr>
            <p:cNvGrpSpPr/>
            <p:nvPr/>
          </p:nvGrpSpPr>
          <p:grpSpPr>
            <a:xfrm>
              <a:off x="1029322" y="2455893"/>
              <a:ext cx="1803040" cy="2051315"/>
              <a:chOff x="4328299" y="4325248"/>
              <a:chExt cx="1803040" cy="205131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20141AA-A161-BA36-7768-1264D23C304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28299" y="4325248"/>
                <a:ext cx="1803040" cy="1803040"/>
                <a:chOff x="6310385" y="1254510"/>
                <a:chExt cx="3240161" cy="3240161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076B729F-7165-1FDE-1B11-C11261D020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074D49">
                      <a:tint val="45000"/>
                      <a:satMod val="400000"/>
                    </a:srgbClr>
                  </a:duotone>
                </a:blip>
                <a:stretch>
                  <a:fillRect/>
                </a:stretch>
              </p:blipFill>
              <p:spPr>
                <a:xfrm>
                  <a:off x="6310385" y="1254510"/>
                  <a:ext cx="3240161" cy="3240161"/>
                </a:xfrm>
                <a:prstGeom prst="rect">
                  <a:avLst/>
                </a:prstGeom>
              </p:spPr>
            </p:pic>
            <p:pic>
              <p:nvPicPr>
                <p:cNvPr id="10" name="Picture 2" descr="avatar">
                  <a:extLst>
                    <a:ext uri="{FF2B5EF4-FFF2-40B4-BE49-F238E27FC236}">
                      <a16:creationId xmlns:a16="http://schemas.microsoft.com/office/drawing/2014/main" id="{78F5676C-B638-C206-53BC-1860360C9F5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64529" y="2578853"/>
                  <a:ext cx="731871" cy="73187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8FC356-6CEF-EF2E-5A1C-7E08CC276908}"/>
                  </a:ext>
                </a:extLst>
              </p:cNvPr>
              <p:cNvSpPr txBox="1"/>
              <p:nvPr/>
            </p:nvSpPr>
            <p:spPr>
              <a:xfrm>
                <a:off x="4328299" y="6145731"/>
                <a:ext cx="180304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evaluationcontext.github.io/</a:t>
                </a: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65DD1FA-6928-BFA7-9238-CCEED4FC2068}"/>
              </a:ext>
            </a:extLst>
          </p:cNvPr>
          <p:cNvGrpSpPr>
            <a:grpSpLocks noChangeAspect="1"/>
          </p:cNvGrpSpPr>
          <p:nvPr/>
        </p:nvGrpSpPr>
        <p:grpSpPr>
          <a:xfrm>
            <a:off x="4087092" y="2530518"/>
            <a:ext cx="2010910" cy="2266630"/>
            <a:chOff x="1037916" y="4617388"/>
            <a:chExt cx="1850889" cy="2086261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A028889-2D6B-A0D1-72C7-2F7A3724CCF9}"/>
                </a:ext>
              </a:extLst>
            </p:cNvPr>
            <p:cNvSpPr/>
            <p:nvPr/>
          </p:nvSpPr>
          <p:spPr>
            <a:xfrm>
              <a:off x="1057704" y="4652377"/>
              <a:ext cx="1803040" cy="1803040"/>
            </a:xfrm>
            <a:prstGeom prst="roundRect">
              <a:avLst>
                <a:gd name="adj" fmla="val 68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9EB9E01-C9D4-EB2B-9A00-79BC781AD3EF}"/>
                </a:ext>
              </a:extLst>
            </p:cNvPr>
            <p:cNvGrpSpPr/>
            <p:nvPr/>
          </p:nvGrpSpPr>
          <p:grpSpPr>
            <a:xfrm>
              <a:off x="1037916" y="4617388"/>
              <a:ext cx="1850889" cy="2086261"/>
              <a:chOff x="6471477" y="4301323"/>
              <a:chExt cx="1850889" cy="2086261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527C3489-217A-D0B9-BE6D-CDEE34FD8CE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471477" y="4301323"/>
                <a:ext cx="1850889" cy="1850889"/>
                <a:chOff x="1559491" y="1198144"/>
                <a:chExt cx="3240162" cy="3240162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45F12DC8-04FA-C13A-805C-01A06D8144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4567AC">
                      <a:tint val="45000"/>
                      <a:satMod val="400000"/>
                    </a:srgbClr>
                  </a:duotone>
                </a:blip>
                <a:stretch>
                  <a:fillRect/>
                </a:stretch>
              </p:blipFill>
              <p:spPr>
                <a:xfrm>
                  <a:off x="1559491" y="1198144"/>
                  <a:ext cx="3240162" cy="3240162"/>
                </a:xfrm>
                <a:prstGeom prst="rect">
                  <a:avLst/>
                </a:prstGeom>
              </p:spPr>
            </p:pic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F5610A2-50B1-1592-2FF6-2E885DCC1C3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794181" y="2508654"/>
                  <a:ext cx="731871" cy="731871"/>
                  <a:chOff x="2611313" y="2374495"/>
                  <a:chExt cx="997356" cy="997356"/>
                </a:xfrm>
              </p:grpSpPr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E1EED92-48C8-FFCA-BBE5-C7493EA9E2E2}"/>
                      </a:ext>
                    </a:extLst>
                  </p:cNvPr>
                  <p:cNvSpPr/>
                  <p:nvPr/>
                </p:nvSpPr>
                <p:spPr>
                  <a:xfrm>
                    <a:off x="2611313" y="2374495"/>
                    <a:ext cx="997356" cy="997356"/>
                  </a:xfrm>
                  <a:prstGeom prst="rect">
                    <a:avLst/>
                  </a:prstGeom>
                  <a:solidFill>
                    <a:srgbClr val="4567A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486D23D4-7A39-FB2B-A2D3-174DD6460A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rcRect l="9006" t="9049" r="6976" b="9333"/>
                  <a:stretch/>
                </p:blipFill>
                <p:spPr>
                  <a:xfrm>
                    <a:off x="2707664" y="2470159"/>
                    <a:ext cx="837945" cy="81653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5EEEAE-2F73-7394-7C8A-AC36C58EB088}"/>
                  </a:ext>
                </a:extLst>
              </p:cNvPr>
              <p:cNvSpPr txBox="1"/>
              <p:nvPr/>
            </p:nvSpPr>
            <p:spPr>
              <a:xfrm>
                <a:off x="6471477" y="6156752"/>
                <a:ext cx="1850889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pPr algn="ctr"/>
                <a:r>
                  <a:rPr lang="en-GB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linkedin.com/in/jakeduddy/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4729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c80f8d6-3c35-4da4-b0f8-cbeadb00467e}" enabled="0" method="" siteId="{cc80f8d6-3c35-4da4-b0f8-cbeadb00467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1672</TotalTime>
  <Words>702</Words>
  <Application>Microsoft Office PowerPoint</Application>
  <PresentationFormat>Widescreen</PresentationFormat>
  <Paragraphs>238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Office Theme</vt:lpstr>
      <vt:lpstr>Visualize Your Connections A Practical Guide to Power BI Graphs</vt:lpstr>
      <vt:lpstr>PowerPoint Presentation</vt:lpstr>
      <vt:lpstr>Speaker info</vt:lpstr>
      <vt:lpstr>Agenda</vt:lpstr>
      <vt:lpstr>What Are Graphs</vt:lpstr>
      <vt:lpstr>PowerPoint Presentation</vt:lpstr>
      <vt:lpstr>Nodes and Relationships</vt:lpstr>
      <vt:lpstr>Detailed Property Graph</vt:lpstr>
      <vt:lpstr>Detailed Property Graph</vt:lpstr>
      <vt:lpstr>Detailed Property Graph</vt:lpstr>
      <vt:lpstr>Detailed Property Graph</vt:lpstr>
      <vt:lpstr>How Can You Structure Graph Data For Power BI</vt:lpstr>
      <vt:lpstr>Adjacency List </vt:lpstr>
      <vt:lpstr>Adjacency Matrix </vt:lpstr>
      <vt:lpstr>Nodes and Relationships</vt:lpstr>
      <vt:lpstr>Triplets</vt:lpstr>
      <vt:lpstr>Who Has Access To What in Fabric?</vt:lpstr>
      <vt:lpstr>How Can Access What in Fabric</vt:lpstr>
      <vt:lpstr>Pregel</vt:lpstr>
      <vt:lpstr>How can you visualize the graph in Power BI</vt:lpstr>
      <vt:lpstr>Demo</vt:lpstr>
      <vt:lpstr>Trimming the Graph</vt:lpstr>
      <vt:lpstr>Kusto Graph Semantics - 1</vt:lpstr>
      <vt:lpstr>Kusto Graph Semantics - 2</vt:lpstr>
      <vt:lpstr>Dynamic M Parameters</vt:lpstr>
      <vt:lpstr>Demo</vt:lpstr>
      <vt:lpstr>DAX Query Plan</vt:lpstr>
      <vt:lpstr>DAX Query Plan</vt:lpstr>
      <vt:lpstr>SQL Server Query Plan</vt:lpstr>
      <vt:lpstr>DAX Query Plan To Graph</vt:lpstr>
      <vt:lpstr>Demo</vt:lpstr>
      <vt:lpstr>Resources to study more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Elizabeth</dc:creator>
  <cp:lastModifiedBy>Jake Duddy</cp:lastModifiedBy>
  <cp:revision>6</cp:revision>
  <dcterms:created xsi:type="dcterms:W3CDTF">2023-11-29T20:58:10Z</dcterms:created>
  <dcterms:modified xsi:type="dcterms:W3CDTF">2026-01-23T22:44:06Z</dcterms:modified>
</cp:coreProperties>
</file>