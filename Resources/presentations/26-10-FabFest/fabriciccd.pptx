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4"/>
  </p:sldMasterIdLst>
  <p:notesMasterIdLst>
    <p:notesMasterId r:id="rId41"/>
  </p:notesMasterIdLst>
  <p:handoutMasterIdLst>
    <p:handoutMasterId r:id="rId42"/>
  </p:handoutMasterIdLst>
  <p:sldIdLst>
    <p:sldId id="2147481981" r:id="rId5"/>
    <p:sldId id="2147480264" r:id="rId6"/>
    <p:sldId id="2147482144" r:id="rId7"/>
    <p:sldId id="2147482016" r:id="rId8"/>
    <p:sldId id="2147482209" r:id="rId9"/>
    <p:sldId id="2147482121" r:id="rId10"/>
    <p:sldId id="2147482173" r:id="rId11"/>
    <p:sldId id="2147482211" r:id="rId12"/>
    <p:sldId id="2147482212" r:id="rId13"/>
    <p:sldId id="2147482123" r:id="rId14"/>
    <p:sldId id="2147482188" r:id="rId15"/>
    <p:sldId id="2147482174" r:id="rId16"/>
    <p:sldId id="2147482082" r:id="rId17"/>
    <p:sldId id="2147482195" r:id="rId18"/>
    <p:sldId id="2147482197" r:id="rId19"/>
    <p:sldId id="2147482187" r:id="rId20"/>
    <p:sldId id="2147482011" r:id="rId21"/>
    <p:sldId id="2147482203" r:id="rId22"/>
    <p:sldId id="2147482052" r:id="rId23"/>
    <p:sldId id="2147482145" r:id="rId24"/>
    <p:sldId id="2147482146" r:id="rId25"/>
    <p:sldId id="2147482164" r:id="rId26"/>
    <p:sldId id="2147482056" r:id="rId27"/>
    <p:sldId id="2147482057" r:id="rId28"/>
    <p:sldId id="2147482072" r:id="rId29"/>
    <p:sldId id="2147482119" r:id="rId30"/>
    <p:sldId id="2147482107" r:id="rId31"/>
    <p:sldId id="2147482114" r:id="rId32"/>
    <p:sldId id="2147482012" r:id="rId33"/>
    <p:sldId id="2147482104" r:id="rId34"/>
    <p:sldId id="2147482105" r:id="rId35"/>
    <p:sldId id="2147482108" r:id="rId36"/>
    <p:sldId id="2147482111" r:id="rId37"/>
    <p:sldId id="2147482143" r:id="rId38"/>
    <p:sldId id="2147482087" r:id="rId39"/>
    <p:sldId id="2147481826" r:id="rId40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FDF0F4"/>
    <a:srgbClr val="162136"/>
    <a:srgbClr val="14171F"/>
    <a:srgbClr val="8F8160"/>
    <a:srgbClr val="E91E63"/>
    <a:srgbClr val="006400"/>
    <a:srgbClr val="5B6276"/>
    <a:srgbClr val="4D71C7"/>
    <a:srgbClr val="588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A1B9A0-A9B4-4710-9C51-DE6E78430C17}" v="161" dt="2026-10-14T20:42:02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09" autoAdjust="0"/>
  </p:normalViewPr>
  <p:slideViewPr>
    <p:cSldViewPr snapToGrid="0">
      <p:cViewPr varScale="1">
        <p:scale>
          <a:sx n="134" d="100"/>
          <a:sy n="134" d="100"/>
        </p:scale>
        <p:origin x="4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Duddy" userId="7a8a0c806e99fd3e" providerId="LiveId" clId="{CCFF1EDE-63BB-4842-AC66-0597FB2EFDF5}"/>
    <pc:docChg chg="undo redo custSel addSld delSld modSld sldOrd addSection delSection modSection">
      <pc:chgData name="Jake Duddy" userId="7a8a0c806e99fd3e" providerId="LiveId" clId="{CCFF1EDE-63BB-4842-AC66-0597FB2EFDF5}" dt="2026-10-14T20:50:55.503" v="11260" actId="207"/>
      <pc:docMkLst>
        <pc:docMk/>
      </pc:docMkLst>
      <pc:sldChg chg="modSp mod">
        <pc:chgData name="Jake Duddy" userId="7a8a0c806e99fd3e" providerId="LiveId" clId="{CCFF1EDE-63BB-4842-AC66-0597FB2EFDF5}" dt="2026-10-13T23:11:42.830" v="10484" actId="207"/>
        <pc:sldMkLst>
          <pc:docMk/>
          <pc:sldMk cId="4258214078" sldId="2147480264"/>
        </pc:sldMkLst>
        <pc:spChg chg="mod">
          <ac:chgData name="Jake Duddy" userId="7a8a0c806e99fd3e" providerId="LiveId" clId="{CCFF1EDE-63BB-4842-AC66-0597FB2EFDF5}" dt="2026-10-13T23:11:42.830" v="10484" actId="207"/>
          <ac:spMkLst>
            <pc:docMk/>
            <pc:sldMk cId="4258214078" sldId="2147480264"/>
            <ac:spMk id="12" creationId="{7AEB349C-6B04-3B89-069C-B28CE81C537A}"/>
          </ac:spMkLst>
        </pc:spChg>
      </pc:sldChg>
      <pc:sldChg chg="delSp modSp mod">
        <pc:chgData name="Jake Duddy" userId="7a8a0c806e99fd3e" providerId="LiveId" clId="{CCFF1EDE-63BB-4842-AC66-0597FB2EFDF5}" dt="2026-09-17T21:18:25.469" v="4834" actId="12788"/>
        <pc:sldMkLst>
          <pc:docMk/>
          <pc:sldMk cId="337745415" sldId="2147481826"/>
        </pc:sldMkLst>
        <pc:spChg chg="mod">
          <ac:chgData name="Jake Duddy" userId="7a8a0c806e99fd3e" providerId="LiveId" clId="{CCFF1EDE-63BB-4842-AC66-0597FB2EFDF5}" dt="2026-09-17T21:18:25.469" v="4834" actId="12788"/>
          <ac:spMkLst>
            <pc:docMk/>
            <pc:sldMk cId="337745415" sldId="2147481826"/>
            <ac:spMk id="2" creationId="{C78262FC-7B76-5D19-185E-CA3050020C52}"/>
          </ac:spMkLst>
        </pc:spChg>
      </pc:sldChg>
      <pc:sldChg chg="add">
        <pc:chgData name="Jake Duddy" userId="7a8a0c806e99fd3e" providerId="LiveId" clId="{CCFF1EDE-63BB-4842-AC66-0597FB2EFDF5}" dt="2026-09-17T20:54:12.603" v="4543"/>
        <pc:sldMkLst>
          <pc:docMk/>
          <pc:sldMk cId="3327211004" sldId="2147481981"/>
        </pc:sldMkLst>
      </pc:sldChg>
      <pc:sldChg chg="add ord">
        <pc:chgData name="Jake Duddy" userId="7a8a0c806e99fd3e" providerId="LiveId" clId="{CCFF1EDE-63BB-4842-AC66-0597FB2EFDF5}" dt="2026-09-17T21:15:07.530" v="4732"/>
        <pc:sldMkLst>
          <pc:docMk/>
          <pc:sldMk cId="3583940963" sldId="2147482011"/>
        </pc:sldMkLst>
      </pc:sldChg>
      <pc:sldChg chg="add ord modNotesTx">
        <pc:chgData name="Jake Duddy" userId="7a8a0c806e99fd3e" providerId="LiveId" clId="{CCFF1EDE-63BB-4842-AC66-0597FB2EFDF5}" dt="2026-10-13T22:55:22.861" v="10293" actId="20577"/>
        <pc:sldMkLst>
          <pc:docMk/>
          <pc:sldMk cId="4125859965" sldId="2147482012"/>
        </pc:sldMkLst>
      </pc:sldChg>
      <pc:sldChg chg="add del ord">
        <pc:chgData name="Jake Duddy" userId="7a8a0c806e99fd3e" providerId="LiveId" clId="{CCFF1EDE-63BB-4842-AC66-0597FB2EFDF5}" dt="2026-10-13T22:37:29.815" v="9976" actId="47"/>
        <pc:sldMkLst>
          <pc:docMk/>
          <pc:sldMk cId="2892266614" sldId="2147482013"/>
        </pc:sldMkLst>
      </pc:sldChg>
      <pc:sldChg chg="addSp delSp modSp add mod ord">
        <pc:chgData name="Jake Duddy" userId="7a8a0c806e99fd3e" providerId="LiveId" clId="{CCFF1EDE-63BB-4842-AC66-0597FB2EFDF5}" dt="2026-10-13T23:04:54.087" v="10314" actId="1076"/>
        <pc:sldMkLst>
          <pc:docMk/>
          <pc:sldMk cId="3163297383" sldId="2147482016"/>
        </pc:sldMkLst>
        <pc:spChg chg="del mod">
          <ac:chgData name="Jake Duddy" userId="7a8a0c806e99fd3e" providerId="LiveId" clId="{CCFF1EDE-63BB-4842-AC66-0597FB2EFDF5}" dt="2026-10-13T23:04:47.365" v="10312" actId="478"/>
          <ac:spMkLst>
            <pc:docMk/>
            <pc:sldMk cId="3163297383" sldId="2147482016"/>
            <ac:spMk id="2" creationId="{3DC1AEDF-7200-DA6E-C9D0-F8DFB915CF0E}"/>
          </ac:spMkLst>
        </pc:spChg>
        <pc:spChg chg="add del mod">
          <ac:chgData name="Jake Duddy" userId="7a8a0c806e99fd3e" providerId="LiveId" clId="{CCFF1EDE-63BB-4842-AC66-0597FB2EFDF5}" dt="2026-10-13T23:04:50.814" v="10313" actId="478"/>
          <ac:spMkLst>
            <pc:docMk/>
            <pc:sldMk cId="3163297383" sldId="2147482016"/>
            <ac:spMk id="6" creationId="{4AC33D29-B757-C84E-ADEE-392ED2B8134B}"/>
          </ac:spMkLst>
        </pc:spChg>
        <pc:spChg chg="del">
          <ac:chgData name="Jake Duddy" userId="7a8a0c806e99fd3e" providerId="LiveId" clId="{CCFF1EDE-63BB-4842-AC66-0597FB2EFDF5}" dt="2026-10-13T23:00:30.691" v="10307" actId="478"/>
          <ac:spMkLst>
            <pc:docMk/>
            <pc:sldMk cId="3163297383" sldId="2147482016"/>
            <ac:spMk id="10" creationId="{00000000-0000-0000-0000-000000000000}"/>
          </ac:spMkLst>
        </pc:spChg>
        <pc:spChg chg="del">
          <ac:chgData name="Jake Duddy" userId="7a8a0c806e99fd3e" providerId="LiveId" clId="{CCFF1EDE-63BB-4842-AC66-0597FB2EFDF5}" dt="2026-10-13T23:00:30.691" v="10307" actId="478"/>
          <ac:spMkLst>
            <pc:docMk/>
            <pc:sldMk cId="3163297383" sldId="2147482016"/>
            <ac:spMk id="11" creationId="{00000000-0000-0000-0000-000000000000}"/>
          </ac:spMkLst>
        </pc:spChg>
        <pc:spChg chg="del">
          <ac:chgData name="Jake Duddy" userId="7a8a0c806e99fd3e" providerId="LiveId" clId="{CCFF1EDE-63BB-4842-AC66-0597FB2EFDF5}" dt="2026-10-13T23:00:30.691" v="10307" actId="478"/>
          <ac:spMkLst>
            <pc:docMk/>
            <pc:sldMk cId="3163297383" sldId="2147482016"/>
            <ac:spMk id="12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23:04:54.087" v="10314" actId="1076"/>
          <ac:picMkLst>
            <pc:docMk/>
            <pc:sldMk cId="3163297383" sldId="2147482016"/>
            <ac:picMk id="4" creationId="{25EE2AB4-4B9A-061C-B025-2A406026241F}"/>
          </ac:picMkLst>
        </pc:picChg>
      </pc:sldChg>
      <pc:sldChg chg="modSp add del mod ord">
        <pc:chgData name="Jake Duddy" userId="7a8a0c806e99fd3e" providerId="LiveId" clId="{CCFF1EDE-63BB-4842-AC66-0597FB2EFDF5}" dt="2026-10-13T21:51:48.808" v="9546"/>
        <pc:sldMkLst>
          <pc:docMk/>
          <pc:sldMk cId="2768306856" sldId="2147482028"/>
        </pc:sldMkLst>
      </pc:sldChg>
      <pc:sldChg chg="modSp add del mod ord">
        <pc:chgData name="Jake Duddy" userId="7a8a0c806e99fd3e" providerId="LiveId" clId="{CCFF1EDE-63BB-4842-AC66-0597FB2EFDF5}" dt="2026-10-13T21:55:17.150" v="9667" actId="47"/>
        <pc:sldMkLst>
          <pc:docMk/>
          <pc:sldMk cId="2741187036" sldId="2147482029"/>
        </pc:sldMkLst>
      </pc:sldChg>
      <pc:sldChg chg="modSp add del mod ord">
        <pc:chgData name="Jake Duddy" userId="7a8a0c806e99fd3e" providerId="LiveId" clId="{CCFF1EDE-63BB-4842-AC66-0597FB2EFDF5}" dt="2026-10-13T22:14:20.213" v="9817" actId="47"/>
        <pc:sldMkLst>
          <pc:docMk/>
          <pc:sldMk cId="2647988528" sldId="2147482042"/>
        </pc:sldMkLst>
      </pc:sldChg>
      <pc:sldChg chg="delSp modSp add del mod ord">
        <pc:chgData name="Jake Duddy" userId="7a8a0c806e99fd3e" providerId="LiveId" clId="{CCFF1EDE-63BB-4842-AC66-0597FB2EFDF5}" dt="2026-10-14T20:49:56.965" v="11223" actId="2696"/>
        <pc:sldMkLst>
          <pc:docMk/>
          <pc:sldMk cId="591361695" sldId="2147482047"/>
        </pc:sldMkLst>
        <pc:spChg chg="mod">
          <ac:chgData name="Jake Duddy" userId="7a8a0c806e99fd3e" providerId="LiveId" clId="{CCFF1EDE-63BB-4842-AC66-0597FB2EFDF5}" dt="2026-10-13T22:46:42.846" v="10264" actId="20577"/>
          <ac:spMkLst>
            <pc:docMk/>
            <pc:sldMk cId="591361695" sldId="2147482047"/>
            <ac:spMk id="3" creationId="{CE4A3D8C-DB47-9CCE-AC7E-5B22378D6DDD}"/>
          </ac:spMkLst>
        </pc:spChg>
        <pc:spChg chg="del">
          <ac:chgData name="Jake Duddy" userId="7a8a0c806e99fd3e" providerId="LiveId" clId="{CCFF1EDE-63BB-4842-AC66-0597FB2EFDF5}" dt="2026-10-13T22:41:53.370" v="9988" actId="478"/>
          <ac:spMkLst>
            <pc:docMk/>
            <pc:sldMk cId="591361695" sldId="2147482047"/>
            <ac:spMk id="6" creationId="{00000000-0000-0000-0000-000000000000}"/>
          </ac:spMkLst>
        </pc:spChg>
      </pc:sldChg>
      <pc:sldChg chg="delSp modSp add mod ord">
        <pc:chgData name="Jake Duddy" userId="7a8a0c806e99fd3e" providerId="LiveId" clId="{CCFF1EDE-63BB-4842-AC66-0597FB2EFDF5}" dt="2026-10-13T21:57:28.527" v="9694" actId="478"/>
        <pc:sldMkLst>
          <pc:docMk/>
          <pc:sldMk cId="1012801019" sldId="2147482052"/>
        </pc:sldMkLst>
        <pc:spChg chg="mod">
          <ac:chgData name="Jake Duddy" userId="7a8a0c806e99fd3e" providerId="LiveId" clId="{CCFF1EDE-63BB-4842-AC66-0597FB2EFDF5}" dt="2026-10-13T21:56:28.324" v="9677" actId="6549"/>
          <ac:spMkLst>
            <pc:docMk/>
            <pc:sldMk cId="1012801019" sldId="2147482052"/>
            <ac:spMk id="3" creationId="{FBE31F0C-25BB-A475-5F1C-0513B0794BCE}"/>
          </ac:spMkLst>
        </pc:spChg>
        <pc:spChg chg="del">
          <ac:chgData name="Jake Duddy" userId="7a8a0c806e99fd3e" providerId="LiveId" clId="{CCFF1EDE-63BB-4842-AC66-0597FB2EFDF5}" dt="2026-10-13T21:57:28.527" v="9694" actId="478"/>
          <ac:spMkLst>
            <pc:docMk/>
            <pc:sldMk cId="1012801019" sldId="2147482052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2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24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2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27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0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2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7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37.402" v="9692" actId="1035"/>
          <ac:spMkLst>
            <pc:docMk/>
            <pc:sldMk cId="1012801019" sldId="2147482052"/>
            <ac:spMk id="39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6:15.242" v="9676" actId="6549"/>
          <ac:spMkLst>
            <pc:docMk/>
            <pc:sldMk cId="1012801019" sldId="2147482052"/>
            <ac:spMk id="40" creationId="{00000000-0000-0000-0000-000000000000}"/>
          </ac:spMkLst>
        </pc:spChg>
      </pc:sldChg>
      <pc:sldChg chg="addSp delSp modSp add mod">
        <pc:chgData name="Jake Duddy" userId="7a8a0c806e99fd3e" providerId="LiveId" clId="{CCFF1EDE-63BB-4842-AC66-0597FB2EFDF5}" dt="2026-10-13T22:23:43.743" v="9921" actId="14100"/>
        <pc:sldMkLst>
          <pc:docMk/>
          <pc:sldMk cId="538648690" sldId="2147482056"/>
        </pc:sldMkLst>
        <pc:spChg chg="del">
          <ac:chgData name="Jake Duddy" userId="7a8a0c806e99fd3e" providerId="LiveId" clId="{CCFF1EDE-63BB-4842-AC66-0597FB2EFDF5}" dt="2026-10-13T22:11:47.221" v="9813" actId="478"/>
          <ac:spMkLst>
            <pc:docMk/>
            <pc:sldMk cId="538648690" sldId="2147482056"/>
            <ac:spMk id="6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2:11:28.792" v="9804" actId="478"/>
          <ac:spMkLst>
            <pc:docMk/>
            <pc:sldMk cId="538648690" sldId="2147482056"/>
            <ac:spMk id="7" creationId="{7EE07E4B-7066-1F75-C1EA-10E1EDF92168}"/>
          </ac:spMkLst>
        </pc:spChg>
        <pc:spChg chg="add del">
          <ac:chgData name="Jake Duddy" userId="7a8a0c806e99fd3e" providerId="LiveId" clId="{CCFF1EDE-63BB-4842-AC66-0597FB2EFDF5}" dt="2026-10-13T22:23:05.211" v="9911" actId="21"/>
          <ac:spMkLst>
            <pc:docMk/>
            <pc:sldMk cId="538648690" sldId="2147482056"/>
            <ac:spMk id="8" creationId="{F25EC292-14A5-D152-6557-8EFB74DA982F}"/>
          </ac:spMkLst>
        </pc:spChg>
        <pc:spChg chg="del">
          <ac:chgData name="Jake Duddy" userId="7a8a0c806e99fd3e" providerId="LiveId" clId="{CCFF1EDE-63BB-4842-AC66-0597FB2EFDF5}" dt="2026-10-13T22:08:13.941" v="9785" actId="478"/>
          <ac:spMkLst>
            <pc:docMk/>
            <pc:sldMk cId="538648690" sldId="2147482056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7:18.172" v="9693" actId="478"/>
          <ac:spMkLst>
            <pc:docMk/>
            <pc:sldMk cId="538648690" sldId="2147482056"/>
            <ac:spMk id="21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22:23:43.743" v="9921" actId="14100"/>
          <ac:picMkLst>
            <pc:docMk/>
            <pc:sldMk cId="538648690" sldId="2147482056"/>
            <ac:picMk id="4" creationId="{A731F6E3-117F-BCBB-FCB0-C2C976712F55}"/>
          </ac:picMkLst>
        </pc:picChg>
      </pc:sldChg>
      <pc:sldChg chg="addSp delSp modSp add mod">
        <pc:chgData name="Jake Duddy" userId="7a8a0c806e99fd3e" providerId="LiveId" clId="{CCFF1EDE-63BB-4842-AC66-0597FB2EFDF5}" dt="2026-10-13T23:10:25.197" v="10477" actId="20577"/>
        <pc:sldMkLst>
          <pc:docMk/>
          <pc:sldMk cId="1816986335" sldId="2147482057"/>
        </pc:sldMkLst>
        <pc:spChg chg="add del">
          <ac:chgData name="Jake Duddy" userId="7a8a0c806e99fd3e" providerId="LiveId" clId="{CCFF1EDE-63BB-4842-AC66-0597FB2EFDF5}" dt="2026-10-13T22:11:51.474" v="9814" actId="478"/>
          <ac:spMkLst>
            <pc:docMk/>
            <pc:sldMk cId="1816986335" sldId="2147482057"/>
            <ac:spMk id="5" creationId="{D24E39F2-8499-68EC-36F6-BC0D193FB540}"/>
          </ac:spMkLst>
        </pc:spChg>
        <pc:spChg chg="del">
          <ac:chgData name="Jake Duddy" userId="7a8a0c806e99fd3e" providerId="LiveId" clId="{CCFF1EDE-63BB-4842-AC66-0597FB2EFDF5}" dt="2026-10-13T22:18:36.568" v="9877" actId="478"/>
          <ac:spMkLst>
            <pc:docMk/>
            <pc:sldMk cId="1816986335" sldId="2147482057"/>
            <ac:spMk id="6" creationId="{00000000-0000-0000-0000-000000000000}"/>
          </ac:spMkLst>
        </pc:spChg>
        <pc:spChg chg="add mod">
          <ac:chgData name="Jake Duddy" userId="7a8a0c806e99fd3e" providerId="LiveId" clId="{CCFF1EDE-63BB-4842-AC66-0597FB2EFDF5}" dt="2026-10-13T23:10:25.197" v="10477" actId="20577"/>
          <ac:spMkLst>
            <pc:docMk/>
            <pc:sldMk cId="1816986335" sldId="2147482057"/>
            <ac:spMk id="8" creationId="{9878D092-76CE-DE53-069D-ED82ECA5BD66}"/>
          </ac:spMkLst>
        </pc:spChg>
        <pc:spChg chg="del">
          <ac:chgData name="Jake Duddy" userId="7a8a0c806e99fd3e" providerId="LiveId" clId="{CCFF1EDE-63BB-4842-AC66-0597FB2EFDF5}" dt="2026-10-13T22:08:35.205" v="9792" actId="478"/>
          <ac:spMkLst>
            <pc:docMk/>
            <pc:sldMk cId="1816986335" sldId="2147482057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7:53.833" v="9700" actId="478"/>
          <ac:spMkLst>
            <pc:docMk/>
            <pc:sldMk cId="1816986335" sldId="2147482057"/>
            <ac:spMk id="21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22:23:32.601" v="9919" actId="14100"/>
          <ac:picMkLst>
            <pc:docMk/>
            <pc:sldMk cId="1816986335" sldId="2147482057"/>
            <ac:picMk id="4" creationId="{2AC387A5-5639-D66B-203D-49FC5B28BD9D}"/>
          </ac:picMkLst>
        </pc:picChg>
      </pc:sldChg>
      <pc:sldChg chg="add del ord">
        <pc:chgData name="Jake Duddy" userId="7a8a0c806e99fd3e" providerId="LiveId" clId="{CCFF1EDE-63BB-4842-AC66-0597FB2EFDF5}" dt="2026-10-13T19:46:50.502" v="7889"/>
        <pc:sldMkLst>
          <pc:docMk/>
          <pc:sldMk cId="1984465418" sldId="2147482065"/>
        </pc:sldMkLst>
      </pc:sldChg>
      <pc:sldChg chg="modSp add del mod ord">
        <pc:chgData name="Jake Duddy" userId="7a8a0c806e99fd3e" providerId="LiveId" clId="{CCFF1EDE-63BB-4842-AC66-0597FB2EFDF5}" dt="2026-10-13T21:13:34.017" v="8542"/>
        <pc:sldMkLst>
          <pc:docMk/>
          <pc:sldMk cId="2355103490" sldId="2147482067"/>
        </pc:sldMkLst>
        <pc:spChg chg="mod">
          <ac:chgData name="Jake Duddy" userId="7a8a0c806e99fd3e" providerId="LiveId" clId="{CCFF1EDE-63BB-4842-AC66-0597FB2EFDF5}" dt="2026-10-13T21:09:04.709" v="8540" actId="20577"/>
          <ac:spMkLst>
            <pc:docMk/>
            <pc:sldMk cId="2355103490" sldId="2147482067"/>
            <ac:spMk id="23" creationId="{00000000-0000-0000-0000-000000000000}"/>
          </ac:spMkLst>
        </pc:spChg>
      </pc:sldChg>
      <pc:sldChg chg="modSp add del mod ord">
        <pc:chgData name="Jake Duddy" userId="7a8a0c806e99fd3e" providerId="LiveId" clId="{CCFF1EDE-63BB-4842-AC66-0597FB2EFDF5}" dt="2026-10-13T21:26:04.622" v="9368" actId="47"/>
        <pc:sldMkLst>
          <pc:docMk/>
          <pc:sldMk cId="782482162" sldId="2147482068"/>
        </pc:sldMkLst>
      </pc:sldChg>
      <pc:sldChg chg="addSp delSp modSp add mod">
        <pc:chgData name="Jake Duddy" userId="7a8a0c806e99fd3e" providerId="LiveId" clId="{CCFF1EDE-63BB-4842-AC66-0597FB2EFDF5}" dt="2026-10-13T22:23:35.392" v="9920" actId="14100"/>
        <pc:sldMkLst>
          <pc:docMk/>
          <pc:sldMk cId="2884218139" sldId="2147482072"/>
        </pc:sldMkLst>
        <pc:spChg chg="del">
          <ac:chgData name="Jake Duddy" userId="7a8a0c806e99fd3e" providerId="LiveId" clId="{CCFF1EDE-63BB-4842-AC66-0597FB2EFDF5}" dt="2026-10-13T22:11:44.114" v="9812" actId="478"/>
          <ac:spMkLst>
            <pc:docMk/>
            <pc:sldMk cId="2884218139" sldId="2147482072"/>
            <ac:spMk id="6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2:11:41.099" v="9811" actId="478"/>
          <ac:spMkLst>
            <pc:docMk/>
            <pc:sldMk cId="2884218139" sldId="2147482072"/>
            <ac:spMk id="7" creationId="{F8967BA7-2E90-5805-1F25-50840A5E1AAD}"/>
          </ac:spMkLst>
        </pc:spChg>
        <pc:spChg chg="add del">
          <ac:chgData name="Jake Duddy" userId="7a8a0c806e99fd3e" providerId="LiveId" clId="{CCFF1EDE-63BB-4842-AC66-0597FB2EFDF5}" dt="2026-10-13T22:23:08.931" v="9913" actId="21"/>
          <ac:spMkLst>
            <pc:docMk/>
            <pc:sldMk cId="2884218139" sldId="2147482072"/>
            <ac:spMk id="9" creationId="{82EFBA47-8FC2-0304-98C4-95E3B33FEC4F}"/>
          </ac:spMkLst>
        </pc:spChg>
        <pc:spChg chg="del mod">
          <ac:chgData name="Jake Duddy" userId="7a8a0c806e99fd3e" providerId="LiveId" clId="{CCFF1EDE-63BB-4842-AC66-0597FB2EFDF5}" dt="2026-10-13T22:09:23.083" v="9796" actId="478"/>
          <ac:spMkLst>
            <pc:docMk/>
            <pc:sldMk cId="2884218139" sldId="2147482072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8:36.112" v="9701" actId="478"/>
          <ac:spMkLst>
            <pc:docMk/>
            <pc:sldMk cId="2884218139" sldId="2147482072"/>
            <ac:spMk id="21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22:23:35.392" v="9920" actId="14100"/>
          <ac:picMkLst>
            <pc:docMk/>
            <pc:sldMk cId="2884218139" sldId="2147482072"/>
            <ac:picMk id="4" creationId="{1908B60D-E82D-7BBF-AF9F-15AAC7872818}"/>
          </ac:picMkLst>
        </pc:picChg>
      </pc:sldChg>
      <pc:sldChg chg="add del">
        <pc:chgData name="Jake Duddy" userId="7a8a0c806e99fd3e" providerId="LiveId" clId="{CCFF1EDE-63BB-4842-AC66-0597FB2EFDF5}" dt="2026-10-13T22:13:36.462" v="9815" actId="47"/>
        <pc:sldMkLst>
          <pc:docMk/>
          <pc:sldMk cId="3750490411" sldId="2147482073"/>
        </pc:sldMkLst>
      </pc:sldChg>
      <pc:sldChg chg="addSp delSp modSp add del mod ord modShow">
        <pc:chgData name="Jake Duddy" userId="7a8a0c806e99fd3e" providerId="LiveId" clId="{CCFF1EDE-63BB-4842-AC66-0597FB2EFDF5}" dt="2026-10-13T20:19:08.698" v="8360" actId="47"/>
        <pc:sldMkLst>
          <pc:docMk/>
          <pc:sldMk cId="3218972607" sldId="2147482080"/>
        </pc:sldMkLst>
      </pc:sldChg>
      <pc:sldChg chg="addSp delSp modSp add mod ord modAnim">
        <pc:chgData name="Jake Duddy" userId="7a8a0c806e99fd3e" providerId="LiveId" clId="{CCFF1EDE-63BB-4842-AC66-0597FB2EFDF5}" dt="2026-10-13T21:43:29.103" v="9447" actId="478"/>
        <pc:sldMkLst>
          <pc:docMk/>
          <pc:sldMk cId="1191619742" sldId="2147482082"/>
        </pc:sldMkLst>
        <pc:spChg chg="add mod">
          <ac:chgData name="Jake Duddy" userId="7a8a0c806e99fd3e" providerId="LiveId" clId="{CCFF1EDE-63BB-4842-AC66-0597FB2EFDF5}" dt="2026-10-13T21:28:51" v="9383" actId="207"/>
          <ac:spMkLst>
            <pc:docMk/>
            <pc:sldMk cId="1191619742" sldId="2147482082"/>
            <ac:spMk id="4" creationId="{6B269B93-3E67-D9F4-9778-B279F675E99E}"/>
          </ac:spMkLst>
        </pc:spChg>
        <pc:spChg chg="del">
          <ac:chgData name="Jake Duddy" userId="7a8a0c806e99fd3e" providerId="LiveId" clId="{CCFF1EDE-63BB-4842-AC66-0597FB2EFDF5}" dt="2026-10-13T21:43:29.103" v="9447" actId="478"/>
          <ac:spMkLst>
            <pc:docMk/>
            <pc:sldMk cId="1191619742" sldId="2147482082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0:03:49.558" v="8096" actId="14100"/>
          <ac:spMkLst>
            <pc:docMk/>
            <pc:sldMk cId="1191619742" sldId="2147482082"/>
            <ac:spMk id="30" creationId="{00000000-0000-0000-0000-000000000000}"/>
          </ac:spMkLst>
        </pc:spChg>
        <pc:graphicFrameChg chg="modGraphic">
          <ac:chgData name="Jake Duddy" userId="7a8a0c806e99fd3e" providerId="LiveId" clId="{CCFF1EDE-63BB-4842-AC66-0597FB2EFDF5}" dt="2026-10-13T21:29:12.316" v="9384" actId="20577"/>
          <ac:graphicFrameMkLst>
            <pc:docMk/>
            <pc:sldMk cId="1191619742" sldId="2147482082"/>
            <ac:graphicFrameMk id="5" creationId="{43C8C36F-7B07-4877-96AE-4ED0BC8CC3A1}"/>
          </ac:graphicFrameMkLst>
        </pc:graphicFrameChg>
      </pc:sldChg>
      <pc:sldChg chg="add del ord">
        <pc:chgData name="Jake Duddy" userId="7a8a0c806e99fd3e" providerId="LiveId" clId="{CCFF1EDE-63BB-4842-AC66-0597FB2EFDF5}" dt="2026-10-13T20:18:26.439" v="8358" actId="47"/>
        <pc:sldMkLst>
          <pc:docMk/>
          <pc:sldMk cId="2390311424" sldId="2147482086"/>
        </pc:sldMkLst>
      </pc:sldChg>
      <pc:sldChg chg="modSp add mod">
        <pc:chgData name="Jake Duddy" userId="7a8a0c806e99fd3e" providerId="LiveId" clId="{CCFF1EDE-63BB-4842-AC66-0597FB2EFDF5}" dt="2026-10-13T23:12:18.322" v="10506" actId="20577"/>
        <pc:sldMkLst>
          <pc:docMk/>
          <pc:sldMk cId="548913270" sldId="2147482087"/>
        </pc:sldMkLst>
        <pc:spChg chg="mod">
          <ac:chgData name="Jake Duddy" userId="7a8a0c806e99fd3e" providerId="LiveId" clId="{CCFF1EDE-63BB-4842-AC66-0597FB2EFDF5}" dt="2026-10-13T23:12:18.322" v="10506" actId="20577"/>
          <ac:spMkLst>
            <pc:docMk/>
            <pc:sldMk cId="548913270" sldId="2147482087"/>
            <ac:spMk id="3" creationId="{59D1722C-C62B-7FEF-4838-00A322405C90}"/>
          </ac:spMkLst>
        </pc:spChg>
      </pc:sldChg>
      <pc:sldChg chg="delSp add del mod modShow">
        <pc:chgData name="Jake Duddy" userId="7a8a0c806e99fd3e" providerId="LiveId" clId="{CCFF1EDE-63BB-4842-AC66-0597FB2EFDF5}" dt="2026-10-13T20:19:10.240" v="8361" actId="47"/>
        <pc:sldMkLst>
          <pc:docMk/>
          <pc:sldMk cId="1133690742" sldId="2147482088"/>
        </pc:sldMkLst>
      </pc:sldChg>
      <pc:sldChg chg="add del">
        <pc:chgData name="Jake Duddy" userId="7a8a0c806e99fd3e" providerId="LiveId" clId="{CCFF1EDE-63BB-4842-AC66-0597FB2EFDF5}" dt="2026-10-13T22:25:10.894" v="9933" actId="47"/>
        <pc:sldMkLst>
          <pc:docMk/>
          <pc:sldMk cId="3600218925" sldId="2147482095"/>
        </pc:sldMkLst>
      </pc:sldChg>
      <pc:sldChg chg="delSp modSp add mod ord modShow">
        <pc:chgData name="Jake Duddy" userId="7a8a0c806e99fd3e" providerId="LiveId" clId="{CCFF1EDE-63BB-4842-AC66-0597FB2EFDF5}" dt="2026-10-13T22:42:12.336" v="9994" actId="478"/>
        <pc:sldMkLst>
          <pc:docMk/>
          <pc:sldMk cId="1434315449" sldId="2147482104"/>
        </pc:sldMkLst>
        <pc:spChg chg="mod">
          <ac:chgData name="Jake Duddy" userId="7a8a0c806e99fd3e" providerId="LiveId" clId="{CCFF1EDE-63BB-4842-AC66-0597FB2EFDF5}" dt="2026-09-21T08:04:41.564" v="5818" actId="27636"/>
          <ac:spMkLst>
            <pc:docMk/>
            <pc:sldMk cId="1434315449" sldId="2147482104"/>
            <ac:spMk id="2" creationId="{CDCF3732-7613-B37A-712A-9C1CB97B67E8}"/>
          </ac:spMkLst>
        </pc:spChg>
        <pc:spChg chg="del">
          <ac:chgData name="Jake Duddy" userId="7a8a0c806e99fd3e" providerId="LiveId" clId="{CCFF1EDE-63BB-4842-AC66-0597FB2EFDF5}" dt="2026-10-13T22:42:12.336" v="9994" actId="478"/>
          <ac:spMkLst>
            <pc:docMk/>
            <pc:sldMk cId="1434315449" sldId="2147482104"/>
            <ac:spMk id="20" creationId="{00000000-0000-0000-0000-000000000000}"/>
          </ac:spMkLst>
        </pc:spChg>
        <pc:spChg chg="mod">
          <ac:chgData name="Jake Duddy" userId="7a8a0c806e99fd3e" providerId="LiveId" clId="{CCFF1EDE-63BB-4842-AC66-0597FB2EFDF5}" dt="2026-10-13T22:32:47.002" v="9937" actId="27636"/>
          <ac:spMkLst>
            <pc:docMk/>
            <pc:sldMk cId="1434315449" sldId="2147482104"/>
            <ac:spMk id="24" creationId="{00000000-0000-0000-0000-000000000000}"/>
          </ac:spMkLst>
        </pc:spChg>
      </pc:sldChg>
      <pc:sldChg chg="delSp add mod modShow">
        <pc:chgData name="Jake Duddy" userId="7a8a0c806e99fd3e" providerId="LiveId" clId="{CCFF1EDE-63BB-4842-AC66-0597FB2EFDF5}" dt="2026-10-13T22:42:08.669" v="9993" actId="478"/>
        <pc:sldMkLst>
          <pc:docMk/>
          <pc:sldMk cId="2382090721" sldId="2147482105"/>
        </pc:sldMkLst>
        <pc:spChg chg="del">
          <ac:chgData name="Jake Duddy" userId="7a8a0c806e99fd3e" providerId="LiveId" clId="{CCFF1EDE-63BB-4842-AC66-0597FB2EFDF5}" dt="2026-10-13T22:42:08.669" v="9993" actId="478"/>
          <ac:spMkLst>
            <pc:docMk/>
            <pc:sldMk cId="2382090721" sldId="2147482105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2:33:14.913" v="9938" actId="478"/>
          <ac:spMkLst>
            <pc:docMk/>
            <pc:sldMk cId="2382090721" sldId="2147482105"/>
            <ac:spMk id="23" creationId="{00000000-0000-0000-0000-000000000000}"/>
          </ac:spMkLst>
        </pc:spChg>
      </pc:sldChg>
      <pc:sldChg chg="delSp modSp add mod ord">
        <pc:chgData name="Jake Duddy" userId="7a8a0c806e99fd3e" providerId="LiveId" clId="{CCFF1EDE-63BB-4842-AC66-0597FB2EFDF5}" dt="2026-10-13T22:38:52.862" v="9979"/>
        <pc:sldMkLst>
          <pc:docMk/>
          <pc:sldMk cId="2627670912" sldId="2147482107"/>
        </pc:sldMkLst>
        <pc:spChg chg="mod">
          <ac:chgData name="Jake Duddy" userId="7a8a0c806e99fd3e" providerId="LiveId" clId="{CCFF1EDE-63BB-4842-AC66-0597FB2EFDF5}" dt="2026-09-21T08:06:30.141" v="5969" actId="27636"/>
          <ac:spMkLst>
            <pc:docMk/>
            <pc:sldMk cId="2627670912" sldId="2147482107"/>
            <ac:spMk id="2" creationId="{CDCF3732-7613-B37A-712A-9C1CB97B67E8}"/>
          </ac:spMkLst>
        </pc:spChg>
        <pc:spChg chg="del">
          <ac:chgData name="Jake Duddy" userId="7a8a0c806e99fd3e" providerId="LiveId" clId="{CCFF1EDE-63BB-4842-AC66-0597FB2EFDF5}" dt="2026-10-13T22:33:34.200" v="9939" actId="478"/>
          <ac:spMkLst>
            <pc:docMk/>
            <pc:sldMk cId="2627670912" sldId="2147482107"/>
            <ac:spMk id="30" creationId="{00000000-0000-0000-0000-000000000000}"/>
          </ac:spMkLst>
        </pc:spChg>
      </pc:sldChg>
      <pc:sldChg chg="delSp modSp add mod modShow">
        <pc:chgData name="Jake Duddy" userId="7a8a0c806e99fd3e" providerId="LiveId" clId="{CCFF1EDE-63BB-4842-AC66-0597FB2EFDF5}" dt="2026-10-13T22:42:06.419" v="9992" actId="478"/>
        <pc:sldMkLst>
          <pc:docMk/>
          <pc:sldMk cId="3261653486" sldId="2147482108"/>
        </pc:sldMkLst>
        <pc:spChg chg="del">
          <ac:chgData name="Jake Duddy" userId="7a8a0c806e99fd3e" providerId="LiveId" clId="{CCFF1EDE-63BB-4842-AC66-0597FB2EFDF5}" dt="2026-10-13T22:42:06.419" v="9992" actId="478"/>
          <ac:spMkLst>
            <pc:docMk/>
            <pc:sldMk cId="3261653486" sldId="2147482108"/>
            <ac:spMk id="6" creationId="{00000000-0000-0000-0000-000000000000}"/>
          </ac:spMkLst>
        </pc:spChg>
        <pc:graphicFrameChg chg="modGraphic">
          <ac:chgData name="Jake Duddy" userId="7a8a0c806e99fd3e" providerId="LiveId" clId="{CCFF1EDE-63BB-4842-AC66-0597FB2EFDF5}" dt="2026-09-21T08:07:18.604" v="6110"/>
          <ac:graphicFrameMkLst>
            <pc:docMk/>
            <pc:sldMk cId="3261653486" sldId="2147482108"/>
            <ac:graphicFrameMk id="4" creationId="{9ECE6F51-B9A1-4306-8207-D75075B53F37}"/>
          </ac:graphicFrameMkLst>
        </pc:graphicFrameChg>
      </pc:sldChg>
      <pc:sldChg chg="delSp add mod modShow">
        <pc:chgData name="Jake Duddy" userId="7a8a0c806e99fd3e" providerId="LiveId" clId="{CCFF1EDE-63BB-4842-AC66-0597FB2EFDF5}" dt="2026-10-13T22:42:03.853" v="9991" actId="478"/>
        <pc:sldMkLst>
          <pc:docMk/>
          <pc:sldMk cId="3222995553" sldId="2147482111"/>
        </pc:sldMkLst>
        <pc:spChg chg="del">
          <ac:chgData name="Jake Duddy" userId="7a8a0c806e99fd3e" providerId="LiveId" clId="{CCFF1EDE-63BB-4842-AC66-0597FB2EFDF5}" dt="2026-10-13T22:42:03.853" v="9991" actId="478"/>
          <ac:spMkLst>
            <pc:docMk/>
            <pc:sldMk cId="3222995553" sldId="2147482111"/>
            <ac:spMk id="20" creationId="{00000000-0000-0000-0000-000000000000}"/>
          </ac:spMkLst>
        </pc:spChg>
      </pc:sldChg>
      <pc:sldChg chg="delSp add del mod modShow">
        <pc:chgData name="Jake Duddy" userId="7a8a0c806e99fd3e" providerId="LiveId" clId="{CCFF1EDE-63BB-4842-AC66-0597FB2EFDF5}" dt="2026-10-13T22:42:01.549" v="9990" actId="47"/>
        <pc:sldMkLst>
          <pc:docMk/>
          <pc:sldMk cId="2326027347" sldId="2147482112"/>
        </pc:sldMkLst>
        <pc:spChg chg="del">
          <ac:chgData name="Jake Duddy" userId="7a8a0c806e99fd3e" providerId="LiveId" clId="{CCFF1EDE-63BB-4842-AC66-0597FB2EFDF5}" dt="2026-10-13T22:41:56.540" v="9989" actId="478"/>
          <ac:spMkLst>
            <pc:docMk/>
            <pc:sldMk cId="2326027347" sldId="2147482112"/>
            <ac:spMk id="20" creationId="{00000000-0000-0000-0000-000000000000}"/>
          </ac:spMkLst>
        </pc:spChg>
      </pc:sldChg>
      <pc:sldChg chg="add del">
        <pc:chgData name="Jake Duddy" userId="7a8a0c806e99fd3e" providerId="LiveId" clId="{CCFF1EDE-63BB-4842-AC66-0597FB2EFDF5}" dt="2026-10-13T22:39:57.544" v="9984" actId="47"/>
        <pc:sldMkLst>
          <pc:docMk/>
          <pc:sldMk cId="2512215512" sldId="2147482113"/>
        </pc:sldMkLst>
      </pc:sldChg>
      <pc:sldChg chg="addSp delSp modSp add mod ord modAnim">
        <pc:chgData name="Jake Duddy" userId="7a8a0c806e99fd3e" providerId="LiveId" clId="{CCFF1EDE-63BB-4842-AC66-0597FB2EFDF5}" dt="2026-10-14T20:42:53.675" v="11220" actId="167"/>
        <pc:sldMkLst>
          <pc:docMk/>
          <pc:sldMk cId="3280936871" sldId="2147482114"/>
        </pc:sldMkLst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3" creationId="{00000000-0000-0000-0000-000000000000}"/>
          </ac:spMkLst>
        </pc:spChg>
        <pc:spChg chg="add 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5" creationId="{B0D8D37E-DE89-D4DF-DB84-29B2A75DE41D}"/>
          </ac:spMkLst>
        </pc:spChg>
        <pc:spChg chg="add del mod">
          <ac:chgData name="Jake Duddy" userId="7a8a0c806e99fd3e" providerId="LiveId" clId="{CCFF1EDE-63BB-4842-AC66-0597FB2EFDF5}" dt="2026-10-13T22:35:38.466" v="9949" actId="478"/>
          <ac:spMkLst>
            <pc:docMk/>
            <pc:sldMk cId="3280936871" sldId="2147482114"/>
            <ac:spMk id="10" creationId="{CFBA2D26-A9D7-EDA6-E6CE-53B352FD3605}"/>
          </ac:spMkLst>
        </pc:spChg>
        <pc:spChg chg="add mod">
          <ac:chgData name="Jake Duddy" userId="7a8a0c806e99fd3e" providerId="LiveId" clId="{CCFF1EDE-63BB-4842-AC66-0597FB2EFDF5}" dt="2026-10-13T22:36:35.947" v="9962" actId="1076"/>
          <ac:spMkLst>
            <pc:docMk/>
            <pc:sldMk cId="3280936871" sldId="2147482114"/>
            <ac:spMk id="17" creationId="{C8B0BB69-809A-C4C3-D18C-EE82B4FC63B0}"/>
          </ac:spMkLst>
        </pc:spChg>
        <pc:spChg chg="del mod">
          <ac:chgData name="Jake Duddy" userId="7a8a0c806e99fd3e" providerId="LiveId" clId="{CCFF1EDE-63BB-4842-AC66-0597FB2EFDF5}" dt="2026-10-14T20:41:13.688" v="11195" actId="478"/>
          <ac:spMkLst>
            <pc:docMk/>
            <pc:sldMk cId="3280936871" sldId="2147482114"/>
            <ac:spMk id="20" creationId="{00000000-0000-0000-0000-000000000000}"/>
          </ac:spMkLst>
        </pc:spChg>
        <pc:spChg chg="del mod">
          <ac:chgData name="Jake Duddy" userId="7a8a0c806e99fd3e" providerId="LiveId" clId="{CCFF1EDE-63BB-4842-AC66-0597FB2EFDF5}" dt="2026-10-14T20:41:12.854" v="11194" actId="478"/>
          <ac:spMkLst>
            <pc:docMk/>
            <pc:sldMk cId="3280936871" sldId="2147482114"/>
            <ac:spMk id="2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22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23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24" creationId="{00000000-0000-0000-0000-000000000000}"/>
          </ac:spMkLst>
        </pc:spChg>
        <pc:spChg chg="mod">
          <ac:chgData name="Jake Duddy" userId="7a8a0c806e99fd3e" providerId="LiveId" clId="{CCFF1EDE-63BB-4842-AC66-0597FB2EFDF5}" dt="2026-10-14T20:40:00.328" v="11158" actId="1076"/>
          <ac:spMkLst>
            <pc:docMk/>
            <pc:sldMk cId="3280936871" sldId="2147482114"/>
            <ac:spMk id="28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30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3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2:42.759" v="9607" actId="1036"/>
          <ac:spMkLst>
            <pc:docMk/>
            <pc:sldMk cId="3280936871" sldId="2147482114"/>
            <ac:spMk id="34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1:51:57.496" v="9553" actId="478"/>
          <ac:spMkLst>
            <pc:docMk/>
            <pc:sldMk cId="3280936871" sldId="2147482114"/>
            <ac:spMk id="36" creationId="{00000000-0000-0000-0000-000000000000}"/>
          </ac:spMkLst>
        </pc:spChg>
        <pc:spChg chg="mod">
          <ac:chgData name="Jake Duddy" userId="7a8a0c806e99fd3e" providerId="LiveId" clId="{CCFF1EDE-63BB-4842-AC66-0597FB2EFDF5}" dt="2026-10-14T20:39:45.918" v="11157" actId="20577"/>
          <ac:spMkLst>
            <pc:docMk/>
            <pc:sldMk cId="3280936871" sldId="2147482114"/>
            <ac:spMk id="38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2:03.032" v="9561" actId="478"/>
          <ac:spMkLst>
            <pc:docMk/>
            <pc:sldMk cId="3280936871" sldId="2147482114"/>
            <ac:spMk id="4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2:00.784" v="9558" actId="478"/>
          <ac:spMkLst>
            <pc:docMk/>
            <pc:sldMk cId="3280936871" sldId="2147482114"/>
            <ac:spMk id="41" creationId="{00000000-0000-0000-0000-000000000000}"/>
          </ac:spMkLst>
        </pc:spChg>
        <pc:picChg chg="add mod ord">
          <ac:chgData name="Jake Duddy" userId="7a8a0c806e99fd3e" providerId="LiveId" clId="{CCFF1EDE-63BB-4842-AC66-0597FB2EFDF5}" dt="2026-10-14T20:42:40.693" v="11216" actId="1076"/>
          <ac:picMkLst>
            <pc:docMk/>
            <pc:sldMk cId="3280936871" sldId="2147482114"/>
            <ac:picMk id="7" creationId="{D0CB53B7-31C8-E3B4-F5D9-CBFDB5095631}"/>
          </ac:picMkLst>
        </pc:picChg>
        <pc:picChg chg="add mod">
          <ac:chgData name="Jake Duddy" userId="7a8a0c806e99fd3e" providerId="LiveId" clId="{CCFF1EDE-63BB-4842-AC66-0597FB2EFDF5}" dt="2026-10-14T20:41:37.700" v="11199" actId="1076"/>
          <ac:picMkLst>
            <pc:docMk/>
            <pc:sldMk cId="3280936871" sldId="2147482114"/>
            <ac:picMk id="10" creationId="{A5130AD4-E9F4-7322-686E-B9702C8F3A8D}"/>
          </ac:picMkLst>
        </pc:picChg>
        <pc:picChg chg="add del mod">
          <ac:chgData name="Jake Duddy" userId="7a8a0c806e99fd3e" providerId="LiveId" clId="{CCFF1EDE-63BB-4842-AC66-0597FB2EFDF5}" dt="2026-10-14T20:42:15.674" v="11206" actId="478"/>
          <ac:picMkLst>
            <pc:docMk/>
            <pc:sldMk cId="3280936871" sldId="2147482114"/>
            <ac:picMk id="12" creationId="{02CE7742-78B3-933D-C4F2-A3B8B2C7E31B}"/>
          </ac:picMkLst>
        </pc:picChg>
        <pc:picChg chg="add mod">
          <ac:chgData name="Jake Duddy" userId="7a8a0c806e99fd3e" providerId="LiveId" clId="{CCFF1EDE-63BB-4842-AC66-0597FB2EFDF5}" dt="2026-10-14T20:42:46.325" v="11217" actId="14100"/>
          <ac:picMkLst>
            <pc:docMk/>
            <pc:sldMk cId="3280936871" sldId="2147482114"/>
            <ac:picMk id="14" creationId="{881C804A-4410-566F-B884-7BB63685BA0E}"/>
          </ac:picMkLst>
        </pc:picChg>
        <pc:picChg chg="add mod ord">
          <ac:chgData name="Jake Duddy" userId="7a8a0c806e99fd3e" providerId="LiveId" clId="{CCFF1EDE-63BB-4842-AC66-0597FB2EFDF5}" dt="2026-10-14T20:42:53.675" v="11220" actId="167"/>
          <ac:picMkLst>
            <pc:docMk/>
            <pc:sldMk cId="3280936871" sldId="2147482114"/>
            <ac:picMk id="16" creationId="{1CDFA8BE-293C-20D0-2750-FFE93A4302DB}"/>
          </ac:picMkLst>
        </pc:picChg>
        <pc:cxnChg chg="add del mod">
          <ac:chgData name="Jake Duddy" userId="7a8a0c806e99fd3e" providerId="LiveId" clId="{CCFF1EDE-63BB-4842-AC66-0597FB2EFDF5}" dt="2026-10-13T22:35:00.129" v="9944" actId="478"/>
          <ac:cxnSpMkLst>
            <pc:docMk/>
            <pc:sldMk cId="3280936871" sldId="2147482114"/>
            <ac:cxnSpMk id="7" creationId="{82DCD629-FF92-1D5A-57A4-62A65DC77763}"/>
          </ac:cxnSpMkLst>
        </pc:cxnChg>
        <pc:cxnChg chg="add mod">
          <ac:chgData name="Jake Duddy" userId="7a8a0c806e99fd3e" providerId="LiveId" clId="{CCFF1EDE-63BB-4842-AC66-0597FB2EFDF5}" dt="2026-10-13T22:36:30.590" v="9960" actId="14100"/>
          <ac:cxnSpMkLst>
            <pc:docMk/>
            <pc:sldMk cId="3280936871" sldId="2147482114"/>
            <ac:cxnSpMk id="8" creationId="{6B14FE3B-910C-642C-7BC6-0DE81FCE5319}"/>
          </ac:cxnSpMkLst>
        </pc:cxnChg>
        <pc:cxnChg chg="add del mod">
          <ac:chgData name="Jake Duddy" userId="7a8a0c806e99fd3e" providerId="LiveId" clId="{CCFF1EDE-63BB-4842-AC66-0597FB2EFDF5}" dt="2026-10-13T22:35:56.623" v="9953" actId="478"/>
          <ac:cxnSpMkLst>
            <pc:docMk/>
            <pc:sldMk cId="3280936871" sldId="2147482114"/>
            <ac:cxnSpMk id="12" creationId="{CD93F08A-49A0-7CF0-DEC8-7F486E2D557F}"/>
          </ac:cxnSpMkLst>
        </pc:cxnChg>
        <pc:cxnChg chg="add mod">
          <ac:chgData name="Jake Duddy" userId="7a8a0c806e99fd3e" providerId="LiveId" clId="{CCFF1EDE-63BB-4842-AC66-0597FB2EFDF5}" dt="2026-10-13T22:36:48.768" v="9972" actId="1038"/>
          <ac:cxnSpMkLst>
            <pc:docMk/>
            <pc:sldMk cId="3280936871" sldId="2147482114"/>
            <ac:cxnSpMk id="19" creationId="{22CA15C1-38E3-2565-1221-156941F5D2CE}"/>
          </ac:cxnSpMkLst>
        </pc:cxnChg>
        <pc:cxnChg chg="mod">
          <ac:chgData name="Jake Duddy" userId="7a8a0c806e99fd3e" providerId="LiveId" clId="{CCFF1EDE-63BB-4842-AC66-0597FB2EFDF5}" dt="2026-10-13T21:52:15.412" v="9563" actId="1076"/>
          <ac:cxnSpMkLst>
            <pc:docMk/>
            <pc:sldMk cId="3280936871" sldId="2147482114"/>
            <ac:cxnSpMk id="27" creationId="{00000000-0000-0000-0000-000000000000}"/>
          </ac:cxnSpMkLst>
        </pc:cxnChg>
      </pc:sldChg>
      <pc:sldChg chg="modSp add del mod">
        <pc:chgData name="Jake Duddy" userId="7a8a0c806e99fd3e" providerId="LiveId" clId="{CCFF1EDE-63BB-4842-AC66-0597FB2EFDF5}" dt="2026-10-13T22:19:26.479" v="9881" actId="2696"/>
        <pc:sldMkLst>
          <pc:docMk/>
          <pc:sldMk cId="799902182" sldId="2147482118"/>
        </pc:sldMkLst>
      </pc:sldChg>
      <pc:sldChg chg="add mod modShow">
        <pc:chgData name="Jake Duddy" userId="7a8a0c806e99fd3e" providerId="LiveId" clId="{CCFF1EDE-63BB-4842-AC66-0597FB2EFDF5}" dt="2026-10-13T22:14:07.710" v="9816" actId="729"/>
        <pc:sldMkLst>
          <pc:docMk/>
          <pc:sldMk cId="846170662" sldId="2147482119"/>
        </pc:sldMkLst>
      </pc:sldChg>
      <pc:sldChg chg="addSp delSp modSp add mod modTransition addAnim delAnim modAnim">
        <pc:chgData name="Jake Duddy" userId="7a8a0c806e99fd3e" providerId="LiveId" clId="{CCFF1EDE-63BB-4842-AC66-0597FB2EFDF5}" dt="2026-10-13T19:32:08.417" v="7854"/>
        <pc:sldMkLst>
          <pc:docMk/>
          <pc:sldMk cId="1794151973" sldId="2147482121"/>
        </pc:sldMkLst>
        <pc:spChg chg="mod">
          <ac:chgData name="Jake Duddy" userId="7a8a0c806e99fd3e" providerId="LiveId" clId="{CCFF1EDE-63BB-4842-AC66-0597FB2EFDF5}" dt="2026-10-12T09:54:33.706" v="6353" actId="20577"/>
          <ac:spMkLst>
            <pc:docMk/>
            <pc:sldMk cId="1794151973" sldId="2147482121"/>
            <ac:spMk id="2" creationId="{2ACA4128-93B7-C9EA-107F-71E87C458A8D}"/>
          </ac:spMkLst>
        </pc:spChg>
        <pc:spChg chg="add mod">
          <ac:chgData name="Jake Duddy" userId="7a8a0c806e99fd3e" providerId="LiveId" clId="{CCFF1EDE-63BB-4842-AC66-0597FB2EFDF5}" dt="2026-10-13T19:29:25.751" v="7765" actId="1037"/>
          <ac:spMkLst>
            <pc:docMk/>
            <pc:sldMk cId="1794151973" sldId="2147482121"/>
            <ac:spMk id="3" creationId="{BF02B005-79E9-0A5E-DD4C-35EB9064F111}"/>
          </ac:spMkLst>
        </pc:spChg>
        <pc:spChg chg="add mod">
          <ac:chgData name="Jake Duddy" userId="7a8a0c806e99fd3e" providerId="LiveId" clId="{CCFF1EDE-63BB-4842-AC66-0597FB2EFDF5}" dt="2026-10-13T19:29:25.751" v="7765" actId="1037"/>
          <ac:spMkLst>
            <pc:docMk/>
            <pc:sldMk cId="1794151973" sldId="2147482121"/>
            <ac:spMk id="4" creationId="{6D473614-474A-6172-DF98-E0BB678A257C}"/>
          </ac:spMkLst>
        </pc:spChg>
        <pc:spChg chg="add mod">
          <ac:chgData name="Jake Duddy" userId="7a8a0c806e99fd3e" providerId="LiveId" clId="{CCFF1EDE-63BB-4842-AC66-0597FB2EFDF5}" dt="2026-10-13T19:29:25.751" v="7765" actId="1037"/>
          <ac:spMkLst>
            <pc:docMk/>
            <pc:sldMk cId="1794151973" sldId="2147482121"/>
            <ac:spMk id="5" creationId="{EDD42A1B-4DCE-9B24-0A8C-CDF2869BDE7C}"/>
          </ac:spMkLst>
        </pc:spChg>
        <pc:spChg chg="add mod">
          <ac:chgData name="Jake Duddy" userId="7a8a0c806e99fd3e" providerId="LiveId" clId="{CCFF1EDE-63BB-4842-AC66-0597FB2EFDF5}" dt="2026-10-13T19:29:25.751" v="7765" actId="1037"/>
          <ac:spMkLst>
            <pc:docMk/>
            <pc:sldMk cId="1794151973" sldId="2147482121"/>
            <ac:spMk id="9" creationId="{E5286305-1997-8F69-D0E6-8E6543E6BBC8}"/>
          </ac:spMkLst>
        </pc:spChg>
        <pc:spChg chg="add del mod">
          <ac:chgData name="Jake Duddy" userId="7a8a0c806e99fd3e" providerId="LiveId" clId="{CCFF1EDE-63BB-4842-AC66-0597FB2EFDF5}" dt="2026-10-13T19:29:38.776" v="7767" actId="478"/>
          <ac:spMkLst>
            <pc:docMk/>
            <pc:sldMk cId="1794151973" sldId="2147482121"/>
            <ac:spMk id="10" creationId="{216C6526-AE48-7DCC-FCE9-E12F866D76F6}"/>
          </ac:spMkLst>
        </pc:spChg>
        <pc:spChg chg="mod">
          <ac:chgData name="Jake Duddy" userId="7a8a0c806e99fd3e" providerId="LiveId" clId="{CCFF1EDE-63BB-4842-AC66-0597FB2EFDF5}" dt="2026-10-12T09:55:19.143" v="6553" actId="1038"/>
          <ac:spMkLst>
            <pc:docMk/>
            <pc:sldMk cId="1794151973" sldId="2147482121"/>
            <ac:spMk id="22" creationId="{00000000-0000-0000-0000-000000000000}"/>
          </ac:spMkLst>
        </pc:spChg>
        <pc:spChg chg="mod">
          <ac:chgData name="Jake Duddy" userId="7a8a0c806e99fd3e" providerId="LiveId" clId="{CCFF1EDE-63BB-4842-AC66-0597FB2EFDF5}" dt="2026-10-12T09:55:19.143" v="6553" actId="1038"/>
          <ac:spMkLst>
            <pc:docMk/>
            <pc:sldMk cId="1794151973" sldId="2147482121"/>
            <ac:spMk id="23" creationId="{00000000-0000-0000-0000-000000000000}"/>
          </ac:spMkLst>
        </pc:spChg>
        <pc:spChg chg="mod">
          <ac:chgData name="Jake Duddy" userId="7a8a0c806e99fd3e" providerId="LiveId" clId="{CCFF1EDE-63BB-4842-AC66-0597FB2EFDF5}" dt="2026-10-12T09:55:29.996" v="6604" actId="1036"/>
          <ac:spMkLst>
            <pc:docMk/>
            <pc:sldMk cId="1794151973" sldId="2147482121"/>
            <ac:spMk id="24" creationId="{00000000-0000-0000-0000-000000000000}"/>
          </ac:spMkLst>
        </pc:spChg>
        <pc:spChg chg="mod">
          <ac:chgData name="Jake Duddy" userId="7a8a0c806e99fd3e" providerId="LiveId" clId="{CCFF1EDE-63BB-4842-AC66-0597FB2EFDF5}" dt="2026-10-12T09:55:29.996" v="6604" actId="1036"/>
          <ac:spMkLst>
            <pc:docMk/>
            <pc:sldMk cId="1794151973" sldId="2147482121"/>
            <ac:spMk id="25" creationId="{00000000-0000-0000-0000-000000000000}"/>
          </ac:spMkLst>
        </pc:spChg>
        <pc:spChg chg="mod">
          <ac:chgData name="Jake Duddy" userId="7a8a0c806e99fd3e" providerId="LiveId" clId="{CCFF1EDE-63BB-4842-AC66-0597FB2EFDF5}" dt="2026-10-12T09:16:32.277" v="6158" actId="20577"/>
          <ac:spMkLst>
            <pc:docMk/>
            <pc:sldMk cId="1794151973" sldId="2147482121"/>
            <ac:spMk id="32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19:29:25.751" v="7765" actId="1037"/>
          <ac:picMkLst>
            <pc:docMk/>
            <pc:sldMk cId="1794151973" sldId="2147482121"/>
            <ac:picMk id="6" creationId="{A70D3DD5-CDBB-89F4-9579-1308D2D1CF8C}"/>
          </ac:picMkLst>
        </pc:picChg>
        <pc:picChg chg="add mod">
          <ac:chgData name="Jake Duddy" userId="7a8a0c806e99fd3e" providerId="LiveId" clId="{CCFF1EDE-63BB-4842-AC66-0597FB2EFDF5}" dt="2026-10-13T19:29:25.751" v="7765" actId="1037"/>
          <ac:picMkLst>
            <pc:docMk/>
            <pc:sldMk cId="1794151973" sldId="2147482121"/>
            <ac:picMk id="7" creationId="{09C3A140-E2D3-2592-429A-9380A351E885}"/>
          </ac:picMkLst>
        </pc:picChg>
        <pc:picChg chg="add mod">
          <ac:chgData name="Jake Duddy" userId="7a8a0c806e99fd3e" providerId="LiveId" clId="{CCFF1EDE-63BB-4842-AC66-0597FB2EFDF5}" dt="2026-10-13T19:29:25.751" v="7765" actId="1037"/>
          <ac:picMkLst>
            <pc:docMk/>
            <pc:sldMk cId="1794151973" sldId="2147482121"/>
            <ac:picMk id="8" creationId="{1ACE35E9-22B6-C7BF-F0C8-9F3AAC111B0E}"/>
          </ac:picMkLst>
        </pc:picChg>
        <pc:picChg chg="add mod">
          <ac:chgData name="Jake Duddy" userId="7a8a0c806e99fd3e" providerId="LiveId" clId="{CCFF1EDE-63BB-4842-AC66-0597FB2EFDF5}" dt="2026-10-13T19:29:25.751" v="7765" actId="1037"/>
          <ac:picMkLst>
            <pc:docMk/>
            <pc:sldMk cId="1794151973" sldId="2147482121"/>
            <ac:picMk id="11" creationId="{FE7440BB-299B-A1A6-41DE-BE46EAE729B8}"/>
          </ac:picMkLst>
        </pc:picChg>
        <pc:picChg chg="mod">
          <ac:chgData name="Jake Duddy" userId="7a8a0c806e99fd3e" providerId="LiveId" clId="{CCFF1EDE-63BB-4842-AC66-0597FB2EFDF5}" dt="2026-10-12T09:55:19.143" v="6553" actId="1038"/>
          <ac:picMkLst>
            <pc:docMk/>
            <pc:sldMk cId="1794151973" sldId="2147482121"/>
            <ac:picMk id="29" creationId="{00000000-0000-0000-0000-000000000000}"/>
          </ac:picMkLst>
        </pc:picChg>
        <pc:picChg chg="mod">
          <ac:chgData name="Jake Duddy" userId="7a8a0c806e99fd3e" providerId="LiveId" clId="{CCFF1EDE-63BB-4842-AC66-0597FB2EFDF5}" dt="2026-10-12T09:55:29.996" v="6604" actId="1036"/>
          <ac:picMkLst>
            <pc:docMk/>
            <pc:sldMk cId="1794151973" sldId="2147482121"/>
            <ac:picMk id="30" creationId="{00000000-0000-0000-0000-000000000000}"/>
          </ac:picMkLst>
        </pc:picChg>
      </pc:sldChg>
      <pc:sldChg chg="modSp add mod ord">
        <pc:chgData name="Jake Duddy" userId="7a8a0c806e99fd3e" providerId="LiveId" clId="{CCFF1EDE-63BB-4842-AC66-0597FB2EFDF5}" dt="2026-10-13T21:19:35.660" v="9349" actId="6549"/>
        <pc:sldMkLst>
          <pc:docMk/>
          <pc:sldMk cId="2402874177" sldId="2147482123"/>
        </pc:sldMkLst>
        <pc:spChg chg="mod">
          <ac:chgData name="Jake Duddy" userId="7a8a0c806e99fd3e" providerId="LiveId" clId="{CCFF1EDE-63BB-4842-AC66-0597FB2EFDF5}" dt="2026-10-13T21:19:35.660" v="9349" actId="6549"/>
          <ac:spMkLst>
            <pc:docMk/>
            <pc:sldMk cId="2402874177" sldId="2147482123"/>
            <ac:spMk id="2" creationId="{D2B9E941-0BBD-6E2C-F5D7-786493C49AEE}"/>
          </ac:spMkLst>
        </pc:spChg>
      </pc:sldChg>
      <pc:sldChg chg="delSp modSp add del mod ord">
        <pc:chgData name="Jake Duddy" userId="7a8a0c806e99fd3e" providerId="LiveId" clId="{CCFF1EDE-63BB-4842-AC66-0597FB2EFDF5}" dt="2026-10-14T20:50:15.217" v="11224" actId="2696"/>
        <pc:sldMkLst>
          <pc:docMk/>
          <pc:sldMk cId="2844998644" sldId="2147482129"/>
        </pc:sldMkLst>
        <pc:spChg chg="mod">
          <ac:chgData name="Jake Duddy" userId="7a8a0c806e99fd3e" providerId="LiveId" clId="{CCFF1EDE-63BB-4842-AC66-0597FB2EFDF5}" dt="2026-10-13T22:45:10.786" v="10208" actId="20577"/>
          <ac:spMkLst>
            <pc:docMk/>
            <pc:sldMk cId="2844998644" sldId="2147482129"/>
            <ac:spMk id="2" creationId="{487BFDF6-4CEA-8F5C-5F76-38C45041B646}"/>
          </ac:spMkLst>
        </pc:spChg>
        <pc:spChg chg="mod">
          <ac:chgData name="Jake Duddy" userId="7a8a0c806e99fd3e" providerId="LiveId" clId="{CCFF1EDE-63BB-4842-AC66-0597FB2EFDF5}" dt="2026-10-13T22:45:50.817" v="10261" actId="20577"/>
          <ac:spMkLst>
            <pc:docMk/>
            <pc:sldMk cId="2844998644" sldId="2147482129"/>
            <ac:spMk id="3" creationId="{4D853C89-3993-92CB-6E39-CC414006511B}"/>
          </ac:spMkLst>
        </pc:spChg>
        <pc:spChg chg="del">
          <ac:chgData name="Jake Duddy" userId="7a8a0c806e99fd3e" providerId="LiveId" clId="{CCFF1EDE-63BB-4842-AC66-0597FB2EFDF5}" dt="2026-10-13T22:41:50.197" v="9987" actId="478"/>
          <ac:spMkLst>
            <pc:docMk/>
            <pc:sldMk cId="2844998644" sldId="2147482129"/>
            <ac:spMk id="6" creationId="{00000000-0000-0000-0000-000000000000}"/>
          </ac:spMkLst>
        </pc:spChg>
      </pc:sldChg>
      <pc:sldChg chg="modSp add del mod">
        <pc:chgData name="Jake Duddy" userId="7a8a0c806e99fd3e" providerId="LiveId" clId="{CCFF1EDE-63BB-4842-AC66-0597FB2EFDF5}" dt="2026-10-13T19:44:34.837" v="7874" actId="47"/>
        <pc:sldMkLst>
          <pc:docMk/>
          <pc:sldMk cId="616623142" sldId="2147482130"/>
        </pc:sldMkLst>
        <pc:spChg chg="mod">
          <ac:chgData name="Jake Duddy" userId="7a8a0c806e99fd3e" providerId="LiveId" clId="{CCFF1EDE-63BB-4842-AC66-0597FB2EFDF5}" dt="2026-10-13T19:33:34.461" v="7860" actId="20577"/>
          <ac:spMkLst>
            <pc:docMk/>
            <pc:sldMk cId="616623142" sldId="2147482130"/>
            <ac:spMk id="2" creationId="{EDE4CF00-F99C-8F50-A9E5-7FEF70190BCD}"/>
          </ac:spMkLst>
        </pc:spChg>
      </pc:sldChg>
      <pc:sldChg chg="modSp add del mod">
        <pc:chgData name="Jake Duddy" userId="7a8a0c806e99fd3e" providerId="LiveId" clId="{CCFF1EDE-63BB-4842-AC66-0597FB2EFDF5}" dt="2026-10-13T21:49:35.853" v="9543" actId="47"/>
        <pc:sldMkLst>
          <pc:docMk/>
          <pc:sldMk cId="1461782859" sldId="2147482140"/>
        </pc:sldMkLst>
      </pc:sldChg>
      <pc:sldChg chg="delSp modSp add mod">
        <pc:chgData name="Jake Duddy" userId="7a8a0c806e99fd3e" providerId="LiveId" clId="{CCFF1EDE-63BB-4842-AC66-0597FB2EFDF5}" dt="2026-10-14T20:50:55.503" v="11260" actId="207"/>
        <pc:sldMkLst>
          <pc:docMk/>
          <pc:sldMk cId="3629186591" sldId="2147482143"/>
        </pc:sldMkLst>
        <pc:spChg chg="mod">
          <ac:chgData name="Jake Duddy" userId="7a8a0c806e99fd3e" providerId="LiveId" clId="{CCFF1EDE-63BB-4842-AC66-0597FB2EFDF5}" dt="2026-10-14T20:50:55.503" v="11260" actId="207"/>
          <ac:spMkLst>
            <pc:docMk/>
            <pc:sldMk cId="3629186591" sldId="2147482143"/>
            <ac:spMk id="5" creationId="{98407A03-B38C-7C52-641D-C1C28D7DA39A}"/>
          </ac:spMkLst>
        </pc:spChg>
        <pc:spChg chg="del">
          <ac:chgData name="Jake Duddy" userId="7a8a0c806e99fd3e" providerId="LiveId" clId="{CCFF1EDE-63BB-4842-AC66-0597FB2EFDF5}" dt="2026-10-13T22:44:08.077" v="10165" actId="478"/>
          <ac:spMkLst>
            <pc:docMk/>
            <pc:sldMk cId="3629186591" sldId="2147482143"/>
            <ac:spMk id="6" creationId="{E0E2ECA3-91B6-3305-241D-D9465DE3DBE5}"/>
          </ac:spMkLst>
        </pc:spChg>
        <pc:spChg chg="del">
          <ac:chgData name="Jake Duddy" userId="7a8a0c806e99fd3e" providerId="LiveId" clId="{CCFF1EDE-63BB-4842-AC66-0597FB2EFDF5}" dt="2026-10-13T22:43:04.895" v="10022" actId="478"/>
          <ac:spMkLst>
            <pc:docMk/>
            <pc:sldMk cId="3629186591" sldId="2147482143"/>
            <ac:spMk id="12" creationId="{00000000-0000-0000-0000-000000000000}"/>
          </ac:spMkLst>
        </pc:spChg>
      </pc:sldChg>
      <pc:sldChg chg="delSp modSp add mod">
        <pc:chgData name="Jake Duddy" userId="7a8a0c806e99fd3e" providerId="LiveId" clId="{CCFF1EDE-63BB-4842-AC66-0597FB2EFDF5}" dt="2026-10-13T22:58:55.016" v="10306" actId="20577"/>
        <pc:sldMkLst>
          <pc:docMk/>
          <pc:sldMk cId="2265952734" sldId="2147482144"/>
        </pc:sldMkLst>
        <pc:spChg chg="mod">
          <ac:chgData name="Jake Duddy" userId="7a8a0c806e99fd3e" providerId="LiveId" clId="{CCFF1EDE-63BB-4842-AC66-0597FB2EFDF5}" dt="2026-10-13T22:58:55.016" v="10306" actId="20577"/>
          <ac:spMkLst>
            <pc:docMk/>
            <pc:sldMk cId="2265952734" sldId="2147482144"/>
            <ac:spMk id="3" creationId="{DA2A717E-88E9-85E2-307D-0C95B4812CDC}"/>
          </ac:spMkLst>
        </pc:spChg>
        <pc:spChg chg="del">
          <ac:chgData name="Jake Duddy" userId="7a8a0c806e99fd3e" providerId="LiveId" clId="{CCFF1EDE-63BB-4842-AC66-0597FB2EFDF5}" dt="2026-10-13T21:43:38.620" v="9450" actId="478"/>
          <ac:spMkLst>
            <pc:docMk/>
            <pc:sldMk cId="2265952734" sldId="2147482144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2:58:09.544" v="10295" actId="20577"/>
          <ac:spMkLst>
            <pc:docMk/>
            <pc:sldMk cId="2265952734" sldId="2147482144"/>
            <ac:spMk id="30" creationId="{00000000-0000-0000-0000-000000000000}"/>
          </ac:spMkLst>
        </pc:spChg>
      </pc:sldChg>
      <pc:sldChg chg="addSp delSp modSp add mod ord">
        <pc:chgData name="Jake Duddy" userId="7a8a0c806e99fd3e" providerId="LiveId" clId="{CCFF1EDE-63BB-4842-AC66-0597FB2EFDF5}" dt="2026-10-14T20:38:59.271" v="11154" actId="478"/>
        <pc:sldMkLst>
          <pc:docMk/>
          <pc:sldMk cId="4216045167" sldId="2147482145"/>
        </pc:sldMkLst>
        <pc:spChg chg="del">
          <ac:chgData name="Jake Duddy" userId="7a8a0c806e99fd3e" providerId="LiveId" clId="{CCFF1EDE-63BB-4842-AC66-0597FB2EFDF5}" dt="2026-10-14T20:38:59.271" v="11154" actId="478"/>
          <ac:spMkLst>
            <pc:docMk/>
            <pc:sldMk cId="4216045167" sldId="2147482145"/>
            <ac:spMk id="6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2:11:35.789" v="9808" actId="478"/>
          <ac:spMkLst>
            <pc:docMk/>
            <pc:sldMk cId="4216045167" sldId="2147482145"/>
            <ac:spMk id="15" creationId="{B6277741-E047-EE21-CAA4-82CB7F54B09E}"/>
          </ac:spMkLst>
        </pc:spChg>
        <pc:spChg chg="del mod">
          <ac:chgData name="Jake Duddy" userId="7a8a0c806e99fd3e" providerId="LiveId" clId="{CCFF1EDE-63BB-4842-AC66-0597FB2EFDF5}" dt="2026-10-13T22:05:58.961" v="9771" actId="478"/>
          <ac:spMkLst>
            <pc:docMk/>
            <pc:sldMk cId="4216045167" sldId="2147482145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59:15.623" v="9706" actId="478"/>
          <ac:spMkLst>
            <pc:docMk/>
            <pc:sldMk cId="4216045167" sldId="2147482145"/>
            <ac:spMk id="21" creationId="{00000000-0000-0000-0000-000000000000}"/>
          </ac:spMkLst>
        </pc:spChg>
        <pc:picChg chg="add del mod">
          <ac:chgData name="Jake Duddy" userId="7a8a0c806e99fd3e" providerId="LiveId" clId="{CCFF1EDE-63BB-4842-AC66-0597FB2EFDF5}" dt="2026-10-13T22:06:39.983" v="9776" actId="478"/>
          <ac:picMkLst>
            <pc:docMk/>
            <pc:sldMk cId="4216045167" sldId="2147482145"/>
            <ac:picMk id="4" creationId="{96669CFA-019A-E6D1-F271-25DB11AE4326}"/>
          </ac:picMkLst>
        </pc:picChg>
        <pc:picChg chg="add del mod">
          <ac:chgData name="Jake Duddy" userId="7a8a0c806e99fd3e" providerId="LiveId" clId="{CCFF1EDE-63BB-4842-AC66-0597FB2EFDF5}" dt="2026-10-13T22:06:01.434" v="9772" actId="478"/>
          <ac:picMkLst>
            <pc:docMk/>
            <pc:sldMk cId="4216045167" sldId="2147482145"/>
            <ac:picMk id="7" creationId="{E4B2F5EF-E61E-4AF8-D3AF-219E8F7EE7F2}"/>
          </ac:picMkLst>
        </pc:picChg>
        <pc:picChg chg="add del mod">
          <ac:chgData name="Jake Duddy" userId="7a8a0c806e99fd3e" providerId="LiveId" clId="{CCFF1EDE-63BB-4842-AC66-0597FB2EFDF5}" dt="2026-10-13T22:07:52.528" v="9781" actId="478"/>
          <ac:picMkLst>
            <pc:docMk/>
            <pc:sldMk cId="4216045167" sldId="2147482145"/>
            <ac:picMk id="9" creationId="{EBBDD107-68C8-5771-7C91-3C3F9879A56B}"/>
          </ac:picMkLst>
        </pc:picChg>
        <pc:picChg chg="add mod">
          <ac:chgData name="Jake Duddy" userId="7a8a0c806e99fd3e" providerId="LiveId" clId="{CCFF1EDE-63BB-4842-AC66-0597FB2EFDF5}" dt="2026-10-13T22:23:59.334" v="9926" actId="14100"/>
          <ac:picMkLst>
            <pc:docMk/>
            <pc:sldMk cId="4216045167" sldId="2147482145"/>
            <ac:picMk id="11" creationId="{B8C46C48-8B88-EDCB-7450-AE9E5E572206}"/>
          </ac:picMkLst>
        </pc:picChg>
        <pc:picChg chg="add mod">
          <ac:chgData name="Jake Duddy" userId="7a8a0c806e99fd3e" providerId="LiveId" clId="{CCFF1EDE-63BB-4842-AC66-0597FB2EFDF5}" dt="2026-10-13T22:24:06.442" v="9930" actId="1076"/>
          <ac:picMkLst>
            <pc:docMk/>
            <pc:sldMk cId="4216045167" sldId="2147482145"/>
            <ac:picMk id="13" creationId="{2B5E353A-AAEA-5556-CC7A-C1CC7E7039DA}"/>
          </ac:picMkLst>
        </pc:picChg>
      </pc:sldChg>
      <pc:sldChg chg="addSp delSp modSp add mod ord">
        <pc:chgData name="Jake Duddy" userId="7a8a0c806e99fd3e" providerId="LiveId" clId="{CCFF1EDE-63BB-4842-AC66-0597FB2EFDF5}" dt="2026-10-13T22:23:56.099" v="9925" actId="1076"/>
        <pc:sldMkLst>
          <pc:docMk/>
          <pc:sldMk cId="3836033508" sldId="2147482146"/>
        </pc:sldMkLst>
        <pc:spChg chg="mod">
          <ac:chgData name="Jake Duddy" userId="7a8a0c806e99fd3e" providerId="LiveId" clId="{CCFF1EDE-63BB-4842-AC66-0597FB2EFDF5}" dt="2026-10-13T22:16:42.357" v="9852" actId="20577"/>
          <ac:spMkLst>
            <pc:docMk/>
            <pc:sldMk cId="3836033508" sldId="2147482146"/>
            <ac:spMk id="2" creationId="{4B17D6E7-B214-21A0-EF22-D683C66E50A8}"/>
          </ac:spMkLst>
        </pc:spChg>
        <pc:spChg chg="del">
          <ac:chgData name="Jake Duddy" userId="7a8a0c806e99fd3e" providerId="LiveId" clId="{CCFF1EDE-63BB-4842-AC66-0597FB2EFDF5}" dt="2026-10-13T22:16:31.039" v="9820" actId="478"/>
          <ac:spMkLst>
            <pc:docMk/>
            <pc:sldMk cId="3836033508" sldId="2147482146"/>
            <ac:spMk id="6" creationId="{00000000-0000-0000-0000-000000000000}"/>
          </ac:spMkLst>
        </pc:spChg>
        <pc:spChg chg="del">
          <ac:chgData name="Jake Duddy" userId="7a8a0c806e99fd3e" providerId="LiveId" clId="{CCFF1EDE-63BB-4842-AC66-0597FB2EFDF5}" dt="2026-10-13T22:16:22.828" v="9818" actId="478"/>
          <ac:spMkLst>
            <pc:docMk/>
            <pc:sldMk cId="3836033508" sldId="2147482146"/>
            <ac:spMk id="20" creationId="{00000000-0000-0000-0000-000000000000}"/>
          </ac:spMkLst>
        </pc:spChg>
        <pc:spChg chg="del">
          <ac:chgData name="Jake Duddy" userId="7a8a0c806e99fd3e" providerId="LiveId" clId="{CCFF1EDE-63BB-4842-AC66-0597FB2EFDF5}" dt="2026-10-13T22:17:04.046" v="9858" actId="478"/>
          <ac:spMkLst>
            <pc:docMk/>
            <pc:sldMk cId="3836033508" sldId="2147482146"/>
            <ac:spMk id="21" creationId="{00000000-0000-0000-0000-000000000000}"/>
          </ac:spMkLst>
        </pc:spChg>
        <pc:picChg chg="add del mod">
          <ac:chgData name="Jake Duddy" userId="7a8a0c806e99fd3e" providerId="LiveId" clId="{CCFF1EDE-63BB-4842-AC66-0597FB2EFDF5}" dt="2026-10-13T22:23:54.187" v="9924" actId="14100"/>
          <ac:picMkLst>
            <pc:docMk/>
            <pc:sldMk cId="3836033508" sldId="2147482146"/>
            <ac:picMk id="4" creationId="{5AD6EEF5-E5E2-F8DF-D14F-6CBBE58FCD66}"/>
          </ac:picMkLst>
        </pc:picChg>
        <pc:picChg chg="add del">
          <ac:chgData name="Jake Duddy" userId="7a8a0c806e99fd3e" providerId="LiveId" clId="{CCFF1EDE-63BB-4842-AC66-0597FB2EFDF5}" dt="2026-10-13T22:17:23.601" v="9869" actId="478"/>
          <ac:picMkLst>
            <pc:docMk/>
            <pc:sldMk cId="3836033508" sldId="2147482146"/>
            <ac:picMk id="7" creationId="{38DA7914-E7E4-E3FE-DBFD-815CD6F0F20E}"/>
          </ac:picMkLst>
        </pc:picChg>
        <pc:picChg chg="add del mod">
          <ac:chgData name="Jake Duddy" userId="7a8a0c806e99fd3e" providerId="LiveId" clId="{CCFF1EDE-63BB-4842-AC66-0597FB2EFDF5}" dt="2026-10-13T22:18:20.549" v="9873" actId="478"/>
          <ac:picMkLst>
            <pc:docMk/>
            <pc:sldMk cId="3836033508" sldId="2147482146"/>
            <ac:picMk id="9" creationId="{32FFEC60-5A82-0C12-EE7B-D65E210096D1}"/>
          </ac:picMkLst>
        </pc:picChg>
        <pc:picChg chg="add mod">
          <ac:chgData name="Jake Duddy" userId="7a8a0c806e99fd3e" providerId="LiveId" clId="{CCFF1EDE-63BB-4842-AC66-0597FB2EFDF5}" dt="2026-10-13T22:23:56.099" v="9925" actId="1076"/>
          <ac:picMkLst>
            <pc:docMk/>
            <pc:sldMk cId="3836033508" sldId="2147482146"/>
            <ac:picMk id="11" creationId="{CAC9259B-5A57-08B3-7AA2-9A736BF52C18}"/>
          </ac:picMkLst>
        </pc:picChg>
      </pc:sldChg>
      <pc:sldChg chg="add del">
        <pc:chgData name="Jake Duddy" userId="7a8a0c806e99fd3e" providerId="LiveId" clId="{CCFF1EDE-63BB-4842-AC66-0597FB2EFDF5}" dt="2026-10-13T22:25:10.894" v="9933" actId="47"/>
        <pc:sldMkLst>
          <pc:docMk/>
          <pc:sldMk cId="3496826732" sldId="2147482148"/>
        </pc:sldMkLst>
      </pc:sldChg>
      <pc:sldChg chg="addSp delSp modSp add del mod modTransition modAnim modShow">
        <pc:chgData name="Jake Duddy" userId="7a8a0c806e99fd3e" providerId="LiveId" clId="{CCFF1EDE-63BB-4842-AC66-0597FB2EFDF5}" dt="2026-10-13T20:19:07.998" v="8359" actId="47"/>
        <pc:sldMkLst>
          <pc:docMk/>
          <pc:sldMk cId="4117002006" sldId="2147482149"/>
        </pc:sldMkLst>
      </pc:sldChg>
      <pc:sldChg chg="addSp delSp modSp add del mod modShow">
        <pc:chgData name="Jake Duddy" userId="7a8a0c806e99fd3e" providerId="LiveId" clId="{CCFF1EDE-63BB-4842-AC66-0597FB2EFDF5}" dt="2026-10-13T20:27:42.145" v="8366" actId="47"/>
        <pc:sldMkLst>
          <pc:docMk/>
          <pc:sldMk cId="2726340328" sldId="2147482151"/>
        </pc:sldMkLst>
      </pc:sldChg>
      <pc:sldChg chg="addSp delSp modSp add del mod modShow modNotesTx">
        <pc:chgData name="Jake Duddy" userId="7a8a0c806e99fd3e" providerId="LiveId" clId="{CCFF1EDE-63BB-4842-AC66-0597FB2EFDF5}" dt="2026-10-13T21:48:39.025" v="9510" actId="47"/>
        <pc:sldMkLst>
          <pc:docMk/>
          <pc:sldMk cId="1302749521" sldId="2147482155"/>
        </pc:sldMkLst>
      </pc:sldChg>
      <pc:sldChg chg="add del">
        <pc:chgData name="Jake Duddy" userId="7a8a0c806e99fd3e" providerId="LiveId" clId="{CCFF1EDE-63BB-4842-AC66-0597FB2EFDF5}" dt="2026-10-13T21:49:40.312" v="9544" actId="47"/>
        <pc:sldMkLst>
          <pc:docMk/>
          <pc:sldMk cId="1270980787" sldId="2147482163"/>
        </pc:sldMkLst>
      </pc:sldChg>
      <pc:sldChg chg="addSp delSp modSp add mod ord">
        <pc:chgData name="Jake Duddy" userId="7a8a0c806e99fd3e" providerId="LiveId" clId="{CCFF1EDE-63BB-4842-AC66-0597FB2EFDF5}" dt="2026-10-13T22:24:28.551" v="9932" actId="1076"/>
        <pc:sldMkLst>
          <pc:docMk/>
          <pc:sldMk cId="2847642512" sldId="2147482164"/>
        </pc:sldMkLst>
        <pc:spChg chg="mod">
          <ac:chgData name="Jake Duddy" userId="7a8a0c806e99fd3e" providerId="LiveId" clId="{CCFF1EDE-63BB-4842-AC66-0597FB2EFDF5}" dt="2026-10-13T22:20:56.767" v="9897" actId="20577"/>
          <ac:spMkLst>
            <pc:docMk/>
            <pc:sldMk cId="2847642512" sldId="2147482164"/>
            <ac:spMk id="2" creationId="{40221B19-C3A6-354F-A096-8799DA4A8C1B}"/>
          </ac:spMkLst>
        </pc:spChg>
        <pc:spChg chg="del">
          <ac:chgData name="Jake Duddy" userId="7a8a0c806e99fd3e" providerId="LiveId" clId="{CCFF1EDE-63BB-4842-AC66-0597FB2EFDF5}" dt="2026-10-13T22:22:49.948" v="9907" actId="478"/>
          <ac:spMkLst>
            <pc:docMk/>
            <pc:sldMk cId="2847642512" sldId="2147482164"/>
            <ac:spMk id="6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2:23:14.941" v="9916" actId="478"/>
          <ac:spMkLst>
            <pc:docMk/>
            <pc:sldMk cId="2847642512" sldId="2147482164"/>
            <ac:spMk id="9" creationId="{8A30DD3B-452C-2F3A-5B66-5A98734AED8B}"/>
          </ac:spMkLst>
        </pc:spChg>
        <pc:spChg chg="del mod">
          <ac:chgData name="Jake Duddy" userId="7a8a0c806e99fd3e" providerId="LiveId" clId="{CCFF1EDE-63BB-4842-AC66-0597FB2EFDF5}" dt="2026-10-13T22:21:00.121" v="9898" actId="478"/>
          <ac:spMkLst>
            <pc:docMk/>
            <pc:sldMk cId="2847642512" sldId="2147482164"/>
            <ac:spMk id="20" creationId="{00000000-0000-0000-0000-000000000000}"/>
          </ac:spMkLst>
        </pc:spChg>
        <pc:spChg chg="del mod">
          <ac:chgData name="Jake Duddy" userId="7a8a0c806e99fd3e" providerId="LiveId" clId="{CCFF1EDE-63BB-4842-AC66-0597FB2EFDF5}" dt="2026-10-13T22:19:39.839" v="9882" actId="478"/>
          <ac:spMkLst>
            <pc:docMk/>
            <pc:sldMk cId="2847642512" sldId="2147482164"/>
            <ac:spMk id="21" creationId="{00000000-0000-0000-0000-000000000000}"/>
          </ac:spMkLst>
        </pc:spChg>
        <pc:picChg chg="add del mod">
          <ac:chgData name="Jake Duddy" userId="7a8a0c806e99fd3e" providerId="LiveId" clId="{CCFF1EDE-63BB-4842-AC66-0597FB2EFDF5}" dt="2026-10-13T22:22:40.449" v="9902" actId="478"/>
          <ac:picMkLst>
            <pc:docMk/>
            <pc:sldMk cId="2847642512" sldId="2147482164"/>
            <ac:picMk id="4" creationId="{46BA4FF9-2BE0-5969-E8F9-7E9AA6B1EEC8}"/>
          </ac:picMkLst>
        </pc:picChg>
        <pc:picChg chg="add mod">
          <ac:chgData name="Jake Duddy" userId="7a8a0c806e99fd3e" providerId="LiveId" clId="{CCFF1EDE-63BB-4842-AC66-0597FB2EFDF5}" dt="2026-10-13T22:24:28.551" v="9932" actId="1076"/>
          <ac:picMkLst>
            <pc:docMk/>
            <pc:sldMk cId="2847642512" sldId="2147482164"/>
            <ac:picMk id="7" creationId="{9F6AE2D3-D241-20D0-C490-1A2D1957EE35}"/>
          </ac:picMkLst>
        </pc:picChg>
        <pc:picChg chg="add">
          <ac:chgData name="Jake Duddy" userId="7a8a0c806e99fd3e" providerId="LiveId" clId="{CCFF1EDE-63BB-4842-AC66-0597FB2EFDF5}" dt="2026-10-13T22:24:24.806" v="9931" actId="22"/>
          <ac:picMkLst>
            <pc:docMk/>
            <pc:sldMk cId="2847642512" sldId="2147482164"/>
            <ac:picMk id="11" creationId="{0D8B67B0-FF8E-1DD6-2995-211923BD7902}"/>
          </ac:picMkLst>
        </pc:picChg>
      </pc:sldChg>
      <pc:sldChg chg="modSp add del mod">
        <pc:chgData name="Jake Duddy" userId="7a8a0c806e99fd3e" providerId="LiveId" clId="{CCFF1EDE-63BB-4842-AC66-0597FB2EFDF5}" dt="2026-10-13T22:40:39.759" v="9985" actId="2696"/>
        <pc:sldMkLst>
          <pc:docMk/>
          <pc:sldMk cId="3778169032" sldId="2147482166"/>
        </pc:sldMkLst>
      </pc:sldChg>
      <pc:sldChg chg="modSp add del mod modShow">
        <pc:chgData name="Jake Duddy" userId="7a8a0c806e99fd3e" providerId="LiveId" clId="{CCFF1EDE-63BB-4842-AC66-0597FB2EFDF5}" dt="2026-10-13T20:27:43.259" v="8367" actId="47"/>
        <pc:sldMkLst>
          <pc:docMk/>
          <pc:sldMk cId="925154082" sldId="2147482167"/>
        </pc:sldMkLst>
      </pc:sldChg>
      <pc:sldChg chg="add del">
        <pc:chgData name="Jake Duddy" userId="7a8a0c806e99fd3e" providerId="LiveId" clId="{CCFF1EDE-63BB-4842-AC66-0597FB2EFDF5}" dt="2026-10-13T21:49:23.015" v="9540" actId="47"/>
        <pc:sldMkLst>
          <pc:docMk/>
          <pc:sldMk cId="4057781111" sldId="2147482168"/>
        </pc:sldMkLst>
      </pc:sldChg>
      <pc:sldChg chg="add del">
        <pc:chgData name="Jake Duddy" userId="7a8a0c806e99fd3e" providerId="LiveId" clId="{CCFF1EDE-63BB-4842-AC66-0597FB2EFDF5}" dt="2026-10-13T21:49:28.679" v="9541" actId="47"/>
        <pc:sldMkLst>
          <pc:docMk/>
          <pc:sldMk cId="3653822581" sldId="2147482169"/>
        </pc:sldMkLst>
      </pc:sldChg>
      <pc:sldChg chg="add del">
        <pc:chgData name="Jake Duddy" userId="7a8a0c806e99fd3e" providerId="LiveId" clId="{CCFF1EDE-63BB-4842-AC66-0597FB2EFDF5}" dt="2026-10-13T21:49:31.544" v="9542" actId="47"/>
        <pc:sldMkLst>
          <pc:docMk/>
          <pc:sldMk cId="881926453" sldId="2147482170"/>
        </pc:sldMkLst>
      </pc:sldChg>
      <pc:sldChg chg="modSp add del mod">
        <pc:chgData name="Jake Duddy" userId="7a8a0c806e99fd3e" providerId="LiveId" clId="{CCFF1EDE-63BB-4842-AC66-0597FB2EFDF5}" dt="2026-10-13T22:25:10.894" v="9933" actId="47"/>
        <pc:sldMkLst>
          <pc:docMk/>
          <pc:sldMk cId="1320739567" sldId="2147482171"/>
        </pc:sldMkLst>
      </pc:sldChg>
      <pc:sldChg chg="add del ord">
        <pc:chgData name="Jake Duddy" userId="7a8a0c806e99fd3e" providerId="LiveId" clId="{CCFF1EDE-63BB-4842-AC66-0597FB2EFDF5}" dt="2026-10-13T09:05:11.763" v="7664"/>
        <pc:sldMkLst>
          <pc:docMk/>
          <pc:sldMk cId="889783165" sldId="2147482172"/>
        </pc:sldMkLst>
      </pc:sldChg>
      <pc:sldChg chg="addSp delSp modSp add mod modTransition modAnim">
        <pc:chgData name="Jake Duddy" userId="7a8a0c806e99fd3e" providerId="LiveId" clId="{CCFF1EDE-63BB-4842-AC66-0597FB2EFDF5}" dt="2026-10-13T19:32:26.608" v="7855"/>
        <pc:sldMkLst>
          <pc:docMk/>
          <pc:sldMk cId="4257322600" sldId="2147482173"/>
        </pc:sldMkLst>
        <pc:spChg chg="mod">
          <ac:chgData name="Jake Duddy" userId="7a8a0c806e99fd3e" providerId="LiveId" clId="{CCFF1EDE-63BB-4842-AC66-0597FB2EFDF5}" dt="2026-10-13T19:31:10.782" v="7846" actId="6549"/>
          <ac:spMkLst>
            <pc:docMk/>
            <pc:sldMk cId="4257322600" sldId="2147482173"/>
            <ac:spMk id="2" creationId="{7FC2B913-E731-9F3F-ABD7-FF609DE6EAA9}"/>
          </ac:spMkLst>
        </pc:spChg>
        <pc:spChg chg="add del mod">
          <ac:chgData name="Jake Duddy" userId="7a8a0c806e99fd3e" providerId="LiveId" clId="{CCFF1EDE-63BB-4842-AC66-0597FB2EFDF5}" dt="2026-10-13T19:31:01.697" v="7804" actId="478"/>
          <ac:spMkLst>
            <pc:docMk/>
            <pc:sldMk cId="4257322600" sldId="2147482173"/>
            <ac:spMk id="3" creationId="{BF01AE77-055E-73BD-C49F-DCF4A024142F}"/>
          </ac:spMkLst>
        </pc:spChg>
        <pc:spChg chg="add del mod">
          <ac:chgData name="Jake Duddy" userId="7a8a0c806e99fd3e" providerId="LiveId" clId="{CCFF1EDE-63BB-4842-AC66-0597FB2EFDF5}" dt="2026-10-13T19:31:01.697" v="7804" actId="478"/>
          <ac:spMkLst>
            <pc:docMk/>
            <pc:sldMk cId="4257322600" sldId="2147482173"/>
            <ac:spMk id="4" creationId="{4BC43E91-BC71-015C-2191-8009E8A179E6}"/>
          </ac:spMkLst>
        </pc:spChg>
        <pc:spChg chg="add del mod">
          <ac:chgData name="Jake Duddy" userId="7a8a0c806e99fd3e" providerId="LiveId" clId="{CCFF1EDE-63BB-4842-AC66-0597FB2EFDF5}" dt="2026-10-13T19:31:01.697" v="7804" actId="478"/>
          <ac:spMkLst>
            <pc:docMk/>
            <pc:sldMk cId="4257322600" sldId="2147482173"/>
            <ac:spMk id="5" creationId="{87036DE1-DEAE-06CA-C974-D6D77346AED0}"/>
          </ac:spMkLst>
        </pc:spChg>
        <pc:spChg chg="add del mod">
          <ac:chgData name="Jake Duddy" userId="7a8a0c806e99fd3e" providerId="LiveId" clId="{CCFF1EDE-63BB-4842-AC66-0597FB2EFDF5}" dt="2026-10-13T19:31:01.697" v="7804" actId="478"/>
          <ac:spMkLst>
            <pc:docMk/>
            <pc:sldMk cId="4257322600" sldId="2147482173"/>
            <ac:spMk id="9" creationId="{601537E9-BEF1-86AE-6130-B9E7E6029D91}"/>
          </ac:spMkLst>
        </pc:spChg>
        <pc:spChg chg="add mod">
          <ac:chgData name="Jake Duddy" userId="7a8a0c806e99fd3e" providerId="LiveId" clId="{CCFF1EDE-63BB-4842-AC66-0597FB2EFDF5}" dt="2026-10-13T19:31:16.266" v="7847" actId="1076"/>
          <ac:spMkLst>
            <pc:docMk/>
            <pc:sldMk cId="4257322600" sldId="2147482173"/>
            <ac:spMk id="11" creationId="{1489033C-4AAA-DF8E-0F3C-70F8AA32A2F8}"/>
          </ac:spMkLst>
        </pc:spChg>
        <pc:spChg chg="add mod">
          <ac:chgData name="Jake Duddy" userId="7a8a0c806e99fd3e" providerId="LiveId" clId="{CCFF1EDE-63BB-4842-AC66-0597FB2EFDF5}" dt="2026-10-13T19:31:16.266" v="7847" actId="1076"/>
          <ac:spMkLst>
            <pc:docMk/>
            <pc:sldMk cId="4257322600" sldId="2147482173"/>
            <ac:spMk id="12" creationId="{0EF42C01-10F7-E120-39B7-4CB4EC56007F}"/>
          </ac:spMkLst>
        </pc:spChg>
        <pc:spChg chg="add mod">
          <ac:chgData name="Jake Duddy" userId="7a8a0c806e99fd3e" providerId="LiveId" clId="{CCFF1EDE-63BB-4842-AC66-0597FB2EFDF5}" dt="2026-10-13T19:31:16.266" v="7847" actId="1076"/>
          <ac:spMkLst>
            <pc:docMk/>
            <pc:sldMk cId="4257322600" sldId="2147482173"/>
            <ac:spMk id="13" creationId="{B26FBA1D-EDA7-72A9-BDAB-794E2BF07BC3}"/>
          </ac:spMkLst>
        </pc:spChg>
        <pc:spChg chg="add mod">
          <ac:chgData name="Jake Duddy" userId="7a8a0c806e99fd3e" providerId="LiveId" clId="{CCFF1EDE-63BB-4842-AC66-0597FB2EFDF5}" dt="2026-10-13T19:31:16.266" v="7847" actId="1076"/>
          <ac:spMkLst>
            <pc:docMk/>
            <pc:sldMk cId="4257322600" sldId="2147482173"/>
            <ac:spMk id="17" creationId="{A3EA75A3-C787-AF6D-DEAC-BE01EB196152}"/>
          </ac:spMkLst>
        </pc:spChg>
        <pc:spChg chg="add del">
          <ac:chgData name="Jake Duddy" userId="7a8a0c806e99fd3e" providerId="LiveId" clId="{CCFF1EDE-63BB-4842-AC66-0597FB2EFDF5}" dt="2026-10-13T19:31:28.936" v="7849" actId="478"/>
          <ac:spMkLst>
            <pc:docMk/>
            <pc:sldMk cId="4257322600" sldId="2147482173"/>
            <ac:spMk id="20" creationId="{FDE91EC2-DBA8-BC38-6AAA-33663F892EA5}"/>
          </ac:spMkLst>
        </pc:spChg>
        <pc:spChg chg="add del">
          <ac:chgData name="Jake Duddy" userId="7a8a0c806e99fd3e" providerId="LiveId" clId="{CCFF1EDE-63BB-4842-AC66-0597FB2EFDF5}" dt="2026-10-13T19:31:28.936" v="7849" actId="478"/>
          <ac:spMkLst>
            <pc:docMk/>
            <pc:sldMk cId="4257322600" sldId="2147482173"/>
            <ac:spMk id="22" creationId="{4EF467A0-D305-8738-B499-164A4D0967EE}"/>
          </ac:spMkLst>
        </pc:spChg>
        <pc:spChg chg="add del">
          <ac:chgData name="Jake Duddy" userId="7a8a0c806e99fd3e" providerId="LiveId" clId="{CCFF1EDE-63BB-4842-AC66-0597FB2EFDF5}" dt="2026-10-13T19:31:28.936" v="7849" actId="478"/>
          <ac:spMkLst>
            <pc:docMk/>
            <pc:sldMk cId="4257322600" sldId="2147482173"/>
            <ac:spMk id="24" creationId="{630D1C68-DF20-9D0D-139D-82753A39BE86}"/>
          </ac:spMkLst>
        </pc:spChg>
        <pc:spChg chg="add del">
          <ac:chgData name="Jake Duddy" userId="7a8a0c806e99fd3e" providerId="LiveId" clId="{CCFF1EDE-63BB-4842-AC66-0597FB2EFDF5}" dt="2026-10-13T19:31:28.936" v="7849" actId="478"/>
          <ac:spMkLst>
            <pc:docMk/>
            <pc:sldMk cId="4257322600" sldId="2147482173"/>
            <ac:spMk id="26" creationId="{88F5F6EE-6C17-0325-C938-D9E954E95F9C}"/>
          </ac:spMkLst>
        </pc:spChg>
        <pc:picChg chg="del">
          <ac:chgData name="Jake Duddy" userId="7a8a0c806e99fd3e" providerId="LiveId" clId="{CCFF1EDE-63BB-4842-AC66-0597FB2EFDF5}" dt="2026-10-13T19:31:01.697" v="7804" actId="478"/>
          <ac:picMkLst>
            <pc:docMk/>
            <pc:sldMk cId="4257322600" sldId="2147482173"/>
            <ac:picMk id="6" creationId="{78237572-B08A-FA3C-70B9-E3AE97D82A24}"/>
          </ac:picMkLst>
        </pc:picChg>
        <pc:picChg chg="del">
          <ac:chgData name="Jake Duddy" userId="7a8a0c806e99fd3e" providerId="LiveId" clId="{CCFF1EDE-63BB-4842-AC66-0597FB2EFDF5}" dt="2026-10-13T19:31:01.697" v="7804" actId="478"/>
          <ac:picMkLst>
            <pc:docMk/>
            <pc:sldMk cId="4257322600" sldId="2147482173"/>
            <ac:picMk id="7" creationId="{E35BE4AD-1C05-6A02-CE93-73F73FACD6AD}"/>
          </ac:picMkLst>
        </pc:picChg>
        <pc:picChg chg="add del mod">
          <ac:chgData name="Jake Duddy" userId="7a8a0c806e99fd3e" providerId="LiveId" clId="{CCFF1EDE-63BB-4842-AC66-0597FB2EFDF5}" dt="2026-10-13T19:31:01.697" v="7804" actId="478"/>
          <ac:picMkLst>
            <pc:docMk/>
            <pc:sldMk cId="4257322600" sldId="2147482173"/>
            <ac:picMk id="8" creationId="{74A8E069-FDEC-593D-79E0-E966D5B9718E}"/>
          </ac:picMkLst>
        </pc:picChg>
        <pc:picChg chg="del">
          <ac:chgData name="Jake Duddy" userId="7a8a0c806e99fd3e" providerId="LiveId" clId="{CCFF1EDE-63BB-4842-AC66-0597FB2EFDF5}" dt="2026-10-13T19:31:01.697" v="7804" actId="478"/>
          <ac:picMkLst>
            <pc:docMk/>
            <pc:sldMk cId="4257322600" sldId="2147482173"/>
            <ac:picMk id="10" creationId="{7F7ADEAF-8BFA-644A-13FB-1A753196FA88}"/>
          </ac:picMkLst>
        </pc:picChg>
        <pc:picChg chg="mod">
          <ac:chgData name="Jake Duddy" userId="7a8a0c806e99fd3e" providerId="LiveId" clId="{CCFF1EDE-63BB-4842-AC66-0597FB2EFDF5}" dt="2026-10-13T19:31:16.266" v="7847" actId="1076"/>
          <ac:picMkLst>
            <pc:docMk/>
            <pc:sldMk cId="4257322600" sldId="2147482173"/>
            <ac:picMk id="14" creationId="{D9A4A5BB-A17E-51D1-7B80-7F1D7C19A26F}"/>
          </ac:picMkLst>
        </pc:picChg>
        <pc:picChg chg="mod">
          <ac:chgData name="Jake Duddy" userId="7a8a0c806e99fd3e" providerId="LiveId" clId="{CCFF1EDE-63BB-4842-AC66-0597FB2EFDF5}" dt="2026-10-13T19:31:16.266" v="7847" actId="1076"/>
          <ac:picMkLst>
            <pc:docMk/>
            <pc:sldMk cId="4257322600" sldId="2147482173"/>
            <ac:picMk id="15" creationId="{10720ACF-BF90-DD80-F832-3CBDA9BA766E}"/>
          </ac:picMkLst>
        </pc:picChg>
        <pc:picChg chg="add mod">
          <ac:chgData name="Jake Duddy" userId="7a8a0c806e99fd3e" providerId="LiveId" clId="{CCFF1EDE-63BB-4842-AC66-0597FB2EFDF5}" dt="2026-10-13T19:31:16.266" v="7847" actId="1076"/>
          <ac:picMkLst>
            <pc:docMk/>
            <pc:sldMk cId="4257322600" sldId="2147482173"/>
            <ac:picMk id="16" creationId="{C2EED6B4-2CA6-8A0E-453E-497CDEA54309}"/>
          </ac:picMkLst>
        </pc:picChg>
        <pc:picChg chg="mod">
          <ac:chgData name="Jake Duddy" userId="7a8a0c806e99fd3e" providerId="LiveId" clId="{CCFF1EDE-63BB-4842-AC66-0597FB2EFDF5}" dt="2026-10-13T19:31:16.266" v="7847" actId="1076"/>
          <ac:picMkLst>
            <pc:docMk/>
            <pc:sldMk cId="4257322600" sldId="2147482173"/>
            <ac:picMk id="18" creationId="{734F6EDC-E8DF-EACF-56CC-76E344355DC6}"/>
          </ac:picMkLst>
        </pc:picChg>
      </pc:sldChg>
      <pc:sldChg chg="addSp delSp modSp add mod ord modTransition modAnim">
        <pc:chgData name="Jake Duddy" userId="7a8a0c806e99fd3e" providerId="LiveId" clId="{CCFF1EDE-63BB-4842-AC66-0597FB2EFDF5}" dt="2026-10-14T20:37:18.832" v="11153" actId="1038"/>
        <pc:sldMkLst>
          <pc:docMk/>
          <pc:sldMk cId="1555283809" sldId="2147482174"/>
        </pc:sldMkLst>
        <pc:spChg chg="mod">
          <ac:chgData name="Jake Duddy" userId="7a8a0c806e99fd3e" providerId="LiveId" clId="{CCFF1EDE-63BB-4842-AC66-0597FB2EFDF5}" dt="2026-10-13T21:27:39.002" v="9380" actId="20577"/>
          <ac:spMkLst>
            <pc:docMk/>
            <pc:sldMk cId="1555283809" sldId="2147482174"/>
            <ac:spMk id="2" creationId="{704C2857-4A95-8129-F7FF-F1AD20A53229}"/>
          </ac:spMkLst>
        </pc:spChg>
        <pc:spChg chg="add del">
          <ac:chgData name="Jake Duddy" userId="7a8a0c806e99fd3e" providerId="LiveId" clId="{CCFF1EDE-63BB-4842-AC66-0597FB2EFDF5}" dt="2026-10-13T20:09:23.802" v="8254" actId="22"/>
          <ac:spMkLst>
            <pc:docMk/>
            <pc:sldMk cId="1555283809" sldId="2147482174"/>
            <ac:spMk id="4" creationId="{345589BB-C7F1-127A-832F-96A5CBFBDFB3}"/>
          </ac:spMkLst>
        </pc:spChg>
        <pc:spChg chg="del mod">
          <ac:chgData name="Jake Duddy" userId="7a8a0c806e99fd3e" providerId="LiveId" clId="{CCFF1EDE-63BB-4842-AC66-0597FB2EFDF5}" dt="2026-10-13T21:43:31.825" v="9448" actId="478"/>
          <ac:spMkLst>
            <pc:docMk/>
            <pc:sldMk cId="1555283809" sldId="2147482174"/>
            <ac:spMk id="6" creationId="{4A9DFEA9-0196-54EE-F915-845098F2F408}"/>
          </ac:spMkLst>
        </pc:spChg>
        <pc:spChg chg="add del">
          <ac:chgData name="Jake Duddy" userId="7a8a0c806e99fd3e" providerId="LiveId" clId="{CCFF1EDE-63BB-4842-AC66-0597FB2EFDF5}" dt="2026-10-14T20:34:28.261" v="11084" actId="22"/>
          <ac:spMkLst>
            <pc:docMk/>
            <pc:sldMk cId="1555283809" sldId="2147482174"/>
            <ac:spMk id="12" creationId="{4BCC39A8-6B22-41A3-E9CD-A6FAC4B987C8}"/>
          </ac:spMkLst>
        </pc:spChg>
        <pc:spChg chg="add del">
          <ac:chgData name="Jake Duddy" userId="7a8a0c806e99fd3e" providerId="LiveId" clId="{CCFF1EDE-63BB-4842-AC66-0597FB2EFDF5}" dt="2026-10-14T20:35:08.037" v="11094" actId="22"/>
          <ac:spMkLst>
            <pc:docMk/>
            <pc:sldMk cId="1555283809" sldId="2147482174"/>
            <ac:spMk id="16" creationId="{8F46FC7B-1136-5C34-1C63-D20B5D5036CD}"/>
          </ac:spMkLst>
        </pc:spChg>
        <pc:spChg chg="add del mod">
          <ac:chgData name="Jake Duddy" userId="7a8a0c806e99fd3e" providerId="LiveId" clId="{CCFF1EDE-63BB-4842-AC66-0597FB2EFDF5}" dt="2026-10-14T20:36:23.563" v="11117"/>
          <ac:spMkLst>
            <pc:docMk/>
            <pc:sldMk cId="1555283809" sldId="2147482174"/>
            <ac:spMk id="19" creationId="{B122BBE1-DCC4-7B00-9B0B-7328F5638EF3}"/>
          </ac:spMkLst>
        </pc:spChg>
        <pc:spChg chg="del mod">
          <ac:chgData name="Jake Duddy" userId="7a8a0c806e99fd3e" providerId="LiveId" clId="{CCFF1EDE-63BB-4842-AC66-0597FB2EFDF5}" dt="2026-10-13T20:13:08.856" v="8300" actId="478"/>
          <ac:spMkLst>
            <pc:docMk/>
            <pc:sldMk cId="1555283809" sldId="2147482174"/>
            <ac:spMk id="20" creationId="{7858122E-031D-9231-2062-32ADA73B05A8}"/>
          </ac:spMkLst>
        </pc:spChg>
        <pc:spChg chg="del mod">
          <ac:chgData name="Jake Duddy" userId="7a8a0c806e99fd3e" providerId="LiveId" clId="{CCFF1EDE-63BB-4842-AC66-0597FB2EFDF5}" dt="2026-10-13T20:13:29.354" v="8306" actId="478"/>
          <ac:spMkLst>
            <pc:docMk/>
            <pc:sldMk cId="1555283809" sldId="2147482174"/>
            <ac:spMk id="21" creationId="{3793DBE0-04C0-FE74-4541-24D2E985D2D5}"/>
          </ac:spMkLst>
        </pc:spChg>
        <pc:spChg chg="del">
          <ac:chgData name="Jake Duddy" userId="7a8a0c806e99fd3e" providerId="LiveId" clId="{CCFF1EDE-63BB-4842-AC66-0597FB2EFDF5}" dt="2026-10-13T20:10:55.498" v="8274" actId="478"/>
          <ac:spMkLst>
            <pc:docMk/>
            <pc:sldMk cId="1555283809" sldId="2147482174"/>
            <ac:spMk id="22" creationId="{79DE1C73-5F22-C35E-12FF-428B9E10DA3A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23" creationId="{27C66D29-E7EB-0996-DBB9-E6423449C4AF}"/>
          </ac:spMkLst>
        </pc:spChg>
        <pc:spChg chg="del mod">
          <ac:chgData name="Jake Duddy" userId="7a8a0c806e99fd3e" providerId="LiveId" clId="{CCFF1EDE-63BB-4842-AC66-0597FB2EFDF5}" dt="2026-10-13T20:10:53.564" v="8271" actId="478"/>
          <ac:spMkLst>
            <pc:docMk/>
            <pc:sldMk cId="1555283809" sldId="2147482174"/>
            <ac:spMk id="24" creationId="{5EDE6FF8-6B13-D4FB-EC2A-CDC754CBF781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25" creationId="{E011F2D2-1650-93E5-8996-8601A0541B1D}"/>
          </ac:spMkLst>
        </pc:spChg>
        <pc:spChg chg="del mod">
          <ac:chgData name="Jake Duddy" userId="7a8a0c806e99fd3e" providerId="LiveId" clId="{CCFF1EDE-63BB-4842-AC66-0597FB2EFDF5}" dt="2026-10-13T20:10:41.774" v="8267" actId="478"/>
          <ac:spMkLst>
            <pc:docMk/>
            <pc:sldMk cId="1555283809" sldId="2147482174"/>
            <ac:spMk id="26" creationId="{6FDA696B-682F-3374-DB0F-E0F4039C9811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27" creationId="{51409F46-5CDF-C069-8EB6-579D57815E16}"/>
          </ac:spMkLst>
        </pc:spChg>
        <pc:spChg chg="del mod">
          <ac:chgData name="Jake Duddy" userId="7a8a0c806e99fd3e" providerId="LiveId" clId="{CCFF1EDE-63BB-4842-AC66-0597FB2EFDF5}" dt="2026-10-13T20:10:54.869" v="8273" actId="478"/>
          <ac:spMkLst>
            <pc:docMk/>
            <pc:sldMk cId="1555283809" sldId="2147482174"/>
            <ac:spMk id="30" creationId="{465E8447-1960-FB4F-6836-03D0125C77BC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31" creationId="{6DCAD16F-5CE1-A2FF-780A-8FED460F9F4D}"/>
          </ac:spMkLst>
        </pc:spChg>
        <pc:spChg chg="del mod">
          <ac:chgData name="Jake Duddy" userId="7a8a0c806e99fd3e" providerId="LiveId" clId="{CCFF1EDE-63BB-4842-AC66-0597FB2EFDF5}" dt="2026-10-13T20:10:54.260" v="8272" actId="478"/>
          <ac:spMkLst>
            <pc:docMk/>
            <pc:sldMk cId="1555283809" sldId="2147482174"/>
            <ac:spMk id="32" creationId="{ADEBA46B-6F12-2373-7D03-6F3D9CD39194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33" creationId="{83777F71-1470-D62A-DA2A-3AA4A93186CA}"/>
          </ac:spMkLst>
        </pc:spChg>
        <pc:spChg chg="del">
          <ac:chgData name="Jake Duddy" userId="7a8a0c806e99fd3e" providerId="LiveId" clId="{CCFF1EDE-63BB-4842-AC66-0597FB2EFDF5}" dt="2026-10-13T20:10:36.036" v="8264" actId="478"/>
          <ac:spMkLst>
            <pc:docMk/>
            <pc:sldMk cId="1555283809" sldId="2147482174"/>
            <ac:spMk id="34" creationId="{F58891BD-8712-6324-805B-970FD8A813C7}"/>
          </ac:spMkLst>
        </pc:spChg>
        <pc:spChg chg="del mod">
          <ac:chgData name="Jake Duddy" userId="7a8a0c806e99fd3e" providerId="LiveId" clId="{CCFF1EDE-63BB-4842-AC66-0597FB2EFDF5}" dt="2026-10-13T20:15:39.697" v="8312" actId="478"/>
          <ac:spMkLst>
            <pc:docMk/>
            <pc:sldMk cId="1555283809" sldId="2147482174"/>
            <ac:spMk id="35" creationId="{4FAD92FC-0181-A28F-96FF-E6CEFE2C252E}"/>
          </ac:spMkLst>
        </pc:spChg>
        <pc:spChg chg="del mod">
          <ac:chgData name="Jake Duddy" userId="7a8a0c806e99fd3e" providerId="LiveId" clId="{CCFF1EDE-63BB-4842-AC66-0597FB2EFDF5}" dt="2026-10-13T20:12:27.794" v="8298" actId="478"/>
          <ac:spMkLst>
            <pc:docMk/>
            <pc:sldMk cId="1555283809" sldId="2147482174"/>
            <ac:spMk id="39" creationId="{3A3D9C27-0389-838E-998B-0C8B09D5F20D}"/>
          </ac:spMkLst>
        </pc:spChg>
        <pc:spChg chg="del">
          <ac:chgData name="Jake Duddy" userId="7a8a0c806e99fd3e" providerId="LiveId" clId="{CCFF1EDE-63BB-4842-AC66-0597FB2EFDF5}" dt="2026-10-13T20:06:18.520" v="8176" actId="478"/>
          <ac:spMkLst>
            <pc:docMk/>
            <pc:sldMk cId="1555283809" sldId="2147482174"/>
            <ac:spMk id="40" creationId="{D09E1413-1CEF-5DC2-B92B-1A290429D8B6}"/>
          </ac:spMkLst>
        </pc:spChg>
        <pc:picChg chg="add del mod">
          <ac:chgData name="Jake Duddy" userId="7a8a0c806e99fd3e" providerId="LiveId" clId="{CCFF1EDE-63BB-4842-AC66-0597FB2EFDF5}" dt="2026-10-14T20:33:38.820" v="11072" actId="478"/>
          <ac:picMkLst>
            <pc:docMk/>
            <pc:sldMk cId="1555283809" sldId="2147482174"/>
            <ac:picMk id="4" creationId="{7730E73F-2B36-53F6-A0C9-C64BF03365D8}"/>
          </ac:picMkLst>
        </pc:picChg>
        <pc:picChg chg="add">
          <ac:chgData name="Jake Duddy" userId="7a8a0c806e99fd3e" providerId="LiveId" clId="{CCFF1EDE-63BB-4842-AC66-0597FB2EFDF5}" dt="2026-10-14T20:33:41.473" v="11073" actId="22"/>
          <ac:picMkLst>
            <pc:docMk/>
            <pc:sldMk cId="1555283809" sldId="2147482174"/>
            <ac:picMk id="6" creationId="{D7EF7C76-DEFA-A979-A299-4F4B68C6EB75}"/>
          </ac:picMkLst>
        </pc:picChg>
        <pc:picChg chg="add del mod">
          <ac:chgData name="Jake Duddy" userId="7a8a0c806e99fd3e" providerId="LiveId" clId="{CCFF1EDE-63BB-4842-AC66-0597FB2EFDF5}" dt="2026-10-13T20:10:33.762" v="8262" actId="478"/>
          <ac:picMkLst>
            <pc:docMk/>
            <pc:sldMk cId="1555283809" sldId="2147482174"/>
            <ac:picMk id="7" creationId="{32650EAE-EDC2-2432-3D88-911FD301AC15}"/>
          </ac:picMkLst>
        </pc:picChg>
        <pc:picChg chg="add mod">
          <ac:chgData name="Jake Duddy" userId="7a8a0c806e99fd3e" providerId="LiveId" clId="{CCFF1EDE-63BB-4842-AC66-0597FB2EFDF5}" dt="2026-10-14T20:33:53.573" v="11077" actId="1076"/>
          <ac:picMkLst>
            <pc:docMk/>
            <pc:sldMk cId="1555283809" sldId="2147482174"/>
            <ac:picMk id="8" creationId="{CC04C853-BBCE-8D2C-EC05-6EBA83BDFBA7}"/>
          </ac:picMkLst>
        </pc:picChg>
        <pc:picChg chg="add del mod">
          <ac:chgData name="Jake Duddy" userId="7a8a0c806e99fd3e" providerId="LiveId" clId="{CCFF1EDE-63BB-4842-AC66-0597FB2EFDF5}" dt="2026-10-13T20:15:39.697" v="8312" actId="478"/>
          <ac:picMkLst>
            <pc:docMk/>
            <pc:sldMk cId="1555283809" sldId="2147482174"/>
            <ac:picMk id="9" creationId="{F15F21B2-5DDD-7F55-EC4A-626A7AFBDC55}"/>
          </ac:picMkLst>
        </pc:picChg>
        <pc:picChg chg="add mod">
          <ac:chgData name="Jake Duddy" userId="7a8a0c806e99fd3e" providerId="LiveId" clId="{CCFF1EDE-63BB-4842-AC66-0597FB2EFDF5}" dt="2026-10-14T20:35:23.087" v="11100" actId="1076"/>
          <ac:picMkLst>
            <pc:docMk/>
            <pc:sldMk cId="1555283809" sldId="2147482174"/>
            <ac:picMk id="10" creationId="{81B387A9-E591-DFE6-B0DB-E016FCF9029A}"/>
          </ac:picMkLst>
        </pc:picChg>
        <pc:picChg chg="add mod">
          <ac:chgData name="Jake Duddy" userId="7a8a0c806e99fd3e" providerId="LiveId" clId="{CCFF1EDE-63BB-4842-AC66-0597FB2EFDF5}" dt="2026-10-13T20:11:14.329" v="8280" actId="1076"/>
          <ac:picMkLst>
            <pc:docMk/>
            <pc:sldMk cId="1555283809" sldId="2147482174"/>
            <ac:picMk id="11" creationId="{FB58431B-A434-CF8B-387C-05C8C7374394}"/>
          </ac:picMkLst>
        </pc:picChg>
        <pc:picChg chg="add mod">
          <ac:chgData name="Jake Duddy" userId="7a8a0c806e99fd3e" providerId="LiveId" clId="{CCFF1EDE-63BB-4842-AC66-0597FB2EFDF5}" dt="2026-10-13T20:10:40.083" v="8266" actId="1076"/>
          <ac:picMkLst>
            <pc:docMk/>
            <pc:sldMk cId="1555283809" sldId="2147482174"/>
            <ac:picMk id="13" creationId="{A7A31D4E-6242-1B45-18B4-19423EE38B3D}"/>
          </ac:picMkLst>
        </pc:picChg>
        <pc:picChg chg="add mod">
          <ac:chgData name="Jake Duddy" userId="7a8a0c806e99fd3e" providerId="LiveId" clId="{CCFF1EDE-63BB-4842-AC66-0597FB2EFDF5}" dt="2026-10-14T20:37:13.458" v="11141" actId="1036"/>
          <ac:picMkLst>
            <pc:docMk/>
            <pc:sldMk cId="1555283809" sldId="2147482174"/>
            <ac:picMk id="14" creationId="{BD0B32F4-4DD7-C02A-06ED-825FADBDE990}"/>
          </ac:picMkLst>
        </pc:picChg>
        <pc:picChg chg="add del mod">
          <ac:chgData name="Jake Duddy" userId="7a8a0c806e99fd3e" providerId="LiveId" clId="{CCFF1EDE-63BB-4842-AC66-0597FB2EFDF5}" dt="2026-10-13T20:15:39.697" v="8312" actId="478"/>
          <ac:picMkLst>
            <pc:docMk/>
            <pc:sldMk cId="1555283809" sldId="2147482174"/>
            <ac:picMk id="15" creationId="{2C4CE30F-A540-754E-34DA-8EB3988BD90E}"/>
          </ac:picMkLst>
        </pc:picChg>
        <pc:picChg chg="add del mod">
          <ac:chgData name="Jake Duddy" userId="7a8a0c806e99fd3e" providerId="LiveId" clId="{CCFF1EDE-63BB-4842-AC66-0597FB2EFDF5}" dt="2026-10-14T20:35:41.223" v="11105" actId="478"/>
          <ac:picMkLst>
            <pc:docMk/>
            <pc:sldMk cId="1555283809" sldId="2147482174"/>
            <ac:picMk id="18" creationId="{9E292A57-AFDE-2B5F-2707-E83F629BA657}"/>
          </ac:picMkLst>
        </pc:picChg>
        <pc:picChg chg="add mod">
          <ac:chgData name="Jake Duddy" userId="7a8a0c806e99fd3e" providerId="LiveId" clId="{CCFF1EDE-63BB-4842-AC66-0597FB2EFDF5}" dt="2026-10-13T20:11:06.271" v="8278" actId="1076"/>
          <ac:picMkLst>
            <pc:docMk/>
            <pc:sldMk cId="1555283809" sldId="2147482174"/>
            <ac:picMk id="18" creationId="{E77A75F5-B3BB-6D75-2A2C-B14CE49C193C}"/>
          </ac:picMkLst>
        </pc:picChg>
        <pc:picChg chg="add mod">
          <ac:chgData name="Jake Duddy" userId="7a8a0c806e99fd3e" providerId="LiveId" clId="{CCFF1EDE-63BB-4842-AC66-0597FB2EFDF5}" dt="2026-10-14T20:37:13.458" v="11141" actId="1036"/>
          <ac:picMkLst>
            <pc:docMk/>
            <pc:sldMk cId="1555283809" sldId="2147482174"/>
            <ac:picMk id="21" creationId="{608C4759-00CF-74EF-71D2-486A4B36AFDD}"/>
          </ac:picMkLst>
        </pc:picChg>
        <pc:picChg chg="add mod">
          <ac:chgData name="Jake Duddy" userId="7a8a0c806e99fd3e" providerId="LiveId" clId="{CCFF1EDE-63BB-4842-AC66-0597FB2EFDF5}" dt="2026-10-14T20:37:18.832" v="11153" actId="1038"/>
          <ac:picMkLst>
            <pc:docMk/>
            <pc:sldMk cId="1555283809" sldId="2147482174"/>
            <ac:picMk id="23" creationId="{FCA7EB8C-5A09-2A63-DF45-4B4D18360695}"/>
          </ac:picMkLst>
        </pc:picChg>
        <pc:picChg chg="add mod">
          <ac:chgData name="Jake Duddy" userId="7a8a0c806e99fd3e" providerId="LiveId" clId="{CCFF1EDE-63BB-4842-AC66-0597FB2EFDF5}" dt="2026-10-13T20:11:19.266" v="8282" actId="1076"/>
          <ac:picMkLst>
            <pc:docMk/>
            <pc:sldMk cId="1555283809" sldId="2147482174"/>
            <ac:picMk id="41" creationId="{11D2F972-5BDA-32E2-E066-EC9813C53BA3}"/>
          </ac:picMkLst>
        </pc:picChg>
        <pc:picChg chg="add del mod">
          <ac:chgData name="Jake Duddy" userId="7a8a0c806e99fd3e" providerId="LiveId" clId="{CCFF1EDE-63BB-4842-AC66-0597FB2EFDF5}" dt="2026-10-13T20:15:39.697" v="8312" actId="478"/>
          <ac:picMkLst>
            <pc:docMk/>
            <pc:sldMk cId="1555283809" sldId="2147482174"/>
            <ac:picMk id="44" creationId="{338FBBAB-B811-1B5B-28BC-6857FC2799D0}"/>
          </ac:picMkLst>
        </pc:picChg>
        <pc:picChg chg="add del mod">
          <ac:chgData name="Jake Duddy" userId="7a8a0c806e99fd3e" providerId="LiveId" clId="{CCFF1EDE-63BB-4842-AC66-0597FB2EFDF5}" dt="2026-10-13T20:15:39.697" v="8312" actId="478"/>
          <ac:picMkLst>
            <pc:docMk/>
            <pc:sldMk cId="1555283809" sldId="2147482174"/>
            <ac:picMk id="46" creationId="{F9849EB4-1485-C735-A54C-FE41E2304FED}"/>
          </ac:picMkLst>
        </pc:picChg>
        <pc:picChg chg="add del mod">
          <ac:chgData name="Jake Duddy" userId="7a8a0c806e99fd3e" providerId="LiveId" clId="{CCFF1EDE-63BB-4842-AC66-0597FB2EFDF5}" dt="2026-10-13T21:07:19.114" v="8519" actId="478"/>
          <ac:picMkLst>
            <pc:docMk/>
            <pc:sldMk cId="1555283809" sldId="2147482174"/>
            <ac:picMk id="48" creationId="{DE7F2162-B4D0-C1C2-97EC-B272D1E2BB9C}"/>
          </ac:picMkLst>
        </pc:picChg>
        <pc:picChg chg="add del">
          <ac:chgData name="Jake Duddy" userId="7a8a0c806e99fd3e" providerId="LiveId" clId="{CCFF1EDE-63BB-4842-AC66-0597FB2EFDF5}" dt="2026-10-13T20:16:24.026" v="8329" actId="22"/>
          <ac:picMkLst>
            <pc:docMk/>
            <pc:sldMk cId="1555283809" sldId="2147482174"/>
            <ac:picMk id="50" creationId="{88AB0D69-E685-5479-441B-C97D5E47B015}"/>
          </ac:picMkLst>
        </pc:picChg>
        <pc:picChg chg="add del mod">
          <ac:chgData name="Jake Duddy" userId="7a8a0c806e99fd3e" providerId="LiveId" clId="{CCFF1EDE-63BB-4842-AC66-0597FB2EFDF5}" dt="2026-10-13T21:07:38.868" v="8523" actId="478"/>
          <ac:picMkLst>
            <pc:docMk/>
            <pc:sldMk cId="1555283809" sldId="2147482174"/>
            <ac:picMk id="52" creationId="{33DCD6A2-A6FF-10B9-A6FD-08BADC9C26E1}"/>
          </ac:picMkLst>
        </pc:picChg>
        <pc:picChg chg="add del mod">
          <ac:chgData name="Jake Duddy" userId="7a8a0c806e99fd3e" providerId="LiveId" clId="{CCFF1EDE-63BB-4842-AC66-0597FB2EFDF5}" dt="2026-10-14T20:33:28.201" v="11069" actId="478"/>
          <ac:picMkLst>
            <pc:docMk/>
            <pc:sldMk cId="1555283809" sldId="2147482174"/>
            <ac:picMk id="54" creationId="{839796C5-FDBA-FA1D-A5EF-70AC70B14076}"/>
          </ac:picMkLst>
        </pc:picChg>
        <pc:cxnChg chg="del">
          <ac:chgData name="Jake Duddy" userId="7a8a0c806e99fd3e" providerId="LiveId" clId="{CCFF1EDE-63BB-4842-AC66-0597FB2EFDF5}" dt="2026-10-13T20:12:19.828" v="8297" actId="478"/>
          <ac:cxnSpMkLst>
            <pc:docMk/>
            <pc:sldMk cId="1555283809" sldId="2147482174"/>
            <ac:cxnSpMk id="37" creationId="{D89D21A2-155D-612B-1FDF-9C004C7F1D7F}"/>
          </ac:cxnSpMkLst>
        </pc:cxnChg>
        <pc:cxnChg chg="mod">
          <ac:chgData name="Jake Duddy" userId="7a8a0c806e99fd3e" providerId="LiveId" clId="{CCFF1EDE-63BB-4842-AC66-0597FB2EFDF5}" dt="2026-10-13T20:12:12.184" v="8296" actId="14100"/>
          <ac:cxnSpMkLst>
            <pc:docMk/>
            <pc:sldMk cId="1555283809" sldId="2147482174"/>
            <ac:cxnSpMk id="38" creationId="{42BE6AC3-5460-82DB-EA49-A127CA06E154}"/>
          </ac:cxnSpMkLst>
        </pc:cxnChg>
      </pc:sldChg>
      <pc:sldChg chg="modSp add del mod modAnim">
        <pc:chgData name="Jake Duddy" userId="7a8a0c806e99fd3e" providerId="LiveId" clId="{CCFF1EDE-63BB-4842-AC66-0597FB2EFDF5}" dt="2026-10-13T19:29:29.686" v="7766" actId="47"/>
        <pc:sldMkLst>
          <pc:docMk/>
          <pc:sldMk cId="4263545114" sldId="2147482174"/>
        </pc:sldMkLst>
        <pc:spChg chg="mod">
          <ac:chgData name="Jake Duddy" userId="7a8a0c806e99fd3e" providerId="LiveId" clId="{CCFF1EDE-63BB-4842-AC66-0597FB2EFDF5}" dt="2026-10-13T19:28:49.163" v="7725" actId="207"/>
          <ac:spMkLst>
            <pc:docMk/>
            <pc:sldMk cId="4263545114" sldId="2147482174"/>
            <ac:spMk id="20" creationId="{B4AFE58E-BF53-7EC9-A7EB-A9C7B0F4826C}"/>
          </ac:spMkLst>
        </pc:spChg>
        <pc:spChg chg="mod">
          <ac:chgData name="Jake Duddy" userId="7a8a0c806e99fd3e" providerId="LiveId" clId="{CCFF1EDE-63BB-4842-AC66-0597FB2EFDF5}" dt="2026-10-13T19:28:49.163" v="7725" actId="207"/>
          <ac:spMkLst>
            <pc:docMk/>
            <pc:sldMk cId="4263545114" sldId="2147482174"/>
            <ac:spMk id="22" creationId="{9D07FF5D-1B21-745F-A83D-DB7EE6BD7E85}"/>
          </ac:spMkLst>
        </pc:spChg>
        <pc:spChg chg="mod">
          <ac:chgData name="Jake Duddy" userId="7a8a0c806e99fd3e" providerId="LiveId" clId="{CCFF1EDE-63BB-4842-AC66-0597FB2EFDF5}" dt="2026-10-13T19:28:49.163" v="7725" actId="207"/>
          <ac:spMkLst>
            <pc:docMk/>
            <pc:sldMk cId="4263545114" sldId="2147482174"/>
            <ac:spMk id="24" creationId="{AB80052B-36F6-821D-050D-C5461D08DB85}"/>
          </ac:spMkLst>
        </pc:spChg>
        <pc:spChg chg="mod">
          <ac:chgData name="Jake Duddy" userId="7a8a0c806e99fd3e" providerId="LiveId" clId="{CCFF1EDE-63BB-4842-AC66-0597FB2EFDF5}" dt="2026-10-13T19:28:49.163" v="7725" actId="207"/>
          <ac:spMkLst>
            <pc:docMk/>
            <pc:sldMk cId="4263545114" sldId="2147482174"/>
            <ac:spMk id="33" creationId="{3832F9AE-2842-E5BE-5895-BE7AA0F8945D}"/>
          </ac:spMkLst>
        </pc:spChg>
        <pc:picChg chg="mod">
          <ac:chgData name="Jake Duddy" userId="7a8a0c806e99fd3e" providerId="LiveId" clId="{CCFF1EDE-63BB-4842-AC66-0597FB2EFDF5}" dt="2026-10-13T19:28:37.462" v="7724" actId="207"/>
          <ac:picMkLst>
            <pc:docMk/>
            <pc:sldMk cId="4263545114" sldId="2147482174"/>
            <ac:picMk id="28" creationId="{7304D716-3C9B-8B43-E9D7-B51C7F303591}"/>
          </ac:picMkLst>
        </pc:picChg>
        <pc:picChg chg="mod">
          <ac:chgData name="Jake Duddy" userId="7a8a0c806e99fd3e" providerId="LiveId" clId="{CCFF1EDE-63BB-4842-AC66-0597FB2EFDF5}" dt="2026-10-13T19:28:37.462" v="7724" actId="207"/>
          <ac:picMkLst>
            <pc:docMk/>
            <pc:sldMk cId="4263545114" sldId="2147482174"/>
            <ac:picMk id="29" creationId="{AA9E4B8C-AA6D-0C89-336A-2B9FCB2CEBB7}"/>
          </ac:picMkLst>
        </pc:picChg>
        <pc:picChg chg="mod">
          <ac:chgData name="Jake Duddy" userId="7a8a0c806e99fd3e" providerId="LiveId" clId="{CCFF1EDE-63BB-4842-AC66-0597FB2EFDF5}" dt="2026-10-13T19:28:37.462" v="7724" actId="207"/>
          <ac:picMkLst>
            <pc:docMk/>
            <pc:sldMk cId="4263545114" sldId="2147482174"/>
            <ac:picMk id="30" creationId="{58A3DCF6-36F6-6BC2-25F5-5528DF849846}"/>
          </ac:picMkLst>
        </pc:picChg>
        <pc:picChg chg="mod">
          <ac:chgData name="Jake Duddy" userId="7a8a0c806e99fd3e" providerId="LiveId" clId="{CCFF1EDE-63BB-4842-AC66-0597FB2EFDF5}" dt="2026-10-13T19:28:37.462" v="7724" actId="207"/>
          <ac:picMkLst>
            <pc:docMk/>
            <pc:sldMk cId="4263545114" sldId="2147482174"/>
            <ac:picMk id="34" creationId="{12697660-361B-FA7D-5A13-98934263B13A}"/>
          </ac:picMkLst>
        </pc:picChg>
      </pc:sldChg>
      <pc:sldChg chg="new del ord">
        <pc:chgData name="Jake Duddy" userId="7a8a0c806e99fd3e" providerId="LiveId" clId="{CCFF1EDE-63BB-4842-AC66-0597FB2EFDF5}" dt="2026-10-13T19:39:26.917" v="7867"/>
        <pc:sldMkLst>
          <pc:docMk/>
          <pc:sldMk cId="250823517" sldId="2147482175"/>
        </pc:sldMkLst>
      </pc:sldChg>
      <pc:sldChg chg="modSp add del mod">
        <pc:chgData name="Jake Duddy" userId="7a8a0c806e99fd3e" providerId="LiveId" clId="{CCFF1EDE-63BB-4842-AC66-0597FB2EFDF5}" dt="2026-10-13T19:40:01.997" v="7872"/>
        <pc:sldMkLst>
          <pc:docMk/>
          <pc:sldMk cId="2675915954" sldId="2147482176"/>
        </pc:sldMkLst>
        <pc:spChg chg="mod">
          <ac:chgData name="Jake Duddy" userId="7a8a0c806e99fd3e" providerId="LiveId" clId="{CCFF1EDE-63BB-4842-AC66-0597FB2EFDF5}" dt="2026-10-13T19:39:26.985" v="7868" actId="27636"/>
          <ac:spMkLst>
            <pc:docMk/>
            <pc:sldMk cId="2675915954" sldId="2147482176"/>
            <ac:spMk id="13" creationId="{00000000-0000-0000-0000-000000000000}"/>
          </ac:spMkLst>
        </pc:spChg>
        <pc:spChg chg="mod">
          <ac:chgData name="Jake Duddy" userId="7a8a0c806e99fd3e" providerId="LiveId" clId="{CCFF1EDE-63BB-4842-AC66-0597FB2EFDF5}" dt="2026-10-13T19:39:26.997" v="7869" actId="27636"/>
          <ac:spMkLst>
            <pc:docMk/>
            <pc:sldMk cId="2675915954" sldId="2147482176"/>
            <ac:spMk id="15" creationId="{00000000-0000-0000-0000-000000000000}"/>
          </ac:spMkLst>
        </pc:spChg>
        <pc:spChg chg="mod">
          <ac:chgData name="Jake Duddy" userId="7a8a0c806e99fd3e" providerId="LiveId" clId="{CCFF1EDE-63BB-4842-AC66-0597FB2EFDF5}" dt="2026-10-13T19:39:27.015" v="7870" actId="27636"/>
          <ac:spMkLst>
            <pc:docMk/>
            <pc:sldMk cId="2675915954" sldId="2147482176"/>
            <ac:spMk id="17" creationId="{00000000-0000-0000-0000-000000000000}"/>
          </ac:spMkLst>
        </pc:spChg>
      </pc:sldChg>
      <pc:sldChg chg="modSp add del mod">
        <pc:chgData name="Jake Duddy" userId="7a8a0c806e99fd3e" providerId="LiveId" clId="{CCFF1EDE-63BB-4842-AC66-0597FB2EFDF5}" dt="2026-10-13T19:46:05.784" v="7882"/>
        <pc:sldMkLst>
          <pc:docMk/>
          <pc:sldMk cId="359526099" sldId="2147482177"/>
        </pc:sldMkLst>
        <pc:spChg chg="mod">
          <ac:chgData name="Jake Duddy" userId="7a8a0c806e99fd3e" providerId="LiveId" clId="{CCFF1EDE-63BB-4842-AC66-0597FB2EFDF5}" dt="2026-10-13T19:45:40.647" v="7879"/>
          <ac:spMkLst>
            <pc:docMk/>
            <pc:sldMk cId="359526099" sldId="2147482177"/>
            <ac:spMk id="10" creationId="{00000000-0000-0000-0000-000000000000}"/>
          </ac:spMkLst>
        </pc:spChg>
        <pc:spChg chg="mod">
          <ac:chgData name="Jake Duddy" userId="7a8a0c806e99fd3e" providerId="LiveId" clId="{CCFF1EDE-63BB-4842-AC66-0597FB2EFDF5}" dt="2026-10-13T19:43:22.598" v="7873" actId="207"/>
          <ac:spMkLst>
            <pc:docMk/>
            <pc:sldMk cId="359526099" sldId="2147482177"/>
            <ac:spMk id="18" creationId="{00000000-0000-0000-0000-000000000000}"/>
          </ac:spMkLst>
        </pc:spChg>
      </pc:sldChg>
      <pc:sldChg chg="addSp delSp modSp add del mod ord">
        <pc:chgData name="Jake Duddy" userId="7a8a0c806e99fd3e" providerId="LiveId" clId="{CCFF1EDE-63BB-4842-AC66-0597FB2EFDF5}" dt="2026-10-13T20:03:32.496" v="8093" actId="47"/>
        <pc:sldMkLst>
          <pc:docMk/>
          <pc:sldMk cId="3552373218" sldId="2147482178"/>
        </pc:sldMkLst>
        <pc:spChg chg="mod">
          <ac:chgData name="Jake Duddy" userId="7a8a0c806e99fd3e" providerId="LiveId" clId="{CCFF1EDE-63BB-4842-AC66-0597FB2EFDF5}" dt="2026-10-13T20:00:06.883" v="7983" actId="20577"/>
          <ac:spMkLst>
            <pc:docMk/>
            <pc:sldMk cId="3552373218" sldId="2147482178"/>
            <ac:spMk id="2" creationId="{9727CBCA-648F-8F6F-525F-2D9C925B27FB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4" creationId="{F5011117-D883-8127-6234-80D858E35410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6" creationId="{F45298BB-172B-2DE2-223C-310400C2FFFE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8" creationId="{73E79427-BDEF-F01D-3CB6-A923160C4CAC}"/>
          </ac:spMkLst>
        </pc:spChg>
        <pc:spChg chg="mod">
          <ac:chgData name="Jake Duddy" userId="7a8a0c806e99fd3e" providerId="LiveId" clId="{CCFF1EDE-63BB-4842-AC66-0597FB2EFDF5}" dt="2026-10-13T19:59:34.866" v="7956" actId="20577"/>
          <ac:spMkLst>
            <pc:docMk/>
            <pc:sldMk cId="3552373218" sldId="2147482178"/>
            <ac:spMk id="12" creationId="{00000000-0000-0000-0000-000000000000}"/>
          </ac:spMkLst>
        </pc:spChg>
        <pc:spChg chg="mod">
          <ac:chgData name="Jake Duddy" userId="7a8a0c806e99fd3e" providerId="LiveId" clId="{CCFF1EDE-63BB-4842-AC66-0597FB2EFDF5}" dt="2026-10-13T19:59:52.009" v="7968" actId="20577"/>
          <ac:spMkLst>
            <pc:docMk/>
            <pc:sldMk cId="3552373218" sldId="2147482178"/>
            <ac:spMk id="14" creationId="{00000000-0000-0000-0000-000000000000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20" creationId="{28F81324-D088-6FE0-AE48-C23C542EF504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22" creationId="{D0376070-A03B-6964-AF8D-496B941EE79A}"/>
          </ac:spMkLst>
        </pc:spChg>
        <pc:spChg chg="add del">
          <ac:chgData name="Jake Duddy" userId="7a8a0c806e99fd3e" providerId="LiveId" clId="{CCFF1EDE-63BB-4842-AC66-0597FB2EFDF5}" dt="2026-10-13T20:02:35.261" v="8005" actId="22"/>
          <ac:spMkLst>
            <pc:docMk/>
            <pc:sldMk cId="3552373218" sldId="2147482178"/>
            <ac:spMk id="24" creationId="{1AEFDF2D-593B-737B-E814-50850561A0C3}"/>
          </ac:spMkLst>
        </pc:spChg>
      </pc:sldChg>
      <pc:sldChg chg="delSp new del mod ord">
        <pc:chgData name="Jake Duddy" userId="7a8a0c806e99fd3e" providerId="LiveId" clId="{CCFF1EDE-63BB-4842-AC66-0597FB2EFDF5}" dt="2026-10-13T19:49:54.173" v="7903"/>
        <pc:sldMkLst>
          <pc:docMk/>
          <pc:sldMk cId="2748315168" sldId="2147482179"/>
        </pc:sldMkLst>
        <pc:spChg chg="del">
          <ac:chgData name="Jake Duddy" userId="7a8a0c806e99fd3e" providerId="LiveId" clId="{CCFF1EDE-63BB-4842-AC66-0597FB2EFDF5}" dt="2026-10-13T19:49:18.543" v="7892"/>
          <ac:spMkLst>
            <pc:docMk/>
            <pc:sldMk cId="2748315168" sldId="2147482179"/>
            <ac:spMk id="3" creationId="{B8EE577D-6B1F-5E15-C685-975D8B00F58B}"/>
          </ac:spMkLst>
        </pc:spChg>
      </pc:sldChg>
      <pc:sldChg chg="delSp new del mod ord">
        <pc:chgData name="Jake Duddy" userId="7a8a0c806e99fd3e" providerId="LiveId" clId="{CCFF1EDE-63BB-4842-AC66-0597FB2EFDF5}" dt="2026-10-13T19:51:32.108" v="7915"/>
        <pc:sldMkLst>
          <pc:docMk/>
          <pc:sldMk cId="1832215150" sldId="2147482180"/>
        </pc:sldMkLst>
        <pc:spChg chg="del">
          <ac:chgData name="Jake Duddy" userId="7a8a0c806e99fd3e" providerId="LiveId" clId="{CCFF1EDE-63BB-4842-AC66-0597FB2EFDF5}" dt="2026-10-13T19:49:18.629" v="7895"/>
          <ac:spMkLst>
            <pc:docMk/>
            <pc:sldMk cId="1832215150" sldId="2147482180"/>
            <ac:spMk id="3" creationId="{180F66CA-5651-2EB3-448C-4F9830F8655E}"/>
          </ac:spMkLst>
        </pc:spChg>
      </pc:sldChg>
      <pc:sldChg chg="delSp new del mod ord">
        <pc:chgData name="Jake Duddy" userId="7a8a0c806e99fd3e" providerId="LiveId" clId="{CCFF1EDE-63BB-4842-AC66-0597FB2EFDF5}" dt="2026-10-13T19:53:35.603" v="7921"/>
        <pc:sldMkLst>
          <pc:docMk/>
          <pc:sldMk cId="74517568" sldId="2147482181"/>
        </pc:sldMkLst>
        <pc:spChg chg="del">
          <ac:chgData name="Jake Duddy" userId="7a8a0c806e99fd3e" providerId="LiveId" clId="{CCFF1EDE-63BB-4842-AC66-0597FB2EFDF5}" dt="2026-10-13T19:49:18.705" v="7898"/>
          <ac:spMkLst>
            <pc:docMk/>
            <pc:sldMk cId="74517568" sldId="2147482181"/>
            <ac:spMk id="3" creationId="{17DB1BD5-0C9D-168F-AB92-D69839DFF877}"/>
          </ac:spMkLst>
        </pc:spChg>
      </pc:sldChg>
      <pc:sldChg chg="delSp new del mod ord">
        <pc:chgData name="Jake Duddy" userId="7a8a0c806e99fd3e" providerId="LiveId" clId="{CCFF1EDE-63BB-4842-AC66-0597FB2EFDF5}" dt="2026-10-13T19:54:08.425" v="7923"/>
        <pc:sldMkLst>
          <pc:docMk/>
          <pc:sldMk cId="428763015" sldId="2147482182"/>
        </pc:sldMkLst>
        <pc:spChg chg="del">
          <ac:chgData name="Jake Duddy" userId="7a8a0c806e99fd3e" providerId="LiveId" clId="{CCFF1EDE-63BB-4842-AC66-0597FB2EFDF5}" dt="2026-10-13T19:49:18.778" v="7901"/>
          <ac:spMkLst>
            <pc:docMk/>
            <pc:sldMk cId="428763015" sldId="2147482182"/>
            <ac:spMk id="3" creationId="{E29EBEB8-3764-460E-055B-49C0B1672C7B}"/>
          </ac:spMkLst>
        </pc:spChg>
      </pc:sldChg>
      <pc:sldChg chg="modSp add del mod">
        <pc:chgData name="Jake Duddy" userId="7a8a0c806e99fd3e" providerId="LiveId" clId="{CCFF1EDE-63BB-4842-AC66-0597FB2EFDF5}" dt="2026-10-13T20:20:44.154" v="8363"/>
        <pc:sldMkLst>
          <pc:docMk/>
          <pc:sldMk cId="3684916290" sldId="2147482183"/>
        </pc:sldMkLst>
        <pc:spChg chg="mod">
          <ac:chgData name="Jake Duddy" userId="7a8a0c806e99fd3e" providerId="LiveId" clId="{CCFF1EDE-63BB-4842-AC66-0597FB2EFDF5}" dt="2026-10-13T19:50:38.333" v="7913" actId="27636"/>
          <ac:spMkLst>
            <pc:docMk/>
            <pc:sldMk cId="3684916290" sldId="2147482183"/>
            <ac:spMk id="2" creationId="{09FD9D9C-A7C5-7BF2-37C8-F6D7ADBD4056}"/>
          </ac:spMkLst>
        </pc:spChg>
        <pc:spChg chg="mod">
          <ac:chgData name="Jake Duddy" userId="7a8a0c806e99fd3e" providerId="LiveId" clId="{CCFF1EDE-63BB-4842-AC66-0597FB2EFDF5}" dt="2026-10-13T19:54:53.036" v="7926"/>
          <ac:spMkLst>
            <pc:docMk/>
            <pc:sldMk cId="3684916290" sldId="2147482183"/>
            <ac:spMk id="12" creationId="{00000000-0000-0000-0000-000000000000}"/>
          </ac:spMkLst>
        </pc:spChg>
        <pc:spChg chg="mod">
          <ac:chgData name="Jake Duddy" userId="7a8a0c806e99fd3e" providerId="LiveId" clId="{CCFF1EDE-63BB-4842-AC66-0597FB2EFDF5}" dt="2026-10-13T19:50:38.276" v="7912"/>
          <ac:spMkLst>
            <pc:docMk/>
            <pc:sldMk cId="3684916290" sldId="2147482183"/>
            <ac:spMk id="13" creationId="{00000000-0000-0000-0000-000000000000}"/>
          </ac:spMkLst>
        </pc:spChg>
      </pc:sldChg>
      <pc:sldChg chg="modSp add del mod">
        <pc:chgData name="Jake Duddy" userId="7a8a0c806e99fd3e" providerId="LiveId" clId="{CCFF1EDE-63BB-4842-AC66-0597FB2EFDF5}" dt="2026-10-13T19:52:14.347" v="7918"/>
        <pc:sldMkLst>
          <pc:docMk/>
          <pc:sldMk cId="1777088934" sldId="2147482184"/>
        </pc:sldMkLst>
        <pc:spChg chg="mod">
          <ac:chgData name="Jake Duddy" userId="7a8a0c806e99fd3e" providerId="LiveId" clId="{CCFF1EDE-63BB-4842-AC66-0597FB2EFDF5}" dt="2026-10-13T19:51:32.167" v="7916" actId="27636"/>
          <ac:spMkLst>
            <pc:docMk/>
            <pc:sldMk cId="1777088934" sldId="2147482184"/>
            <ac:spMk id="2" creationId="{4AC11C06-E370-36AC-0B06-A7582704400F}"/>
          </ac:spMkLst>
        </pc:spChg>
      </pc:sldChg>
      <pc:sldChg chg="delSp modSp add del mod">
        <pc:chgData name="Jake Duddy" userId="7a8a0c806e99fd3e" providerId="LiveId" clId="{CCFF1EDE-63BB-4842-AC66-0597FB2EFDF5}" dt="2026-10-13T21:45:53.280" v="9471" actId="47"/>
        <pc:sldMkLst>
          <pc:docMk/>
          <pc:sldMk cId="2470751781" sldId="2147482185"/>
        </pc:sldMkLst>
        <pc:spChg chg="del">
          <ac:chgData name="Jake Duddy" userId="7a8a0c806e99fd3e" providerId="LiveId" clId="{CCFF1EDE-63BB-4842-AC66-0597FB2EFDF5}" dt="2026-10-13T21:34:37.983" v="9425" actId="478"/>
          <ac:spMkLst>
            <pc:docMk/>
            <pc:sldMk cId="2470751781" sldId="2147482185"/>
            <ac:spMk id="11" creationId="{00000000-0000-0000-0000-000000000000}"/>
          </ac:spMkLst>
        </pc:spChg>
        <pc:spChg chg="mod">
          <ac:chgData name="Jake Duddy" userId="7a8a0c806e99fd3e" providerId="LiveId" clId="{CCFF1EDE-63BB-4842-AC66-0597FB2EFDF5}" dt="2026-10-13T19:54:53.115" v="7927"/>
          <ac:spMkLst>
            <pc:docMk/>
            <pc:sldMk cId="2470751781" sldId="2147482185"/>
            <ac:spMk id="12" creationId="{00000000-0000-0000-0000-000000000000}"/>
          </ac:spMkLst>
        </pc:spChg>
        <pc:spChg chg="del mod">
          <ac:chgData name="Jake Duddy" userId="7a8a0c806e99fd3e" providerId="LiveId" clId="{CCFF1EDE-63BB-4842-AC66-0597FB2EFDF5}" dt="2026-10-13T21:45:32.878" v="9469" actId="478"/>
          <ac:spMkLst>
            <pc:docMk/>
            <pc:sldMk cId="2470751781" sldId="2147482185"/>
            <ac:spMk id="13" creationId="{00000000-0000-0000-0000-000000000000}"/>
          </ac:spMkLst>
        </pc:spChg>
        <pc:spChg chg="mod">
          <ac:chgData name="Jake Duddy" userId="7a8a0c806e99fd3e" providerId="LiveId" clId="{CCFF1EDE-63BB-4842-AC66-0597FB2EFDF5}" dt="2026-10-13T21:45:36.317" v="9470" actId="1076"/>
          <ac:spMkLst>
            <pc:docMk/>
            <pc:sldMk cId="2470751781" sldId="2147482185"/>
            <ac:spMk id="14" creationId="{00000000-0000-0000-0000-000000000000}"/>
          </ac:spMkLst>
        </pc:spChg>
      </pc:sldChg>
      <pc:sldChg chg="modSp add del mod">
        <pc:chgData name="Jake Duddy" userId="7a8a0c806e99fd3e" providerId="LiveId" clId="{CCFF1EDE-63BB-4842-AC66-0597FB2EFDF5}" dt="2026-10-13T21:44:00.119" v="9452" actId="47"/>
        <pc:sldMkLst>
          <pc:docMk/>
          <pc:sldMk cId="465724628" sldId="2147482186"/>
        </pc:sldMkLst>
        <pc:spChg chg="mod">
          <ac:chgData name="Jake Duddy" userId="7a8a0c806e99fd3e" providerId="LiveId" clId="{CCFF1EDE-63BB-4842-AC66-0597FB2EFDF5}" dt="2026-10-13T19:54:53.150" v="7928"/>
          <ac:spMkLst>
            <pc:docMk/>
            <pc:sldMk cId="465724628" sldId="2147482186"/>
            <ac:spMk id="12" creationId="{00000000-0000-0000-0000-000000000000}"/>
          </ac:spMkLst>
        </pc:spChg>
      </pc:sldChg>
      <pc:sldChg chg="addSp delSp modSp add mod modAnim modShow">
        <pc:chgData name="Jake Duddy" userId="7a8a0c806e99fd3e" providerId="LiveId" clId="{CCFF1EDE-63BB-4842-AC66-0597FB2EFDF5}" dt="2026-10-13T23:08:24.984" v="10319" actId="729"/>
        <pc:sldMkLst>
          <pc:docMk/>
          <pc:sldMk cId="3847723568" sldId="2147482187"/>
        </pc:sldMkLst>
        <pc:spChg chg="mod">
          <ac:chgData name="Jake Duddy" userId="7a8a0c806e99fd3e" providerId="LiveId" clId="{CCFF1EDE-63BB-4842-AC66-0597FB2EFDF5}" dt="2026-10-13T21:47:30.629" v="9490" actId="20577"/>
          <ac:spMkLst>
            <pc:docMk/>
            <pc:sldMk cId="3847723568" sldId="2147482187"/>
            <ac:spMk id="2" creationId="{2640D13E-87EE-D1B6-B06D-534BBB74DC19}"/>
          </ac:spMkLst>
        </pc:spChg>
        <pc:spChg chg="del">
          <ac:chgData name="Jake Duddy" userId="7a8a0c806e99fd3e" providerId="LiveId" clId="{CCFF1EDE-63BB-4842-AC66-0597FB2EFDF5}" dt="2026-10-13T21:46:17.991" v="9472" actId="478"/>
          <ac:spMkLst>
            <pc:docMk/>
            <pc:sldMk cId="3847723568" sldId="2147482187"/>
            <ac:spMk id="10" creationId="{00000000-0000-0000-0000-000000000000}"/>
          </ac:spMkLst>
        </pc:spChg>
        <pc:spChg chg="del">
          <ac:chgData name="Jake Duddy" userId="7a8a0c806e99fd3e" providerId="LiveId" clId="{CCFF1EDE-63BB-4842-AC66-0597FB2EFDF5}" dt="2026-10-13T21:46:19.970" v="9473" actId="478"/>
          <ac:spMkLst>
            <pc:docMk/>
            <pc:sldMk cId="3847723568" sldId="2147482187"/>
            <ac:spMk id="1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47:26.765" v="9489" actId="1076"/>
          <ac:spMkLst>
            <pc:docMk/>
            <pc:sldMk cId="3847723568" sldId="2147482187"/>
            <ac:spMk id="12" creationId="{00000000-0000-0000-0000-000000000000}"/>
          </ac:spMkLst>
        </pc:spChg>
        <pc:spChg chg="mod">
          <ac:chgData name="Jake Duddy" userId="7a8a0c806e99fd3e" providerId="LiveId" clId="{CCFF1EDE-63BB-4842-AC66-0597FB2EFDF5}" dt="2026-10-13T21:47:26.765" v="9489" actId="1076"/>
          <ac:spMkLst>
            <pc:docMk/>
            <pc:sldMk cId="3847723568" sldId="2147482187"/>
            <ac:spMk id="13" creationId="{00000000-0000-0000-0000-000000000000}"/>
          </ac:spMkLst>
        </pc:spChg>
        <pc:spChg chg="del">
          <ac:chgData name="Jake Duddy" userId="7a8a0c806e99fd3e" providerId="LiveId" clId="{CCFF1EDE-63BB-4842-AC66-0597FB2EFDF5}" dt="2026-10-13T21:46:58.692" v="9478" actId="478"/>
          <ac:spMkLst>
            <pc:docMk/>
            <pc:sldMk cId="3847723568" sldId="2147482187"/>
            <ac:spMk id="14" creationId="{00000000-0000-0000-0000-000000000000}"/>
          </ac:spMkLst>
        </pc:spChg>
        <pc:picChg chg="add mod">
          <ac:chgData name="Jake Duddy" userId="7a8a0c806e99fd3e" providerId="LiveId" clId="{CCFF1EDE-63BB-4842-AC66-0597FB2EFDF5}" dt="2026-10-13T21:47:50.066" v="9496" actId="1076"/>
          <ac:picMkLst>
            <pc:docMk/>
            <pc:sldMk cId="3847723568" sldId="2147482187"/>
            <ac:picMk id="3" creationId="{A7E59EC3-1189-C530-21F5-8A9CFBFC57BA}"/>
          </ac:picMkLst>
        </pc:picChg>
      </pc:sldChg>
      <pc:sldChg chg="addSp delSp modSp add mod ord modTransition addAnim delAnim modAnim">
        <pc:chgData name="Jake Duddy" userId="7a8a0c806e99fd3e" providerId="LiveId" clId="{CCFF1EDE-63BB-4842-AC66-0597FB2EFDF5}" dt="2026-10-14T20:31:17.080" v="11068" actId="1035"/>
        <pc:sldMkLst>
          <pc:docMk/>
          <pc:sldMk cId="3681437277" sldId="2147482188"/>
        </pc:sldMkLst>
        <pc:spChg chg="mod">
          <ac:chgData name="Jake Duddy" userId="7a8a0c806e99fd3e" providerId="LiveId" clId="{CCFF1EDE-63BB-4842-AC66-0597FB2EFDF5}" dt="2026-10-13T20:02:37.907" v="8007" actId="1076"/>
          <ac:spMkLst>
            <pc:docMk/>
            <pc:sldMk cId="3681437277" sldId="2147482188"/>
            <ac:spMk id="2" creationId="{C2FD05C7-4056-BD76-5B29-B8C76830969B}"/>
          </ac:spMkLst>
        </pc:spChg>
        <pc:spChg chg="add mod">
          <ac:chgData name="Jake Duddy" userId="7a8a0c806e99fd3e" providerId="LiveId" clId="{CCFF1EDE-63BB-4842-AC66-0597FB2EFDF5}" dt="2026-10-14T20:31:17.080" v="11068" actId="1035"/>
          <ac:spMkLst>
            <pc:docMk/>
            <pc:sldMk cId="3681437277" sldId="2147482188"/>
            <ac:spMk id="4" creationId="{822F154A-FA50-1495-CD9F-2C3732C4C90E}"/>
          </ac:spMkLst>
        </pc:spChg>
        <pc:spChg chg="add del mod">
          <ac:chgData name="Jake Duddy" userId="7a8a0c806e99fd3e" providerId="LiveId" clId="{CCFF1EDE-63BB-4842-AC66-0597FB2EFDF5}" dt="2026-10-14T20:26:00.739" v="10931" actId="478"/>
          <ac:spMkLst>
            <pc:docMk/>
            <pc:sldMk cId="3681437277" sldId="2147482188"/>
            <ac:spMk id="6" creationId="{6C309C27-DBCC-1D65-B1A3-8F802FA86B20}"/>
          </ac:spMkLst>
        </pc:spChg>
        <pc:spChg chg="add del mod">
          <ac:chgData name="Jake Duddy" userId="7a8a0c806e99fd3e" providerId="LiveId" clId="{CCFF1EDE-63BB-4842-AC66-0597FB2EFDF5}" dt="2026-10-13T20:28:27.596" v="8368" actId="478"/>
          <ac:spMkLst>
            <pc:docMk/>
            <pc:sldMk cId="3681437277" sldId="2147482188"/>
            <ac:spMk id="6" creationId="{F2C0250C-EA3E-75A1-28A0-CCA01EEC756C}"/>
          </ac:spMkLst>
        </pc:spChg>
        <pc:spChg chg="add mod">
          <ac:chgData name="Jake Duddy" userId="7a8a0c806e99fd3e" providerId="LiveId" clId="{CCFF1EDE-63BB-4842-AC66-0597FB2EFDF5}" dt="2026-10-14T20:31:17.080" v="11068" actId="1035"/>
          <ac:spMkLst>
            <pc:docMk/>
            <pc:sldMk cId="3681437277" sldId="2147482188"/>
            <ac:spMk id="8" creationId="{26CCD986-1CC2-3DF5-AB04-AAD1FB374B94}"/>
          </ac:spMkLst>
        </pc:spChg>
        <pc:spChg chg="add del mod">
          <ac:chgData name="Jake Duddy" userId="7a8a0c806e99fd3e" providerId="LiveId" clId="{CCFF1EDE-63BB-4842-AC66-0597FB2EFDF5}" dt="2026-10-13T20:08:56.271" v="8252" actId="478"/>
          <ac:spMkLst>
            <pc:docMk/>
            <pc:sldMk cId="3681437277" sldId="2147482188"/>
            <ac:spMk id="8" creationId="{D68F7583-EF2C-48DB-7F80-95FFBE13F582}"/>
          </ac:spMkLst>
        </pc:spChg>
        <pc:spChg chg="del">
          <ac:chgData name="Jake Duddy" userId="7a8a0c806e99fd3e" providerId="LiveId" clId="{CCFF1EDE-63BB-4842-AC66-0597FB2EFDF5}" dt="2026-10-13T21:43:34.707" v="9449" actId="478"/>
          <ac:spMkLst>
            <pc:docMk/>
            <pc:sldMk cId="3681437277" sldId="2147482188"/>
            <ac:spMk id="10" creationId="{510AFB24-2598-6EB2-C489-52EC97DECC62}"/>
          </ac:spMkLst>
        </pc:spChg>
        <pc:spChg chg="add mod">
          <ac:chgData name="Jake Duddy" userId="7a8a0c806e99fd3e" providerId="LiveId" clId="{CCFF1EDE-63BB-4842-AC66-0597FB2EFDF5}" dt="2026-10-14T20:31:17.080" v="11068" actId="1035"/>
          <ac:spMkLst>
            <pc:docMk/>
            <pc:sldMk cId="3681437277" sldId="2147482188"/>
            <ac:spMk id="10" creationId="{909CF0BF-1B11-AE28-3AB7-29F4F10633C2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1" creationId="{AC0D6E53-376D-BAEB-C934-999B200A966C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2" creationId="{D5DFC10E-B18D-6CC6-A7A1-38F477C93BA4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3" creationId="{7A7004A1-7B95-2D4B-F986-E77D032BDDAB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4" creationId="{2B521339-FBE4-0C53-0D1E-79EADD8989F9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5" creationId="{DBB06007-5832-FF9C-A522-08A39A5F684F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6" creationId="{4E9117BC-33B1-CAD0-625E-414844B6BFF5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7" creationId="{1F63D6AC-66B6-5C34-5D09-6FA6868E4BB5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8" creationId="{00B318E7-C26B-E698-550E-8C2FCBBBB5FB}"/>
          </ac:spMkLst>
        </pc:spChg>
        <pc:spChg chg="del">
          <ac:chgData name="Jake Duddy" userId="7a8a0c806e99fd3e" providerId="LiveId" clId="{CCFF1EDE-63BB-4842-AC66-0597FB2EFDF5}" dt="2026-10-13T19:57:31.408" v="7949" actId="478"/>
          <ac:spMkLst>
            <pc:docMk/>
            <pc:sldMk cId="3681437277" sldId="2147482188"/>
            <ac:spMk id="19" creationId="{593E67BC-EB8F-62C3-1BCC-D3EC154E55CB}"/>
          </ac:spMkLst>
        </pc:spChg>
        <pc:spChg chg="add del mod">
          <ac:chgData name="Jake Duddy" userId="7a8a0c806e99fd3e" providerId="LiveId" clId="{CCFF1EDE-63BB-4842-AC66-0597FB2EFDF5}" dt="2026-10-13T20:52:27.658" v="8428" actId="478"/>
          <ac:spMkLst>
            <pc:docMk/>
            <pc:sldMk cId="3681437277" sldId="2147482188"/>
            <ac:spMk id="20" creationId="{9472DA90-3189-827C-BA80-D18856DEBE0E}"/>
          </ac:spMkLst>
        </pc:spChg>
        <pc:spChg chg="add del mod">
          <ac:chgData name="Jake Duddy" userId="7a8a0c806e99fd3e" providerId="LiveId" clId="{CCFF1EDE-63BB-4842-AC66-0597FB2EFDF5}" dt="2026-10-13T20:08:53.973" v="8251" actId="478"/>
          <ac:spMkLst>
            <pc:docMk/>
            <pc:sldMk cId="3681437277" sldId="2147482188"/>
            <ac:spMk id="22" creationId="{17A9F6CB-7B71-03D3-885F-F1AAC2CDAF73}"/>
          </ac:spMkLst>
        </pc:spChg>
        <pc:spChg chg="add del mod">
          <ac:chgData name="Jake Duddy" userId="7a8a0c806e99fd3e" providerId="LiveId" clId="{CCFF1EDE-63BB-4842-AC66-0597FB2EFDF5}" dt="2026-10-13T20:52:29.052" v="8429" actId="478"/>
          <ac:spMkLst>
            <pc:docMk/>
            <pc:sldMk cId="3681437277" sldId="2147482188"/>
            <ac:spMk id="24" creationId="{816AD458-608A-3520-5A01-A94662A4E9EB}"/>
          </ac:spMkLst>
        </pc:spChg>
        <pc:spChg chg="add del mod">
          <ac:chgData name="Jake Duddy" userId="7a8a0c806e99fd3e" providerId="LiveId" clId="{CCFF1EDE-63BB-4842-AC66-0597FB2EFDF5}" dt="2026-10-13T20:07:17.313" v="8225" actId="478"/>
          <ac:spMkLst>
            <pc:docMk/>
            <pc:sldMk cId="3681437277" sldId="2147482188"/>
            <ac:spMk id="26" creationId="{BBDE2839-CE97-CCD9-5FFF-122CB9146B9E}"/>
          </ac:spMkLst>
        </pc:spChg>
        <pc:spChg chg="add del mod">
          <ac:chgData name="Jake Duddy" userId="7a8a0c806e99fd3e" providerId="LiveId" clId="{CCFF1EDE-63BB-4842-AC66-0597FB2EFDF5}" dt="2026-10-13T20:07:46.810" v="8229" actId="478"/>
          <ac:spMkLst>
            <pc:docMk/>
            <pc:sldMk cId="3681437277" sldId="2147482188"/>
            <ac:spMk id="28" creationId="{D6474955-4474-7C17-82DA-6FF3C2B22968}"/>
          </ac:spMkLst>
        </pc:spChg>
        <pc:spChg chg="add del mod">
          <ac:chgData name="Jake Duddy" userId="7a8a0c806e99fd3e" providerId="LiveId" clId="{CCFF1EDE-63BB-4842-AC66-0597FB2EFDF5}" dt="2026-10-13T20:54:01.549" v="8446" actId="478"/>
          <ac:spMkLst>
            <pc:docMk/>
            <pc:sldMk cId="3681437277" sldId="2147482188"/>
            <ac:spMk id="45" creationId="{87A406BC-9200-C174-BBEF-4A5F6605F20D}"/>
          </ac:spMkLst>
        </pc:spChg>
        <pc:spChg chg="add del mod">
          <ac:chgData name="Jake Duddy" userId="7a8a0c806e99fd3e" providerId="LiveId" clId="{CCFF1EDE-63BB-4842-AC66-0597FB2EFDF5}" dt="2026-10-13T20:53:58.174" v="8445" actId="478"/>
          <ac:spMkLst>
            <pc:docMk/>
            <pc:sldMk cId="3681437277" sldId="2147482188"/>
            <ac:spMk id="46" creationId="{04C929FB-8F1A-E1DC-D18F-CBAE64A47CB5}"/>
          </ac:spMkLst>
        </pc:spChg>
        <pc:spChg chg="add del mod">
          <ac:chgData name="Jake Duddy" userId="7a8a0c806e99fd3e" providerId="LiveId" clId="{CCFF1EDE-63BB-4842-AC66-0597FB2EFDF5}" dt="2026-10-13T20:57:15.973" v="8467" actId="478"/>
          <ac:spMkLst>
            <pc:docMk/>
            <pc:sldMk cId="3681437277" sldId="2147482188"/>
            <ac:spMk id="47" creationId="{C872AE4E-CF63-3E4A-23B9-F2DA63033161}"/>
          </ac:spMkLst>
        </pc:spChg>
        <pc:spChg chg="add del mod">
          <ac:chgData name="Jake Duddy" userId="7a8a0c806e99fd3e" providerId="LiveId" clId="{CCFF1EDE-63BB-4842-AC66-0597FB2EFDF5}" dt="2026-10-13T20:57:15.413" v="8466" actId="478"/>
          <ac:spMkLst>
            <pc:docMk/>
            <pc:sldMk cId="3681437277" sldId="2147482188"/>
            <ac:spMk id="49" creationId="{AF3FB24E-D224-A898-D84D-9AA3E59C0563}"/>
          </ac:spMkLst>
        </pc:spChg>
        <pc:spChg chg="add mod">
          <ac:chgData name="Jake Duddy" userId="7a8a0c806e99fd3e" providerId="LiveId" clId="{CCFF1EDE-63BB-4842-AC66-0597FB2EFDF5}" dt="2026-10-14T20:31:03.958" v="11058" actId="206"/>
          <ac:spMkLst>
            <pc:docMk/>
            <pc:sldMk cId="3681437277" sldId="2147482188"/>
            <ac:spMk id="56" creationId="{D8BA634C-DA70-1AAE-FAC0-49F992B7ACC3}"/>
          </ac:spMkLst>
        </pc:spChg>
        <pc:spChg chg="add mod">
          <ac:chgData name="Jake Duddy" userId="7a8a0c806e99fd3e" providerId="LiveId" clId="{CCFF1EDE-63BB-4842-AC66-0597FB2EFDF5}" dt="2026-10-13T20:58:36.011" v="8486" actId="206"/>
          <ac:spMkLst>
            <pc:docMk/>
            <pc:sldMk cId="3681437277" sldId="2147482188"/>
            <ac:spMk id="58" creationId="{E10084E4-5B3B-39D0-E777-23D073FB393B}"/>
          </ac:spMkLst>
        </pc:spChg>
        <pc:spChg chg="add mod">
          <ac:chgData name="Jake Duddy" userId="7a8a0c806e99fd3e" providerId="LiveId" clId="{CCFF1EDE-63BB-4842-AC66-0597FB2EFDF5}" dt="2026-10-13T21:06:10.731" v="8517"/>
          <ac:spMkLst>
            <pc:docMk/>
            <pc:sldMk cId="3681437277" sldId="2147482188"/>
            <ac:spMk id="59" creationId="{CFC661DC-3196-7441-9D9F-0523362F01C1}"/>
          </ac:spMkLst>
        </pc:spChg>
        <pc:spChg chg="add mod">
          <ac:chgData name="Jake Duddy" userId="7a8a0c806e99fd3e" providerId="LiveId" clId="{CCFF1EDE-63BB-4842-AC66-0597FB2EFDF5}" dt="2026-10-13T21:06:10.731" v="8517"/>
          <ac:spMkLst>
            <pc:docMk/>
            <pc:sldMk cId="3681437277" sldId="2147482188"/>
            <ac:spMk id="60" creationId="{2DF6A4E4-E303-9962-42E6-B5C7066D2F8B}"/>
          </ac:spMkLst>
        </pc:spChg>
        <pc:picChg chg="add del mod">
          <ac:chgData name="Jake Duddy" userId="7a8a0c806e99fd3e" providerId="LiveId" clId="{CCFF1EDE-63BB-4842-AC66-0597FB2EFDF5}" dt="2026-10-13T20:16:17.385" v="8319" actId="478"/>
          <ac:picMkLst>
            <pc:docMk/>
            <pc:sldMk cId="3681437277" sldId="2147482188"/>
            <ac:picMk id="4" creationId="{626913E0-BC4B-90CF-9F40-D6ADE0B95356}"/>
          </ac:picMkLst>
        </pc:picChg>
        <pc:picChg chg="add del mod">
          <ac:chgData name="Jake Duddy" userId="7a8a0c806e99fd3e" providerId="LiveId" clId="{CCFF1EDE-63BB-4842-AC66-0597FB2EFDF5}" dt="2026-10-13T20:51:13.740" v="8395" actId="478"/>
          <ac:picMkLst>
            <pc:docMk/>
            <pc:sldMk cId="3681437277" sldId="2147482188"/>
            <ac:picMk id="30" creationId="{E6EEF4C5-705E-E053-6CE4-A8863CFC1667}"/>
          </ac:picMkLst>
        </pc:picChg>
        <pc:picChg chg="add del">
          <ac:chgData name="Jake Duddy" userId="7a8a0c806e99fd3e" providerId="LiveId" clId="{CCFF1EDE-63BB-4842-AC66-0597FB2EFDF5}" dt="2026-10-13T20:16:25.623" v="8331" actId="22"/>
          <ac:picMkLst>
            <pc:docMk/>
            <pc:sldMk cId="3681437277" sldId="2147482188"/>
            <ac:picMk id="32" creationId="{954C543E-EB84-7FC8-DB6B-2E0E0F23ABAB}"/>
          </ac:picMkLst>
        </pc:picChg>
        <pc:picChg chg="add del">
          <ac:chgData name="Jake Duddy" userId="7a8a0c806e99fd3e" providerId="LiveId" clId="{CCFF1EDE-63BB-4842-AC66-0597FB2EFDF5}" dt="2026-10-13T20:16:36.961" v="8335" actId="478"/>
          <ac:picMkLst>
            <pc:docMk/>
            <pc:sldMk cId="3681437277" sldId="2147482188"/>
            <ac:picMk id="34" creationId="{FAC2BA6E-5F32-012E-94E5-5EFA76B46EC1}"/>
          </ac:picMkLst>
        </pc:picChg>
        <pc:picChg chg="add del mod">
          <ac:chgData name="Jake Duddy" userId="7a8a0c806e99fd3e" providerId="LiveId" clId="{CCFF1EDE-63BB-4842-AC66-0597FB2EFDF5}" dt="2026-10-13T20:51:56.109" v="8407" actId="478"/>
          <ac:picMkLst>
            <pc:docMk/>
            <pc:sldMk cId="3681437277" sldId="2147482188"/>
            <ac:picMk id="36" creationId="{78689B14-89D2-73A5-B734-8CAEB5BCCB1A}"/>
          </ac:picMkLst>
        </pc:picChg>
        <pc:picChg chg="add del mod">
          <ac:chgData name="Jake Duddy" userId="7a8a0c806e99fd3e" providerId="LiveId" clId="{CCFF1EDE-63BB-4842-AC66-0597FB2EFDF5}" dt="2026-10-13T20:51:53.769" v="8406" actId="478"/>
          <ac:picMkLst>
            <pc:docMk/>
            <pc:sldMk cId="3681437277" sldId="2147482188"/>
            <ac:picMk id="38" creationId="{82A1874F-DEE4-DD3F-B228-DB72CA548D82}"/>
          </ac:picMkLst>
        </pc:picChg>
        <pc:picChg chg="add del mod">
          <ac:chgData name="Jake Duddy" userId="7a8a0c806e99fd3e" providerId="LiveId" clId="{CCFF1EDE-63BB-4842-AC66-0597FB2EFDF5}" dt="2026-10-13T20:56:03.476" v="8451" actId="478"/>
          <ac:picMkLst>
            <pc:docMk/>
            <pc:sldMk cId="3681437277" sldId="2147482188"/>
            <ac:picMk id="40" creationId="{36649BF7-AD5E-B925-05C6-885CAF384832}"/>
          </ac:picMkLst>
        </pc:picChg>
        <pc:picChg chg="add del mod">
          <ac:chgData name="Jake Duddy" userId="7a8a0c806e99fd3e" providerId="LiveId" clId="{CCFF1EDE-63BB-4842-AC66-0597FB2EFDF5}" dt="2026-10-13T20:56:25.008" v="8458" actId="478"/>
          <ac:picMkLst>
            <pc:docMk/>
            <pc:sldMk cId="3681437277" sldId="2147482188"/>
            <ac:picMk id="42" creationId="{396B24BB-7FC1-FB65-2A64-A4E5904875BF}"/>
          </ac:picMkLst>
        </pc:picChg>
        <pc:picChg chg="add mod">
          <ac:chgData name="Jake Duddy" userId="7a8a0c806e99fd3e" providerId="LiveId" clId="{CCFF1EDE-63BB-4842-AC66-0597FB2EFDF5}" dt="2026-10-13T20:51:20.197" v="8398" actId="1076"/>
          <ac:picMkLst>
            <pc:docMk/>
            <pc:sldMk cId="3681437277" sldId="2147482188"/>
            <ac:picMk id="44" creationId="{F861F3FA-3C83-FC4C-4E78-837938E556D6}"/>
          </ac:picMkLst>
        </pc:picChg>
        <pc:picChg chg="add del mod">
          <ac:chgData name="Jake Duddy" userId="7a8a0c806e99fd3e" providerId="LiveId" clId="{CCFF1EDE-63BB-4842-AC66-0597FB2EFDF5}" dt="2026-10-13T20:56:24.429" v="8457" actId="478"/>
          <ac:picMkLst>
            <pc:docMk/>
            <pc:sldMk cId="3681437277" sldId="2147482188"/>
            <ac:picMk id="51" creationId="{2CB6E0BA-527B-AF4A-A340-40895075D234}"/>
          </ac:picMkLst>
        </pc:picChg>
        <pc:picChg chg="add mod ord">
          <ac:chgData name="Jake Duddy" userId="7a8a0c806e99fd3e" providerId="LiveId" clId="{CCFF1EDE-63BB-4842-AC66-0597FB2EFDF5}" dt="2026-10-14T20:30:18.950" v="11051" actId="1036"/>
          <ac:picMkLst>
            <pc:docMk/>
            <pc:sldMk cId="3681437277" sldId="2147482188"/>
            <ac:picMk id="53" creationId="{CAECB29D-A669-E1F9-53C3-BC97F01A8B02}"/>
          </ac:picMkLst>
        </pc:picChg>
        <pc:picChg chg="add mod ord">
          <ac:chgData name="Jake Duddy" userId="7a8a0c806e99fd3e" providerId="LiveId" clId="{CCFF1EDE-63BB-4842-AC66-0597FB2EFDF5}" dt="2026-10-13T20:58:21.449" v="8484" actId="166"/>
          <ac:picMkLst>
            <pc:docMk/>
            <pc:sldMk cId="3681437277" sldId="2147482188"/>
            <ac:picMk id="55" creationId="{44970B42-028C-42AC-BA90-B161051B61A7}"/>
          </ac:picMkLst>
        </pc:picChg>
        <pc:picChg chg="add mod">
          <ac:chgData name="Jake Duddy" userId="7a8a0c806e99fd3e" providerId="LiveId" clId="{CCFF1EDE-63BB-4842-AC66-0597FB2EFDF5}" dt="2026-10-13T21:06:10.731" v="8517"/>
          <ac:picMkLst>
            <pc:docMk/>
            <pc:sldMk cId="3681437277" sldId="2147482188"/>
            <ac:picMk id="61" creationId="{72B3278A-E668-3B1F-A4C1-4F1A45376684}"/>
          </ac:picMkLst>
        </pc:picChg>
        <pc:picChg chg="add mod">
          <ac:chgData name="Jake Duddy" userId="7a8a0c806e99fd3e" providerId="LiveId" clId="{CCFF1EDE-63BB-4842-AC66-0597FB2EFDF5}" dt="2026-10-13T21:06:10.731" v="8517"/>
          <ac:picMkLst>
            <pc:docMk/>
            <pc:sldMk cId="3681437277" sldId="2147482188"/>
            <ac:picMk id="62" creationId="{E7BD334D-62BD-0D99-6EF4-45779E3E8251}"/>
          </ac:picMkLst>
        </pc:picChg>
      </pc:sldChg>
      <pc:sldChg chg="addSp delSp modSp add del mod ord">
        <pc:chgData name="Jake Duddy" userId="7a8a0c806e99fd3e" providerId="LiveId" clId="{CCFF1EDE-63BB-4842-AC66-0597FB2EFDF5}" dt="2026-10-13T20:18:17.998" v="8357" actId="47"/>
        <pc:sldMkLst>
          <pc:docMk/>
          <pc:sldMk cId="292882068" sldId="2147482189"/>
        </pc:sldMkLst>
        <pc:spChg chg="add del">
          <ac:chgData name="Jake Duddy" userId="7a8a0c806e99fd3e" providerId="LiveId" clId="{CCFF1EDE-63BB-4842-AC66-0597FB2EFDF5}" dt="2026-10-13T20:04:35.921" v="8109" actId="478"/>
          <ac:spMkLst>
            <pc:docMk/>
            <pc:sldMk cId="292882068" sldId="2147482189"/>
            <ac:spMk id="5" creationId="{C6615F60-12B6-1CE1-1E19-2648E66A7E86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6" creationId="{47FA54EE-1201-04AC-8A1C-47B0D9A77160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8" creationId="{E2ACFAAB-05D9-29D2-7B5E-DD5291238B12}"/>
          </ac:spMkLst>
        </pc:spChg>
        <pc:spChg chg="add mod">
          <ac:chgData name="Jake Duddy" userId="7a8a0c806e99fd3e" providerId="LiveId" clId="{CCFF1EDE-63BB-4842-AC66-0597FB2EFDF5}" dt="2026-10-13T20:17:40.331" v="8340" actId="21"/>
          <ac:spMkLst>
            <pc:docMk/>
            <pc:sldMk cId="292882068" sldId="2147482189"/>
            <ac:spMk id="9" creationId="{BA363394-C671-C0DA-6B08-3DE2581FFCE2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20" creationId="{E3043A26-9840-AAD9-E5F4-941B5032FFDE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22" creationId="{0AA43BE8-94F7-36E2-AAB1-6858C73DC3B1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24" creationId="{73785CBF-3F67-702D-9329-D17A50C15A2C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26" creationId="{6F9BEE22-2106-7DA0-0911-DF2BB92D5DCD}"/>
          </ac:spMkLst>
        </pc:spChg>
        <pc:spChg chg="del">
          <ac:chgData name="Jake Duddy" userId="7a8a0c806e99fd3e" providerId="LiveId" clId="{CCFF1EDE-63BB-4842-AC66-0597FB2EFDF5}" dt="2026-10-13T20:04:03.315" v="8102" actId="478"/>
          <ac:spMkLst>
            <pc:docMk/>
            <pc:sldMk cId="292882068" sldId="2147482189"/>
            <ac:spMk id="28" creationId="{FC1708BE-8008-8661-9C05-35CA6B948856}"/>
          </ac:spMkLst>
        </pc:spChg>
        <pc:picChg chg="del">
          <ac:chgData name="Jake Duddy" userId="7a8a0c806e99fd3e" providerId="LiveId" clId="{CCFF1EDE-63BB-4842-AC66-0597FB2EFDF5}" dt="2026-10-13T20:04:03.315" v="8102" actId="478"/>
          <ac:picMkLst>
            <pc:docMk/>
            <pc:sldMk cId="292882068" sldId="2147482189"/>
            <ac:picMk id="4" creationId="{C5659772-DE0B-F4FF-98D5-0DE65975DD20}"/>
          </ac:picMkLst>
        </pc:picChg>
      </pc:sldChg>
      <pc:sldChg chg="modSp add del mod ord">
        <pc:chgData name="Jake Duddy" userId="7a8a0c806e99fd3e" providerId="LiveId" clId="{CCFF1EDE-63BB-4842-AC66-0597FB2EFDF5}" dt="2026-10-13T21:42:31.136" v="9445" actId="47"/>
        <pc:sldMkLst>
          <pc:docMk/>
          <pc:sldMk cId="1186079532" sldId="2147482189"/>
        </pc:sldMkLst>
        <pc:spChg chg="mod">
          <ac:chgData name="Jake Duddy" userId="7a8a0c806e99fd3e" providerId="LiveId" clId="{CCFF1EDE-63BB-4842-AC66-0597FB2EFDF5}" dt="2026-10-13T20:20:48.991" v="8364"/>
          <ac:spMkLst>
            <pc:docMk/>
            <pc:sldMk cId="1186079532" sldId="2147482189"/>
            <ac:spMk id="12" creationId="{00000000-0000-0000-0000-000000000000}"/>
          </ac:spMkLst>
        </pc:spChg>
        <pc:spChg chg="mod">
          <ac:chgData name="Jake Duddy" userId="7a8a0c806e99fd3e" providerId="LiveId" clId="{CCFF1EDE-63BB-4842-AC66-0597FB2EFDF5}" dt="2026-10-13T20:20:48.993" v="8365"/>
          <ac:spMkLst>
            <pc:docMk/>
            <pc:sldMk cId="1186079532" sldId="2147482189"/>
            <ac:spMk id="13" creationId="{00000000-0000-0000-0000-000000000000}"/>
          </ac:spMkLst>
        </pc:spChg>
      </pc:sldChg>
      <pc:sldChg chg="addSp modSp add del mod">
        <pc:chgData name="Jake Duddy" userId="7a8a0c806e99fd3e" providerId="LiveId" clId="{CCFF1EDE-63BB-4842-AC66-0597FB2EFDF5}" dt="2026-10-13T21:16:49.239" v="9260"/>
        <pc:sldMkLst>
          <pc:docMk/>
          <pc:sldMk cId="3402559439" sldId="2147482190"/>
        </pc:sldMkLst>
        <pc:graphicFrameChg chg="add mod modGraphic">
          <ac:chgData name="Jake Duddy" userId="7a8a0c806e99fd3e" providerId="LiveId" clId="{CCFF1EDE-63BB-4842-AC66-0597FB2EFDF5}" dt="2026-10-13T21:14:02.460" v="9258"/>
          <ac:graphicFrameMkLst>
            <pc:docMk/>
            <pc:sldMk cId="3402559439" sldId="2147482190"/>
            <ac:graphicFrameMk id="4" creationId="{C0F8197A-2868-4789-B02F-8E739D454A6A}"/>
          </ac:graphicFrameMkLst>
        </pc:graphicFrameChg>
      </pc:sldChg>
      <pc:sldChg chg="addSp delSp modSp add del mod addAnim delAnim modAnim">
        <pc:chgData name="Jake Duddy" userId="7a8a0c806e99fd3e" providerId="LiveId" clId="{CCFF1EDE-63BB-4842-AC66-0597FB2EFDF5}" dt="2026-10-13T21:06:25.819" v="8518" actId="47"/>
        <pc:sldMkLst>
          <pc:docMk/>
          <pc:sldMk cId="3924638373" sldId="2147482190"/>
        </pc:sldMkLst>
        <pc:spChg chg="del mod">
          <ac:chgData name="Jake Duddy" userId="7a8a0c806e99fd3e" providerId="LiveId" clId="{CCFF1EDE-63BB-4842-AC66-0597FB2EFDF5}" dt="2026-10-13T21:05:32.293" v="8513" actId="21"/>
          <ac:spMkLst>
            <pc:docMk/>
            <pc:sldMk cId="3924638373" sldId="2147482190"/>
            <ac:spMk id="56" creationId="{CFC661DC-3196-7441-9D9F-0523362F01C1}"/>
          </ac:spMkLst>
        </pc:spChg>
        <pc:spChg chg="del mod">
          <ac:chgData name="Jake Duddy" userId="7a8a0c806e99fd3e" providerId="LiveId" clId="{CCFF1EDE-63BB-4842-AC66-0597FB2EFDF5}" dt="2026-10-13T21:05:32.293" v="8513" actId="21"/>
          <ac:spMkLst>
            <pc:docMk/>
            <pc:sldMk cId="3924638373" sldId="2147482190"/>
            <ac:spMk id="58" creationId="{2DF6A4E4-E303-9962-42E6-B5C7066D2F8B}"/>
          </ac:spMkLst>
        </pc:spChg>
        <pc:picChg chg="add del mod">
          <ac:chgData name="Jake Duddy" userId="7a8a0c806e99fd3e" providerId="LiveId" clId="{CCFF1EDE-63BB-4842-AC66-0597FB2EFDF5}" dt="2026-10-13T21:05:32.293" v="8513" actId="21"/>
          <ac:picMkLst>
            <pc:docMk/>
            <pc:sldMk cId="3924638373" sldId="2147482190"/>
            <ac:picMk id="4" creationId="{72B3278A-E668-3B1F-A4C1-4F1A45376684}"/>
          </ac:picMkLst>
        </pc:picChg>
        <pc:picChg chg="add del mod">
          <ac:chgData name="Jake Duddy" userId="7a8a0c806e99fd3e" providerId="LiveId" clId="{CCFF1EDE-63BB-4842-AC66-0597FB2EFDF5}" dt="2026-10-13T21:05:32.293" v="8513" actId="21"/>
          <ac:picMkLst>
            <pc:docMk/>
            <pc:sldMk cId="3924638373" sldId="2147482190"/>
            <ac:picMk id="6" creationId="{E7BD334D-62BD-0D99-6EF4-45779E3E8251}"/>
          </ac:picMkLst>
        </pc:picChg>
        <pc:picChg chg="del">
          <ac:chgData name="Jake Duddy" userId="7a8a0c806e99fd3e" providerId="LiveId" clId="{CCFF1EDE-63BB-4842-AC66-0597FB2EFDF5}" dt="2026-10-13T21:02:53.659" v="8493" actId="478"/>
          <ac:picMkLst>
            <pc:docMk/>
            <pc:sldMk cId="3924638373" sldId="2147482190"/>
            <ac:picMk id="53" creationId="{888CD1FC-4E9D-5131-6DAF-80DAA61D8EF5}"/>
          </ac:picMkLst>
        </pc:picChg>
        <pc:picChg chg="del">
          <ac:chgData name="Jake Duddy" userId="7a8a0c806e99fd3e" providerId="LiveId" clId="{CCFF1EDE-63BB-4842-AC66-0597FB2EFDF5}" dt="2026-10-13T21:02:53.100" v="8492" actId="478"/>
          <ac:picMkLst>
            <pc:docMk/>
            <pc:sldMk cId="3924638373" sldId="2147482190"/>
            <ac:picMk id="55" creationId="{D3F5E803-D35B-9B36-3A53-C0E8153FF158}"/>
          </ac:picMkLst>
        </pc:picChg>
      </pc:sldChg>
      <pc:sldChg chg="modSp add del mod">
        <pc:chgData name="Jake Duddy" userId="7a8a0c806e99fd3e" providerId="LiveId" clId="{CCFF1EDE-63BB-4842-AC66-0597FB2EFDF5}" dt="2026-10-13T21:18:36.793" v="9304"/>
        <pc:sldMkLst>
          <pc:docMk/>
          <pc:sldMk cId="187958721" sldId="2147482191"/>
        </pc:sldMkLst>
        <pc:spChg chg="mod">
          <ac:chgData name="Jake Duddy" userId="7a8a0c806e99fd3e" providerId="LiveId" clId="{CCFF1EDE-63BB-4842-AC66-0597FB2EFDF5}" dt="2026-10-13T21:18:02.159" v="9301"/>
          <ac:spMkLst>
            <pc:docMk/>
            <pc:sldMk cId="187958721" sldId="2147482191"/>
            <ac:spMk id="30" creationId="{00000000-0000-0000-0000-000000000000}"/>
          </ac:spMkLst>
        </pc:spChg>
        <pc:spChg chg="mod">
          <ac:chgData name="Jake Duddy" userId="7a8a0c806e99fd3e" providerId="LiveId" clId="{CCFF1EDE-63BB-4842-AC66-0597FB2EFDF5}" dt="2026-10-13T21:18:02.160" v="9302"/>
          <ac:spMkLst>
            <pc:docMk/>
            <pc:sldMk cId="187958721" sldId="2147482191"/>
            <ac:spMk id="31" creationId="{00000000-0000-0000-0000-000000000000}"/>
          </ac:spMkLst>
        </pc:spChg>
        <pc:graphicFrameChg chg="modGraphic">
          <ac:chgData name="Jake Duddy" userId="7a8a0c806e99fd3e" providerId="LiveId" clId="{CCFF1EDE-63BB-4842-AC66-0597FB2EFDF5}" dt="2026-10-13T21:18:02.082" v="9300"/>
          <ac:graphicFrameMkLst>
            <pc:docMk/>
            <pc:sldMk cId="187958721" sldId="2147482191"/>
            <ac:graphicFrameMk id="4" creationId="{C0F8197A-2868-4789-B02F-8E739D454A6A}"/>
          </ac:graphicFrameMkLst>
        </pc:graphicFrameChg>
      </pc:sldChg>
      <pc:sldChg chg="modSp add del mod">
        <pc:chgData name="Jake Duddy" userId="7a8a0c806e99fd3e" providerId="LiveId" clId="{CCFF1EDE-63BB-4842-AC66-0597FB2EFDF5}" dt="2026-10-13T21:20:55.079" v="9351"/>
        <pc:sldMkLst>
          <pc:docMk/>
          <pc:sldMk cId="111967179" sldId="2147482192"/>
        </pc:sldMkLst>
        <pc:spChg chg="mod">
          <ac:chgData name="Jake Duddy" userId="7a8a0c806e99fd3e" providerId="LiveId" clId="{CCFF1EDE-63BB-4842-AC66-0597FB2EFDF5}" dt="2026-10-13T21:19:21.695" v="9332" actId="20577"/>
          <ac:spMkLst>
            <pc:docMk/>
            <pc:sldMk cId="111967179" sldId="2147482192"/>
            <ac:spMk id="2" creationId="{EF9F449D-B3CE-11E7-8C8B-BF3D17222AD3}"/>
          </ac:spMkLst>
        </pc:spChg>
        <pc:graphicFrameChg chg="modGraphic">
          <ac:chgData name="Jake Duddy" userId="7a8a0c806e99fd3e" providerId="LiveId" clId="{CCFF1EDE-63BB-4842-AC66-0597FB2EFDF5}" dt="2026-10-13T21:19:12.661" v="9329" actId="20577"/>
          <ac:graphicFrameMkLst>
            <pc:docMk/>
            <pc:sldMk cId="111967179" sldId="2147482192"/>
            <ac:graphicFrameMk id="4" creationId="{C0F8197A-2868-4789-B02F-8E739D454A6A}"/>
          </ac:graphicFrameMkLst>
        </pc:graphicFrameChg>
      </pc:sldChg>
      <pc:sldChg chg="modSp add del mod">
        <pc:chgData name="Jake Duddy" userId="7a8a0c806e99fd3e" providerId="LiveId" clId="{CCFF1EDE-63BB-4842-AC66-0597FB2EFDF5}" dt="2026-10-13T21:21:14.676" v="9365"/>
        <pc:sldMkLst>
          <pc:docMk/>
          <pc:sldMk cId="3724871535" sldId="2147482193"/>
        </pc:sldMkLst>
        <pc:graphicFrameChg chg="modGraphic">
          <ac:chgData name="Jake Duddy" userId="7a8a0c806e99fd3e" providerId="LiveId" clId="{CCFF1EDE-63BB-4842-AC66-0597FB2EFDF5}" dt="2026-10-13T21:20:55.313" v="9363"/>
          <ac:graphicFrameMkLst>
            <pc:docMk/>
            <pc:sldMk cId="3724871535" sldId="2147482193"/>
            <ac:graphicFrameMk id="4" creationId="{C0F8197A-2868-4789-B02F-8E739D454A6A}"/>
          </ac:graphicFrameMkLst>
        </pc:graphicFrameChg>
      </pc:sldChg>
      <pc:sldChg chg="add del">
        <pc:chgData name="Jake Duddy" userId="7a8a0c806e99fd3e" providerId="LiveId" clId="{CCFF1EDE-63BB-4842-AC66-0597FB2EFDF5}" dt="2026-10-13T21:21:55.277" v="9367"/>
        <pc:sldMkLst>
          <pc:docMk/>
          <pc:sldMk cId="2472548165" sldId="2147482194"/>
        </pc:sldMkLst>
      </pc:sldChg>
      <pc:sldChg chg="delSp modSp add mod">
        <pc:chgData name="Jake Duddy" userId="7a8a0c806e99fd3e" providerId="LiveId" clId="{CCFF1EDE-63BB-4842-AC66-0597FB2EFDF5}" dt="2026-10-13T21:43:26.364" v="9446" actId="478"/>
        <pc:sldMkLst>
          <pc:docMk/>
          <pc:sldMk cId="1784542783" sldId="2147482195"/>
        </pc:sldMkLst>
        <pc:spChg chg="del">
          <ac:chgData name="Jake Duddy" userId="7a8a0c806e99fd3e" providerId="LiveId" clId="{CCFF1EDE-63BB-4842-AC66-0597FB2EFDF5}" dt="2026-10-13T21:43:26.364" v="9446" actId="478"/>
          <ac:spMkLst>
            <pc:docMk/>
            <pc:sldMk cId="1784542783" sldId="2147482195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33:40.673" v="9424" actId="14100"/>
          <ac:spMkLst>
            <pc:docMk/>
            <pc:sldMk cId="1784542783" sldId="2147482195"/>
            <ac:spMk id="30" creationId="{00000000-0000-0000-0000-000000000000}"/>
          </ac:spMkLst>
        </pc:spChg>
        <pc:spChg chg="mod">
          <ac:chgData name="Jake Duddy" userId="7a8a0c806e99fd3e" providerId="LiveId" clId="{CCFF1EDE-63BB-4842-AC66-0597FB2EFDF5}" dt="2026-10-13T21:42:20.059" v="9444" actId="20577"/>
          <ac:spMkLst>
            <pc:docMk/>
            <pc:sldMk cId="1784542783" sldId="2147482195"/>
            <ac:spMk id="31" creationId="{00000000-0000-0000-0000-000000000000}"/>
          </ac:spMkLst>
        </pc:spChg>
        <pc:spChg chg="del">
          <ac:chgData name="Jake Duddy" userId="7a8a0c806e99fd3e" providerId="LiveId" clId="{CCFF1EDE-63BB-4842-AC66-0597FB2EFDF5}" dt="2026-10-13T21:33:28.839" v="9387" actId="478"/>
          <ac:spMkLst>
            <pc:docMk/>
            <pc:sldMk cId="1784542783" sldId="2147482195"/>
            <ac:spMk id="40" creationId="{00000000-0000-0000-0000-000000000000}"/>
          </ac:spMkLst>
        </pc:spChg>
        <pc:graphicFrameChg chg="mod">
          <ac:chgData name="Jake Duddy" userId="7a8a0c806e99fd3e" providerId="LiveId" clId="{CCFF1EDE-63BB-4842-AC66-0597FB2EFDF5}" dt="2026-10-13T21:33:27.075" v="9386"/>
          <ac:graphicFrameMkLst>
            <pc:docMk/>
            <pc:sldMk cId="1784542783" sldId="2147482195"/>
            <ac:graphicFrameMk id="4" creationId="{C0F8197A-2868-4789-B02F-8E739D454A6A}"/>
          </ac:graphicFrameMkLst>
        </pc:graphicFrameChg>
      </pc:sldChg>
      <pc:sldChg chg="add del ord">
        <pc:chgData name="Jake Duddy" userId="7a8a0c806e99fd3e" providerId="LiveId" clId="{CCFF1EDE-63BB-4842-AC66-0597FB2EFDF5}" dt="2026-10-13T21:36:37.342" v="9431"/>
        <pc:sldMkLst>
          <pc:docMk/>
          <pc:sldMk cId="1572845951" sldId="2147482196"/>
        </pc:sldMkLst>
      </pc:sldChg>
      <pc:sldChg chg="delSp modSp add mod ord">
        <pc:chgData name="Jake Duddy" userId="7a8a0c806e99fd3e" providerId="LiveId" clId="{CCFF1EDE-63BB-4842-AC66-0597FB2EFDF5}" dt="2026-10-13T21:49:15.531" v="9539" actId="20577"/>
        <pc:sldMkLst>
          <pc:docMk/>
          <pc:sldMk cId="113984117" sldId="2147482197"/>
        </pc:sldMkLst>
        <pc:spChg chg="mod">
          <ac:chgData name="Jake Duddy" userId="7a8a0c806e99fd3e" providerId="LiveId" clId="{CCFF1EDE-63BB-4842-AC66-0597FB2EFDF5}" dt="2026-10-13T21:44:20.651" v="9462" actId="20577"/>
          <ac:spMkLst>
            <pc:docMk/>
            <pc:sldMk cId="113984117" sldId="2147482197"/>
            <ac:spMk id="2" creationId="{EF9F449D-B3CE-11E7-8C8B-BF3D17222AD3}"/>
          </ac:spMkLst>
        </pc:spChg>
        <pc:spChg chg="del">
          <ac:chgData name="Jake Duddy" userId="7a8a0c806e99fd3e" providerId="LiveId" clId="{CCFF1EDE-63BB-4842-AC66-0597FB2EFDF5}" dt="2026-10-13T21:43:43.075" v="9451" actId="478"/>
          <ac:spMkLst>
            <pc:docMk/>
            <pc:sldMk cId="113984117" sldId="2147482197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49:15.531" v="9539" actId="20577"/>
          <ac:spMkLst>
            <pc:docMk/>
            <pc:sldMk cId="113984117" sldId="2147482197"/>
            <ac:spMk id="31" creationId="{00000000-0000-0000-0000-000000000000}"/>
          </ac:spMkLst>
        </pc:spChg>
      </pc:sldChg>
      <pc:sldChg chg="add del">
        <pc:chgData name="Jake Duddy" userId="7a8a0c806e99fd3e" providerId="LiveId" clId="{CCFF1EDE-63BB-4842-AC66-0597FB2EFDF5}" dt="2026-10-13T21:51:56.617" v="9552"/>
        <pc:sldMkLst>
          <pc:docMk/>
          <pc:sldMk cId="664213988" sldId="2147482198"/>
        </pc:sldMkLst>
      </pc:sldChg>
      <pc:sldChg chg="add del">
        <pc:chgData name="Jake Duddy" userId="7a8a0c806e99fd3e" providerId="LiveId" clId="{CCFF1EDE-63BB-4842-AC66-0597FB2EFDF5}" dt="2026-10-13T21:51:58.211" v="9555"/>
        <pc:sldMkLst>
          <pc:docMk/>
          <pc:sldMk cId="417500368" sldId="2147482199"/>
        </pc:sldMkLst>
      </pc:sldChg>
      <pc:sldChg chg="add del">
        <pc:chgData name="Jake Duddy" userId="7a8a0c806e99fd3e" providerId="LiveId" clId="{CCFF1EDE-63BB-4842-AC66-0597FB2EFDF5}" dt="2026-10-13T21:52:00.214" v="9557"/>
        <pc:sldMkLst>
          <pc:docMk/>
          <pc:sldMk cId="1474060214" sldId="2147482200"/>
        </pc:sldMkLst>
      </pc:sldChg>
      <pc:sldChg chg="add del">
        <pc:chgData name="Jake Duddy" userId="7a8a0c806e99fd3e" providerId="LiveId" clId="{CCFF1EDE-63BB-4842-AC66-0597FB2EFDF5}" dt="2026-10-13T21:52:02.127" v="9560"/>
        <pc:sldMkLst>
          <pc:docMk/>
          <pc:sldMk cId="3254610645" sldId="2147482201"/>
        </pc:sldMkLst>
      </pc:sldChg>
      <pc:sldChg chg="add del">
        <pc:chgData name="Jake Duddy" userId="7a8a0c806e99fd3e" providerId="LiveId" clId="{CCFF1EDE-63BB-4842-AC66-0597FB2EFDF5}" dt="2026-10-13T21:52:25.481" v="9566"/>
        <pc:sldMkLst>
          <pc:docMk/>
          <pc:sldMk cId="4236928259" sldId="2147482202"/>
        </pc:sldMkLst>
      </pc:sldChg>
      <pc:sldChg chg="delSp modSp add mod">
        <pc:chgData name="Jake Duddy" userId="7a8a0c806e99fd3e" providerId="LiveId" clId="{CCFF1EDE-63BB-4842-AC66-0597FB2EFDF5}" dt="2026-10-13T21:57:39.388" v="9699" actId="20577"/>
        <pc:sldMkLst>
          <pc:docMk/>
          <pc:sldMk cId="494060460" sldId="2147482203"/>
        </pc:sldMkLst>
        <pc:spChg chg="mod">
          <ac:chgData name="Jake Duddy" userId="7a8a0c806e99fd3e" providerId="LiveId" clId="{CCFF1EDE-63BB-4842-AC66-0597FB2EFDF5}" dt="2026-10-13T21:57:39.388" v="9699" actId="20577"/>
          <ac:spMkLst>
            <pc:docMk/>
            <pc:sldMk cId="494060460" sldId="2147482203"/>
            <ac:spMk id="2" creationId="{81C83966-3D0F-7D56-67F1-286702420173}"/>
          </ac:spMkLst>
        </pc:spChg>
        <pc:spChg chg="del">
          <ac:chgData name="Jake Duddy" userId="7a8a0c806e99fd3e" providerId="LiveId" clId="{CCFF1EDE-63BB-4842-AC66-0597FB2EFDF5}" dt="2026-10-13T21:57:33.605" v="9695" actId="478"/>
          <ac:spMkLst>
            <pc:docMk/>
            <pc:sldMk cId="494060460" sldId="2147482203"/>
            <ac:spMk id="6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0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1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2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3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4" creationId="{00000000-0000-0000-0000-000000000000}"/>
          </ac:spMkLst>
        </pc:spChg>
        <pc:spChg chg="mod">
          <ac:chgData name="Jake Duddy" userId="7a8a0c806e99fd3e" providerId="LiveId" clId="{CCFF1EDE-63BB-4842-AC66-0597FB2EFDF5}" dt="2026-10-13T21:55:06.268" v="9666" actId="1038"/>
          <ac:spMkLst>
            <pc:docMk/>
            <pc:sldMk cId="494060460" sldId="2147482203"/>
            <ac:spMk id="25" creationId="{00000000-0000-0000-0000-000000000000}"/>
          </ac:spMkLst>
        </pc:spChg>
        <pc:spChg chg="del mod">
          <ac:chgData name="Jake Duddy" userId="7a8a0c806e99fd3e" providerId="LiveId" clId="{CCFF1EDE-63BB-4842-AC66-0597FB2EFDF5}" dt="2026-10-13T21:54:56.512" v="9620" actId="478"/>
          <ac:spMkLst>
            <pc:docMk/>
            <pc:sldMk cId="494060460" sldId="2147482203"/>
            <ac:spMk id="26" creationId="{00000000-0000-0000-0000-000000000000}"/>
          </ac:spMkLst>
        </pc:spChg>
        <pc:spChg chg="del mod">
          <ac:chgData name="Jake Duddy" userId="7a8a0c806e99fd3e" providerId="LiveId" clId="{CCFF1EDE-63BB-4842-AC66-0597FB2EFDF5}" dt="2026-10-13T21:54:58.425" v="9621" actId="478"/>
          <ac:spMkLst>
            <pc:docMk/>
            <pc:sldMk cId="494060460" sldId="2147482203"/>
            <ac:spMk id="27" creationId="{00000000-0000-0000-0000-000000000000}"/>
          </ac:spMkLst>
        </pc:spChg>
        <pc:picChg chg="mod">
          <ac:chgData name="Jake Duddy" userId="7a8a0c806e99fd3e" providerId="LiveId" clId="{CCFF1EDE-63BB-4842-AC66-0597FB2EFDF5}" dt="2026-10-13T21:55:06.268" v="9666" actId="1038"/>
          <ac:picMkLst>
            <pc:docMk/>
            <pc:sldMk cId="494060460" sldId="2147482203"/>
            <ac:picMk id="28" creationId="{00000000-0000-0000-0000-000000000000}"/>
          </ac:picMkLst>
        </pc:picChg>
        <pc:picChg chg="mod">
          <ac:chgData name="Jake Duddy" userId="7a8a0c806e99fd3e" providerId="LiveId" clId="{CCFF1EDE-63BB-4842-AC66-0597FB2EFDF5}" dt="2026-10-13T21:55:06.268" v="9666" actId="1038"/>
          <ac:picMkLst>
            <pc:docMk/>
            <pc:sldMk cId="494060460" sldId="2147482203"/>
            <ac:picMk id="29" creationId="{00000000-0000-0000-0000-000000000000}"/>
          </ac:picMkLst>
        </pc:picChg>
        <pc:picChg chg="mod">
          <ac:chgData name="Jake Duddy" userId="7a8a0c806e99fd3e" providerId="LiveId" clId="{CCFF1EDE-63BB-4842-AC66-0597FB2EFDF5}" dt="2026-10-13T21:55:06.268" v="9666" actId="1038"/>
          <ac:picMkLst>
            <pc:docMk/>
            <pc:sldMk cId="494060460" sldId="2147482203"/>
            <ac:picMk id="30" creationId="{00000000-0000-0000-0000-000000000000}"/>
          </ac:picMkLst>
        </pc:picChg>
        <pc:picChg chg="del mod">
          <ac:chgData name="Jake Duddy" userId="7a8a0c806e99fd3e" providerId="LiveId" clId="{CCFF1EDE-63BB-4842-AC66-0597FB2EFDF5}" dt="2026-10-13T21:54:56.512" v="9620" actId="478"/>
          <ac:picMkLst>
            <pc:docMk/>
            <pc:sldMk cId="494060460" sldId="2147482203"/>
            <ac:picMk id="31" creationId="{00000000-0000-0000-0000-000000000000}"/>
          </ac:picMkLst>
        </pc:picChg>
      </pc:sldChg>
      <pc:sldChg chg="addSp delSp modSp new del mod ord">
        <pc:chgData name="Jake Duddy" userId="7a8a0c806e99fd3e" providerId="LiveId" clId="{CCFF1EDE-63BB-4842-AC66-0597FB2EFDF5}" dt="2026-10-14T20:20:09.071" v="10637"/>
        <pc:sldMkLst>
          <pc:docMk/>
          <pc:sldMk cId="4180215072" sldId="2147482204"/>
        </pc:sldMkLst>
        <pc:spChg chg="mod">
          <ac:chgData name="Jake Duddy" userId="7a8a0c806e99fd3e" providerId="LiveId" clId="{CCFF1EDE-63BB-4842-AC66-0597FB2EFDF5}" dt="2026-10-14T20:19:57.447" v="10603"/>
          <ac:spMkLst>
            <pc:docMk/>
            <pc:sldMk cId="4180215072" sldId="2147482204"/>
            <ac:spMk id="2" creationId="{B8D98DCF-D2E2-7C9A-E4B3-842B2834FDAF}"/>
          </ac:spMkLst>
        </pc:spChg>
        <pc:spChg chg="del">
          <ac:chgData name="Jake Duddy" userId="7a8a0c806e99fd3e" providerId="LiveId" clId="{CCFF1EDE-63BB-4842-AC66-0597FB2EFDF5}" dt="2026-10-14T20:19:57.450" v="10604"/>
          <ac:spMkLst>
            <pc:docMk/>
            <pc:sldMk cId="4180215072" sldId="2147482204"/>
            <ac:spMk id="3" creationId="{557DD8EB-ADE6-DA46-DE32-D7F678DFEE54}"/>
          </ac:spMkLst>
        </pc:spChg>
        <pc:spChg chg="add mod">
          <ac:chgData name="Jake Duddy" userId="7a8a0c806e99fd3e" providerId="LiveId" clId="{CCFF1EDE-63BB-4842-AC66-0597FB2EFDF5}" dt="2026-10-14T20:19:57.470" v="10607"/>
          <ac:spMkLst>
            <pc:docMk/>
            <pc:sldMk cId="4180215072" sldId="2147482204"/>
            <ac:spMk id="4" creationId="{935A269A-B2BE-493B-A4E8-A1E021D73351}"/>
          </ac:spMkLst>
        </pc:spChg>
        <pc:spChg chg="add mod">
          <ac:chgData name="Jake Duddy" userId="7a8a0c806e99fd3e" providerId="LiveId" clId="{CCFF1EDE-63BB-4842-AC66-0597FB2EFDF5}" dt="2026-10-14T20:19:57.479" v="10611"/>
          <ac:spMkLst>
            <pc:docMk/>
            <pc:sldMk cId="4180215072" sldId="2147482204"/>
            <ac:spMk id="5" creationId="{91A3A198-BD8E-4FE8-A4D5-22A57FE64020}"/>
          </ac:spMkLst>
        </pc:spChg>
        <pc:spChg chg="add mod">
          <ac:chgData name="Jake Duddy" userId="7a8a0c806e99fd3e" providerId="LiveId" clId="{CCFF1EDE-63BB-4842-AC66-0597FB2EFDF5}" dt="2026-10-14T20:19:57.482" v="10614"/>
          <ac:spMkLst>
            <pc:docMk/>
            <pc:sldMk cId="4180215072" sldId="2147482204"/>
            <ac:spMk id="6" creationId="{A3A2C5A7-7F98-4B26-97DC-DA4544301005}"/>
          </ac:spMkLst>
        </pc:spChg>
        <pc:spChg chg="add mod">
          <ac:chgData name="Jake Duddy" userId="7a8a0c806e99fd3e" providerId="LiveId" clId="{CCFF1EDE-63BB-4842-AC66-0597FB2EFDF5}" dt="2026-10-14T20:19:57.485" v="10618"/>
          <ac:spMkLst>
            <pc:docMk/>
            <pc:sldMk cId="4180215072" sldId="2147482204"/>
            <ac:spMk id="7" creationId="{F344083F-3298-44AE-A366-EF3B2C82DEC0}"/>
          </ac:spMkLst>
        </pc:spChg>
        <pc:spChg chg="add mod">
          <ac:chgData name="Jake Duddy" userId="7a8a0c806e99fd3e" providerId="LiveId" clId="{CCFF1EDE-63BB-4842-AC66-0597FB2EFDF5}" dt="2026-10-14T20:19:57.489" v="10621"/>
          <ac:spMkLst>
            <pc:docMk/>
            <pc:sldMk cId="4180215072" sldId="2147482204"/>
            <ac:spMk id="8" creationId="{64F81269-E6C5-4736-BDB9-74857C4A56F6}"/>
          </ac:spMkLst>
        </pc:spChg>
        <pc:spChg chg="add mod">
          <ac:chgData name="Jake Duddy" userId="7a8a0c806e99fd3e" providerId="LiveId" clId="{CCFF1EDE-63BB-4842-AC66-0597FB2EFDF5}" dt="2026-10-14T20:19:57.492" v="10625"/>
          <ac:spMkLst>
            <pc:docMk/>
            <pc:sldMk cId="4180215072" sldId="2147482204"/>
            <ac:spMk id="9" creationId="{010DB8CD-6949-4191-AB04-F66434CC80AC}"/>
          </ac:spMkLst>
        </pc:spChg>
        <pc:spChg chg="add mod">
          <ac:chgData name="Jake Duddy" userId="7a8a0c806e99fd3e" providerId="LiveId" clId="{CCFF1EDE-63BB-4842-AC66-0597FB2EFDF5}" dt="2026-10-14T20:19:57.496" v="10628"/>
          <ac:spMkLst>
            <pc:docMk/>
            <pc:sldMk cId="4180215072" sldId="2147482204"/>
            <ac:spMk id="10" creationId="{1F2163F2-1DFE-4682-A135-B9A052F6E434}"/>
          </ac:spMkLst>
        </pc:spChg>
        <pc:spChg chg="add mod">
          <ac:chgData name="Jake Duddy" userId="7a8a0c806e99fd3e" providerId="LiveId" clId="{CCFF1EDE-63BB-4842-AC66-0597FB2EFDF5}" dt="2026-10-14T20:19:57.501" v="10632"/>
          <ac:spMkLst>
            <pc:docMk/>
            <pc:sldMk cId="4180215072" sldId="2147482204"/>
            <ac:spMk id="11" creationId="{B4FA68E2-8FFB-4C6C-AC14-3253B67D4E7A}"/>
          </ac:spMkLst>
        </pc:spChg>
        <pc:spChg chg="add mod">
          <ac:chgData name="Jake Duddy" userId="7a8a0c806e99fd3e" providerId="LiveId" clId="{CCFF1EDE-63BB-4842-AC66-0597FB2EFDF5}" dt="2026-10-14T20:19:57.505" v="10635"/>
          <ac:spMkLst>
            <pc:docMk/>
            <pc:sldMk cId="4180215072" sldId="2147482204"/>
            <ac:spMk id="12" creationId="{1AA3F63A-F2C3-4A4E-8024-83A8B496BC6F}"/>
          </ac:spMkLst>
        </pc:spChg>
      </pc:sldChg>
      <pc:sldChg chg="add del">
        <pc:chgData name="Jake Duddy" userId="7a8a0c806e99fd3e" providerId="LiveId" clId="{CCFF1EDE-63BB-4842-AC66-0597FB2EFDF5}" dt="2026-10-14T20:20:10.827" v="10639"/>
        <pc:sldMkLst>
          <pc:docMk/>
          <pc:sldMk cId="3440756509" sldId="2147482205"/>
        </pc:sldMkLst>
      </pc:sldChg>
      <pc:sldChg chg="add del">
        <pc:chgData name="Jake Duddy" userId="7a8a0c806e99fd3e" providerId="LiveId" clId="{CCFF1EDE-63BB-4842-AC66-0597FB2EFDF5}" dt="2026-10-14T20:20:12.996" v="10641"/>
        <pc:sldMkLst>
          <pc:docMk/>
          <pc:sldMk cId="1068170353" sldId="2147482206"/>
        </pc:sldMkLst>
      </pc:sldChg>
      <pc:sldChg chg="add del">
        <pc:chgData name="Jake Duddy" userId="7a8a0c806e99fd3e" providerId="LiveId" clId="{CCFF1EDE-63BB-4842-AC66-0597FB2EFDF5}" dt="2026-10-14T20:20:15.152" v="10643"/>
        <pc:sldMkLst>
          <pc:docMk/>
          <pc:sldMk cId="632901308" sldId="2147482207"/>
        </pc:sldMkLst>
      </pc:sldChg>
      <pc:sldChg chg="add del">
        <pc:chgData name="Jake Duddy" userId="7a8a0c806e99fd3e" providerId="LiveId" clId="{CCFF1EDE-63BB-4842-AC66-0597FB2EFDF5}" dt="2026-10-14T20:20:29.945" v="10645"/>
        <pc:sldMkLst>
          <pc:docMk/>
          <pc:sldMk cId="268251404" sldId="2147482208"/>
        </pc:sldMkLst>
      </pc:sldChg>
      <pc:sldChg chg="modSp add mod">
        <pc:chgData name="Jake Duddy" userId="7a8a0c806e99fd3e" providerId="LiveId" clId="{CCFF1EDE-63BB-4842-AC66-0597FB2EFDF5}" dt="2026-10-14T20:21:07.950" v="10676"/>
        <pc:sldMkLst>
          <pc:docMk/>
          <pc:sldMk cId="2117568274" sldId="2147482209"/>
        </pc:sldMkLst>
        <pc:spChg chg="mod">
          <ac:chgData name="Jake Duddy" userId="7a8a0c806e99fd3e" providerId="LiveId" clId="{CCFF1EDE-63BB-4842-AC66-0597FB2EFDF5}" dt="2026-10-14T20:20:29.962" v="10647"/>
          <ac:spMkLst>
            <pc:docMk/>
            <pc:sldMk cId="2117568274" sldId="2147482209"/>
            <ac:spMk id="4" creationId="{935A269A-B2BE-493B-A4E8-A1E021D73351}"/>
          </ac:spMkLst>
        </pc:spChg>
        <pc:spChg chg="mod">
          <ac:chgData name="Jake Duddy" userId="7a8a0c806e99fd3e" providerId="LiveId" clId="{CCFF1EDE-63BB-4842-AC66-0597FB2EFDF5}" dt="2026-10-14T20:21:02.942" v="10656"/>
          <ac:spMkLst>
            <pc:docMk/>
            <pc:sldMk cId="2117568274" sldId="2147482209"/>
            <ac:spMk id="5" creationId="{91A3A198-BD8E-4FE8-A4D5-22A57FE64020}"/>
          </ac:spMkLst>
        </pc:spChg>
        <pc:spChg chg="mod">
          <ac:chgData name="Jake Duddy" userId="7a8a0c806e99fd3e" providerId="LiveId" clId="{CCFF1EDE-63BB-4842-AC66-0597FB2EFDF5}" dt="2026-10-14T20:21:02.971" v="10659"/>
          <ac:spMkLst>
            <pc:docMk/>
            <pc:sldMk cId="2117568274" sldId="2147482209"/>
            <ac:spMk id="6" creationId="{A3A2C5A7-7F98-4B26-97DC-DA4544301005}"/>
          </ac:spMkLst>
        </pc:spChg>
        <pc:spChg chg="mod">
          <ac:chgData name="Jake Duddy" userId="7a8a0c806e99fd3e" providerId="LiveId" clId="{CCFF1EDE-63BB-4842-AC66-0597FB2EFDF5}" dt="2026-10-14T20:21:02.977" v="10660"/>
          <ac:spMkLst>
            <pc:docMk/>
            <pc:sldMk cId="2117568274" sldId="2147482209"/>
            <ac:spMk id="7" creationId="{F344083F-3298-44AE-A366-EF3B2C82DEC0}"/>
          </ac:spMkLst>
        </pc:spChg>
        <pc:spChg chg="mod">
          <ac:chgData name="Jake Duddy" userId="7a8a0c806e99fd3e" providerId="LiveId" clId="{CCFF1EDE-63BB-4842-AC66-0597FB2EFDF5}" dt="2026-10-14T20:21:02.985" v="10663"/>
          <ac:spMkLst>
            <pc:docMk/>
            <pc:sldMk cId="2117568274" sldId="2147482209"/>
            <ac:spMk id="8" creationId="{64F81269-E6C5-4736-BDB9-74857C4A56F6}"/>
          </ac:spMkLst>
        </pc:spChg>
        <pc:spChg chg="mod">
          <ac:chgData name="Jake Duddy" userId="7a8a0c806e99fd3e" providerId="LiveId" clId="{CCFF1EDE-63BB-4842-AC66-0597FB2EFDF5}" dt="2026-10-14T20:21:02.990" v="10664"/>
          <ac:spMkLst>
            <pc:docMk/>
            <pc:sldMk cId="2117568274" sldId="2147482209"/>
            <ac:spMk id="9" creationId="{010DB8CD-6949-4191-AB04-F66434CC80AC}"/>
          </ac:spMkLst>
        </pc:spChg>
        <pc:spChg chg="mod">
          <ac:chgData name="Jake Duddy" userId="7a8a0c806e99fd3e" providerId="LiveId" clId="{CCFF1EDE-63BB-4842-AC66-0597FB2EFDF5}" dt="2026-10-14T20:21:02.998" v="10667"/>
          <ac:spMkLst>
            <pc:docMk/>
            <pc:sldMk cId="2117568274" sldId="2147482209"/>
            <ac:spMk id="10" creationId="{1F2163F2-1DFE-4682-A135-B9A052F6E434}"/>
          </ac:spMkLst>
        </pc:spChg>
        <pc:spChg chg="mod">
          <ac:chgData name="Jake Duddy" userId="7a8a0c806e99fd3e" providerId="LiveId" clId="{CCFF1EDE-63BB-4842-AC66-0597FB2EFDF5}" dt="2026-10-14T20:21:03.003" v="10668"/>
          <ac:spMkLst>
            <pc:docMk/>
            <pc:sldMk cId="2117568274" sldId="2147482209"/>
            <ac:spMk id="11" creationId="{B4FA68E2-8FFB-4C6C-AC14-3253B67D4E7A}"/>
          </ac:spMkLst>
        </pc:spChg>
        <pc:spChg chg="mod">
          <ac:chgData name="Jake Duddy" userId="7a8a0c806e99fd3e" providerId="LiveId" clId="{CCFF1EDE-63BB-4842-AC66-0597FB2EFDF5}" dt="2026-10-14T20:21:03.010" v="10671"/>
          <ac:spMkLst>
            <pc:docMk/>
            <pc:sldMk cId="2117568274" sldId="2147482209"/>
            <ac:spMk id="12" creationId="{1AA3F63A-F2C3-4A4E-8024-83A8B496BC6F}"/>
          </ac:spMkLst>
        </pc:spChg>
        <pc:picChg chg="mod">
          <ac:chgData name="Jake Duddy" userId="7a8a0c806e99fd3e" providerId="LiveId" clId="{CCFF1EDE-63BB-4842-AC66-0597FB2EFDF5}" dt="2026-10-14T20:21:07.933" v="10673"/>
          <ac:picMkLst>
            <pc:docMk/>
            <pc:sldMk cId="2117568274" sldId="2147482209"/>
            <ac:picMk id="13" creationId="{00000000-0000-0000-0000-000000000000}"/>
          </ac:picMkLst>
        </pc:picChg>
        <pc:picChg chg="mod">
          <ac:chgData name="Jake Duddy" userId="7a8a0c806e99fd3e" providerId="LiveId" clId="{CCFF1EDE-63BB-4842-AC66-0597FB2EFDF5}" dt="2026-10-14T20:21:07.939" v="10674"/>
          <ac:picMkLst>
            <pc:docMk/>
            <pc:sldMk cId="2117568274" sldId="2147482209"/>
            <ac:picMk id="14" creationId="{00000000-0000-0000-0000-000000000000}"/>
          </ac:picMkLst>
        </pc:picChg>
        <pc:picChg chg="mod">
          <ac:chgData name="Jake Duddy" userId="7a8a0c806e99fd3e" providerId="LiveId" clId="{CCFF1EDE-63BB-4842-AC66-0597FB2EFDF5}" dt="2026-10-14T20:21:07.944" v="10675"/>
          <ac:picMkLst>
            <pc:docMk/>
            <pc:sldMk cId="2117568274" sldId="2147482209"/>
            <ac:picMk id="15" creationId="{00000000-0000-0000-0000-000000000000}"/>
          </ac:picMkLst>
        </pc:picChg>
        <pc:picChg chg="mod">
          <ac:chgData name="Jake Duddy" userId="7a8a0c806e99fd3e" providerId="LiveId" clId="{CCFF1EDE-63BB-4842-AC66-0597FB2EFDF5}" dt="2026-10-14T20:21:07.950" v="10676"/>
          <ac:picMkLst>
            <pc:docMk/>
            <pc:sldMk cId="2117568274" sldId="2147482209"/>
            <ac:picMk id="16" creationId="{00000000-0000-0000-0000-000000000000}"/>
          </ac:picMkLst>
        </pc:picChg>
      </pc:sldChg>
      <pc:sldChg chg="add del">
        <pc:chgData name="Jake Duddy" userId="7a8a0c806e99fd3e" providerId="LiveId" clId="{CCFF1EDE-63BB-4842-AC66-0597FB2EFDF5}" dt="2026-10-14T20:24:32.050" v="10902" actId="47"/>
        <pc:sldMkLst>
          <pc:docMk/>
          <pc:sldMk cId="344842452" sldId="2147482210"/>
        </pc:sldMkLst>
      </pc:sldChg>
      <pc:sldChg chg="addSp delSp modSp add mod delAnim modAnim">
        <pc:chgData name="Jake Duddy" userId="7a8a0c806e99fd3e" providerId="LiveId" clId="{CCFF1EDE-63BB-4842-AC66-0597FB2EFDF5}" dt="2026-10-14T20:22:31.935" v="10813" actId="478"/>
        <pc:sldMkLst>
          <pc:docMk/>
          <pc:sldMk cId="2476324599" sldId="2147482211"/>
        </pc:sldMkLst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3" creationId="{EB9AF121-BEDB-AE91-3366-D3FC82A00D64}"/>
          </ac:spMkLst>
        </pc:spChg>
        <pc:spChg chg="add del mod">
          <ac:chgData name="Jake Duddy" userId="7a8a0c806e99fd3e" providerId="LiveId" clId="{CCFF1EDE-63BB-4842-AC66-0597FB2EFDF5}" dt="2026-10-14T20:22:31.935" v="10813" actId="478"/>
          <ac:spMkLst>
            <pc:docMk/>
            <pc:sldMk cId="2476324599" sldId="2147482211"/>
            <ac:spMk id="4" creationId="{D080DCE9-7D6E-0CBF-A467-75CC95C83E4E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5" creationId="{B8A9999B-058B-6D52-C493-B9CB3A8B4BA0}"/>
          </ac:spMkLst>
        </pc:spChg>
        <pc:spChg chg="add del mod">
          <ac:chgData name="Jake Duddy" userId="7a8a0c806e99fd3e" providerId="LiveId" clId="{CCFF1EDE-63BB-4842-AC66-0597FB2EFDF5}" dt="2026-10-14T20:22:30.225" v="10811" actId="478"/>
          <ac:spMkLst>
            <pc:docMk/>
            <pc:sldMk cId="2476324599" sldId="2147482211"/>
            <ac:spMk id="6" creationId="{B89EB0F7-02CB-C2A5-C8F3-9870332DB087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7" creationId="{128D32C6-AFE8-A187-6584-2C1F94D4CC4E}"/>
          </ac:spMkLst>
        </pc:spChg>
        <pc:spChg chg="add del mod">
          <ac:chgData name="Jake Duddy" userId="7a8a0c806e99fd3e" providerId="LiveId" clId="{CCFF1EDE-63BB-4842-AC66-0597FB2EFDF5}" dt="2026-10-14T20:22:30.834" v="10812" actId="478"/>
          <ac:spMkLst>
            <pc:docMk/>
            <pc:sldMk cId="2476324599" sldId="2147482211"/>
            <ac:spMk id="8" creationId="{A6F33F5B-7E04-1220-930D-8B43306DB40F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12" creationId="{0CA8BA47-6970-D8D2-215B-7290F6B29EB3}"/>
          </ac:spMkLst>
        </pc:spChg>
        <pc:spChg chg="del">
          <ac:chgData name="Jake Duddy" userId="7a8a0c806e99fd3e" providerId="LiveId" clId="{CCFF1EDE-63BB-4842-AC66-0597FB2EFDF5}" dt="2026-10-14T20:22:29.617" v="10810" actId="478"/>
          <ac:spMkLst>
            <pc:docMk/>
            <pc:sldMk cId="2476324599" sldId="2147482211"/>
            <ac:spMk id="13" creationId="{5A8D0BA3-323E-5749-4BDA-6F5D0A9E7870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15" creationId="{26441336-6502-7983-21CB-3B9B7DE80CC0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16" creationId="{BE891C0F-BC54-7534-A41C-E4704D0C67BA}"/>
          </ac:spMkLst>
        </pc:spChg>
        <pc:spChg chg="add del mod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17" creationId="{8048A609-7688-076E-9E21-A6D870E9FD34}"/>
          </ac:spMkLst>
        </pc:spChg>
        <pc:spChg chg="del">
          <ac:chgData name="Jake Duddy" userId="7a8a0c806e99fd3e" providerId="LiveId" clId="{CCFF1EDE-63BB-4842-AC66-0597FB2EFDF5}" dt="2026-10-14T20:22:28.387" v="10809" actId="478"/>
          <ac:spMkLst>
            <pc:docMk/>
            <pc:sldMk cId="2476324599" sldId="2147482211"/>
            <ac:spMk id="21" creationId="{23591702-93EE-3899-0BA1-5947BB1BB50D}"/>
          </ac:spMkLst>
        </pc:spChg>
        <pc:picChg chg="del">
          <ac:chgData name="Jake Duddy" userId="7a8a0c806e99fd3e" providerId="LiveId" clId="{CCFF1EDE-63BB-4842-AC66-0597FB2EFDF5}" dt="2026-10-14T20:22:28.387" v="10809" actId="478"/>
          <ac:picMkLst>
            <pc:docMk/>
            <pc:sldMk cId="2476324599" sldId="2147482211"/>
            <ac:picMk id="10" creationId="{08D6900C-2E6E-DEBC-6052-F34F576883D7}"/>
          </ac:picMkLst>
        </pc:picChg>
        <pc:picChg chg="del">
          <ac:chgData name="Jake Duddy" userId="7a8a0c806e99fd3e" providerId="LiveId" clId="{CCFF1EDE-63BB-4842-AC66-0597FB2EFDF5}" dt="2026-10-14T20:22:28.387" v="10809" actId="478"/>
          <ac:picMkLst>
            <pc:docMk/>
            <pc:sldMk cId="2476324599" sldId="2147482211"/>
            <ac:picMk id="19" creationId="{DDA465A5-8326-0ECC-899D-D604AD28FE73}"/>
          </ac:picMkLst>
        </pc:picChg>
      </pc:sldChg>
      <pc:sldChg chg="addSp delSp modSp add mod modTransition delAnim">
        <pc:chgData name="Jake Duddy" userId="7a8a0c806e99fd3e" providerId="LiveId" clId="{CCFF1EDE-63BB-4842-AC66-0597FB2EFDF5}" dt="2026-10-14T20:24:54.594" v="10915" actId="1036"/>
        <pc:sldMkLst>
          <pc:docMk/>
          <pc:sldMk cId="87485413" sldId="2147482212"/>
        </pc:sldMkLst>
        <pc:spChg chg="mod">
          <ac:chgData name="Jake Duddy" userId="7a8a0c806e99fd3e" providerId="LiveId" clId="{CCFF1EDE-63BB-4842-AC66-0597FB2EFDF5}" dt="2026-10-14T20:22:16.824" v="10756" actId="1035"/>
          <ac:spMkLst>
            <pc:docMk/>
            <pc:sldMk cId="87485413" sldId="2147482212"/>
            <ac:spMk id="2" creationId="{6DA6F9F9-7008-B2AC-42B4-0218CF071564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3" creationId="{774BE61A-0EA9-95EB-04F0-D9A57B437869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4" creationId="{697C8FE9-FBC2-7469-A029-FC8F8F88FF77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5" creationId="{3DAC7533-FB68-E4C6-7E44-133E89617AF3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6" creationId="{F38007B4-42B9-8C88-3BDF-27AE9F63B979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7" creationId="{5D079064-4592-D841-ECF3-C5BE758C3D46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8" creationId="{322F9B8F-D716-323C-6FEB-222E6E1A5D57}"/>
          </ac:spMkLst>
        </pc:spChg>
        <pc:spChg chg="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12" creationId="{EC911D3B-3728-7FA9-DF8B-5F4DA3EA5AD3}"/>
          </ac:spMkLst>
        </pc:spChg>
        <pc:spChg chg="add del mod">
          <ac:chgData name="Jake Duddy" userId="7a8a0c806e99fd3e" providerId="LiveId" clId="{CCFF1EDE-63BB-4842-AC66-0597FB2EFDF5}" dt="2026-10-14T20:24:54.594" v="10915" actId="1036"/>
          <ac:spMkLst>
            <pc:docMk/>
            <pc:sldMk cId="87485413" sldId="2147482212"/>
            <ac:spMk id="13" creationId="{9DB6F297-EC3D-5484-79DC-7C75C7D74761}"/>
          </ac:spMkLst>
        </pc:spChg>
        <pc:spChg chg="del mod">
          <ac:chgData name="Jake Duddy" userId="7a8a0c806e99fd3e" providerId="LiveId" clId="{CCFF1EDE-63BB-4842-AC66-0597FB2EFDF5}" dt="2026-10-14T20:23:06.972" v="10864" actId="478"/>
          <ac:spMkLst>
            <pc:docMk/>
            <pc:sldMk cId="87485413" sldId="2147482212"/>
            <ac:spMk id="15" creationId="{E9BFF76C-A7AA-BD33-D901-25868EAA2325}"/>
          </ac:spMkLst>
        </pc:spChg>
        <pc:spChg chg="del mod">
          <ac:chgData name="Jake Duddy" userId="7a8a0c806e99fd3e" providerId="LiveId" clId="{CCFF1EDE-63BB-4842-AC66-0597FB2EFDF5}" dt="2026-10-14T20:23:08.255" v="10866" actId="478"/>
          <ac:spMkLst>
            <pc:docMk/>
            <pc:sldMk cId="87485413" sldId="2147482212"/>
            <ac:spMk id="16" creationId="{0F07FB93-99E4-E2DA-C877-023C57AA1E8E}"/>
          </ac:spMkLst>
        </pc:spChg>
        <pc:spChg chg="del mod">
          <ac:chgData name="Jake Duddy" userId="7a8a0c806e99fd3e" providerId="LiveId" clId="{CCFF1EDE-63BB-4842-AC66-0597FB2EFDF5}" dt="2026-10-14T20:23:07.604" v="10865" actId="478"/>
          <ac:spMkLst>
            <pc:docMk/>
            <pc:sldMk cId="87485413" sldId="2147482212"/>
            <ac:spMk id="17" creationId="{273AF63E-B5B2-35B8-00BD-FA4B71F5806A}"/>
          </ac:spMkLst>
        </pc:spChg>
        <pc:spChg chg="del mod">
          <ac:chgData name="Jake Duddy" userId="7a8a0c806e99fd3e" providerId="LiveId" clId="{CCFF1EDE-63BB-4842-AC66-0597FB2EFDF5}" dt="2026-10-14T20:23:09.041" v="10867" actId="478"/>
          <ac:spMkLst>
            <pc:docMk/>
            <pc:sldMk cId="87485413" sldId="2147482212"/>
            <ac:spMk id="21" creationId="{D5707074-8CB7-7C93-04BA-56E95F717BC6}"/>
          </ac:spMkLst>
        </pc:spChg>
        <pc:picChg chg="add del">
          <ac:chgData name="Jake Duddy" userId="7a8a0c806e99fd3e" providerId="LiveId" clId="{CCFF1EDE-63BB-4842-AC66-0597FB2EFDF5}" dt="2026-10-14T20:23:05.464" v="10863" actId="478"/>
          <ac:picMkLst>
            <pc:docMk/>
            <pc:sldMk cId="87485413" sldId="2147482212"/>
            <ac:picMk id="9" creationId="{A3560616-7077-40D2-FB96-8822C423FA37}"/>
          </ac:picMkLst>
        </pc:picChg>
        <pc:picChg chg="add del mod">
          <ac:chgData name="Jake Duddy" userId="7a8a0c806e99fd3e" providerId="LiveId" clId="{CCFF1EDE-63BB-4842-AC66-0597FB2EFDF5}" dt="2026-10-14T20:24:54.594" v="10915" actId="1036"/>
          <ac:picMkLst>
            <pc:docMk/>
            <pc:sldMk cId="87485413" sldId="2147482212"/>
            <ac:picMk id="10" creationId="{17A78744-42C0-D088-8556-F0D5ABB297B3}"/>
          </ac:picMkLst>
        </pc:picChg>
        <pc:picChg chg="add del mod">
          <ac:chgData name="Jake Duddy" userId="7a8a0c806e99fd3e" providerId="LiveId" clId="{CCFF1EDE-63BB-4842-AC66-0597FB2EFDF5}" dt="2026-10-14T20:24:54.594" v="10915" actId="1036"/>
          <ac:picMkLst>
            <pc:docMk/>
            <pc:sldMk cId="87485413" sldId="2147482212"/>
            <ac:picMk id="11" creationId="{7EDC8221-2797-FB37-F006-0215FCE4810F}"/>
          </ac:picMkLst>
        </pc:picChg>
        <pc:picChg chg="del mod">
          <ac:chgData name="Jake Duddy" userId="7a8a0c806e99fd3e" providerId="LiveId" clId="{CCFF1EDE-63BB-4842-AC66-0597FB2EFDF5}" dt="2026-10-14T20:23:18.448" v="10873" actId="478"/>
          <ac:picMkLst>
            <pc:docMk/>
            <pc:sldMk cId="87485413" sldId="2147482212"/>
            <ac:picMk id="18" creationId="{E63A739B-6686-784B-2528-1C06FC0760FC}"/>
          </ac:picMkLst>
        </pc:picChg>
        <pc:picChg chg="del mod">
          <ac:chgData name="Jake Duddy" userId="7a8a0c806e99fd3e" providerId="LiveId" clId="{CCFF1EDE-63BB-4842-AC66-0597FB2EFDF5}" dt="2026-10-14T20:23:16.421" v="10871" actId="478"/>
          <ac:picMkLst>
            <pc:docMk/>
            <pc:sldMk cId="87485413" sldId="2147482212"/>
            <ac:picMk id="19" creationId="{5D9D3FE8-7842-8971-CF89-7D5F356AC016}"/>
          </ac:picMkLst>
        </pc:picChg>
        <pc:picChg chg="del mod">
          <ac:chgData name="Jake Duddy" userId="7a8a0c806e99fd3e" providerId="LiveId" clId="{CCFF1EDE-63BB-4842-AC66-0597FB2EFDF5}" dt="2026-10-14T20:23:17.342" v="10872" actId="478"/>
          <ac:picMkLst>
            <pc:docMk/>
            <pc:sldMk cId="87485413" sldId="2147482212"/>
            <ac:picMk id="20" creationId="{48B61533-0297-406F-6601-8F6A5C0B1FF0}"/>
          </ac:picMkLst>
        </pc:picChg>
        <pc:picChg chg="del mod">
          <ac:chgData name="Jake Duddy" userId="7a8a0c806e99fd3e" providerId="LiveId" clId="{CCFF1EDE-63BB-4842-AC66-0597FB2EFDF5}" dt="2026-10-14T20:23:15.497" v="10870" actId="478"/>
          <ac:picMkLst>
            <pc:docMk/>
            <pc:sldMk cId="87485413" sldId="2147482212"/>
            <ac:picMk id="22" creationId="{7F4D5F73-23E2-D095-B55A-127623D67352}"/>
          </ac:picMkLst>
        </pc:picChg>
      </pc:sldChg>
      <pc:sldMasterChg chg="delSldLayout">
        <pc:chgData name="Jake Duddy" userId="7a8a0c806e99fd3e" providerId="LiveId" clId="{CCFF1EDE-63BB-4842-AC66-0597FB2EFDF5}" dt="2026-09-17T21:18:07.056" v="4831" actId="47"/>
        <pc:sldMasterMkLst>
          <pc:docMk/>
          <pc:sldMasterMk cId="626277182" sldId="214748369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7E3F2F-0DD0-0F4B-8883-5CE9BA3BEF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/>
              <a:t>Zure Oy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0C08C-81B5-7249-B780-9F47CF6AC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B822A-76DD-47ED-B361-084EA0023FF4}" type="datetime1">
              <a:rPr lang="fi-FI" smtClean="0"/>
              <a:t>14.10.2026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FE7D9-A31B-9842-94AF-080628511F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www.zure.com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94E60-9975-4C44-AEDF-2396FBF6B9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23E8A-A2D8-BB44-8E7A-4A49C5EC275B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7908824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i-FI"/>
              <a:t>Zure Oy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B6960-E446-4C60-A76A-B567577C7150}" type="datetime1">
              <a:rPr lang="fi-FI" smtClean="0"/>
              <a:t>14.10.2026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F4143-29F8-8147-8F83-CA92D91847F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4720051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14.10.2026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46603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Remember to deploy without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i-FI"/>
              <a:t>Zure Oy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FB6960-E446-4C60-A76A-B567577C7150}" type="datetime1">
              <a:rPr lang="fi-FI" smtClean="0"/>
              <a:t>14.10.2026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fi-FI"/>
              <a:t>www.zure.com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F4143-29F8-8147-8F83-CA92D91847FA}" type="slidenum">
              <a:rPr lang="fi-FI" smtClean="0"/>
              <a:t>29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1160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FBD1038-E7E7-A8DC-C409-FE589F263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34"/>
          <a:stretch>
            <a:fillRect/>
          </a:stretch>
        </p:blipFill>
        <p:spPr>
          <a:xfrm rot="16200000">
            <a:off x="5189778" y="-5189779"/>
            <a:ext cx="1812445" cy="12192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087C46-8175-42D9-8ADF-66ED456725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4012" r="4775"/>
          <a:stretch>
            <a:fillRect/>
          </a:stretch>
        </p:blipFill>
        <p:spPr>
          <a:xfrm rot="5400000">
            <a:off x="4802831" y="-531171"/>
            <a:ext cx="2586340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84424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087C46-8175-42D9-8ADF-66ED45672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4012" r="4775"/>
          <a:stretch>
            <a:fillRect/>
          </a:stretch>
        </p:blipFill>
        <p:spPr>
          <a:xfrm rot="5400000">
            <a:off x="4802831" y="-531171"/>
            <a:ext cx="2586340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0553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: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EED4D-9F06-A608-EC01-0DC3CE9519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34"/>
          <a:stretch>
            <a:fillRect/>
          </a:stretch>
        </p:blipFill>
        <p:spPr>
          <a:xfrm rot="5400000">
            <a:off x="5189776" y="-144223"/>
            <a:ext cx="1812445" cy="12192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719999"/>
            <a:ext cx="10753200" cy="468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title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19569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8B1CED-C2ED-A4C1-A985-44F2E62A2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566CE-FA0B-524E-8756-8962A82C2D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60000"/>
            <a:ext cx="10753200" cy="3060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548EA6-2912-8742-8424-B4C74BA88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3600000"/>
            <a:ext cx="10753200" cy="2160000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algn="ctr">
              <a:defRPr sz="3600"/>
            </a:lvl2pPr>
            <a:lvl3pPr algn="ctr">
              <a:defRPr sz="3600"/>
            </a:lvl3pPr>
            <a:lvl4pPr algn="ctr">
              <a:defRPr sz="3600"/>
            </a:lvl4pPr>
            <a:lvl5pPr algn="ctr">
              <a:defRPr sz="3600"/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8430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Blo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0DB0C2-FAA0-F737-9D25-F36881A909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8FA58AB-891C-F549-BE0B-E1447AA80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999" y="360000"/>
            <a:ext cx="6839041" cy="10800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Click to edit title</a:t>
            </a:r>
            <a:endParaRPr lang="fi-FI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EDF826-82C4-AF40-B123-47F791ADDD1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9950" y="1620000"/>
            <a:ext cx="6839090" cy="41400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626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50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: 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4869E-8868-E047-AE03-59116D6F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09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756E8A81-9C43-F1F5-E005-CFD5D40F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2627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27" r:id="rId2"/>
    <p:sldLayoutId id="2147483728" r:id="rId3"/>
    <p:sldLayoutId id="2147483700" r:id="rId4"/>
    <p:sldLayoutId id="2147483709" r:id="rId5"/>
    <p:sldLayoutId id="2147483717" r:id="rId6"/>
    <p:sldLayoutId id="2147483726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64AB-82E4-2B13-5D69-6AAC51999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Fabric-CICD</a:t>
            </a:r>
            <a:br>
              <a:rPr lang="en-GB" dirty="0"/>
            </a:br>
            <a:r>
              <a:rPr lang="en-GB" sz="5400" dirty="0">
                <a:solidFill>
                  <a:srgbClr val="E92063"/>
                </a:solidFill>
              </a:rPr>
              <a:t>From Click Ops to DevOps</a:t>
            </a:r>
            <a:endParaRPr lang="en-GB" dirty="0">
              <a:solidFill>
                <a:srgbClr val="E92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21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F0D9331-8DC9-A13A-DE79-F2B7418CE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036" y="5214613"/>
            <a:ext cx="3616830" cy="2034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B87699-E52E-01B4-C042-051008E0DE9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9739" y="6168213"/>
            <a:ext cx="1319964" cy="325591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AEB349C-6B04-3B89-069C-B28CE81C537A}"/>
              </a:ext>
            </a:extLst>
          </p:cNvPr>
          <p:cNvSpPr txBox="1">
            <a:spLocks/>
          </p:cNvSpPr>
          <p:nvPr/>
        </p:nvSpPr>
        <p:spPr>
          <a:xfrm>
            <a:off x="6760111" y="1131679"/>
            <a:ext cx="7043737" cy="243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fi-FI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Jake Duddy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i-FI" altLang="fi-FI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Data Engineer, Zure UK</a:t>
            </a:r>
            <a:b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Microsoft MVP (Data Platform)</a:t>
            </a:r>
            <a:b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Fabric Super User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i-FI" altLang="fi-FI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evaluationcontext.com</a:t>
            </a:r>
            <a:endParaRPr kumimoji="0" lang="en-US" altLang="fi-FI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3B22DA-0B51-339B-2BED-C561B87BC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53" y="1237753"/>
            <a:ext cx="4626550" cy="4664651"/>
          </a:xfrm>
          <a:prstGeom prst="rect">
            <a:avLst/>
          </a:prstGeom>
        </p:spPr>
      </p:pic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635AFE4C-2C21-78F4-D30C-A8B3B1F98735}"/>
              </a:ext>
            </a:extLst>
          </p:cNvPr>
          <p:cNvSpPr/>
          <p:nvPr/>
        </p:nvSpPr>
        <p:spPr>
          <a:xfrm>
            <a:off x="660977" y="1119293"/>
            <a:ext cx="5109882" cy="4901568"/>
          </a:xfrm>
          <a:custGeom>
            <a:avLst/>
            <a:gdLst>
              <a:gd name="csX0" fmla="*/ 2554941 w 5109882"/>
              <a:gd name="csY0" fmla="*/ 118459 h 4901568"/>
              <a:gd name="csX1" fmla="*/ 209675 w 5109882"/>
              <a:gd name="csY1" fmla="*/ 2450785 h 4901568"/>
              <a:gd name="csX2" fmla="*/ 2554941 w 5109882"/>
              <a:gd name="csY2" fmla="*/ 4783111 h 4901568"/>
              <a:gd name="csX3" fmla="*/ 4900207 w 5109882"/>
              <a:gd name="csY3" fmla="*/ 2450785 h 4901568"/>
              <a:gd name="csX4" fmla="*/ 2554941 w 5109882"/>
              <a:gd name="csY4" fmla="*/ 118459 h 4901568"/>
              <a:gd name="csX5" fmla="*/ 0 w 5109882"/>
              <a:gd name="csY5" fmla="*/ 0 h 4901568"/>
              <a:gd name="csX6" fmla="*/ 5109882 w 5109882"/>
              <a:gd name="csY6" fmla="*/ 0 h 4901568"/>
              <a:gd name="csX7" fmla="*/ 5109882 w 5109882"/>
              <a:gd name="csY7" fmla="*/ 4901568 h 4901568"/>
              <a:gd name="csX8" fmla="*/ 0 w 5109882"/>
              <a:gd name="csY8" fmla="*/ 4901568 h 49015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109882" h="4901568">
                <a:moveTo>
                  <a:pt x="2554941" y="118459"/>
                </a:moveTo>
                <a:cubicBezTo>
                  <a:pt x="1259686" y="118459"/>
                  <a:pt x="209675" y="1162677"/>
                  <a:pt x="209675" y="2450785"/>
                </a:cubicBezTo>
                <a:cubicBezTo>
                  <a:pt x="209675" y="3738893"/>
                  <a:pt x="1259686" y="4783111"/>
                  <a:pt x="2554941" y="4783111"/>
                </a:cubicBezTo>
                <a:cubicBezTo>
                  <a:pt x="3850196" y="4783111"/>
                  <a:pt x="4900207" y="3738893"/>
                  <a:pt x="4900207" y="2450785"/>
                </a:cubicBezTo>
                <a:cubicBezTo>
                  <a:pt x="4900207" y="1162677"/>
                  <a:pt x="3850196" y="118459"/>
                  <a:pt x="2554941" y="118459"/>
                </a:cubicBezTo>
                <a:close/>
                <a:moveTo>
                  <a:pt x="0" y="0"/>
                </a:moveTo>
                <a:lnTo>
                  <a:pt x="5109882" y="0"/>
                </a:lnTo>
                <a:lnTo>
                  <a:pt x="5109882" y="4901568"/>
                </a:lnTo>
                <a:lnTo>
                  <a:pt x="0" y="4901568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BDE42F-F84C-C382-E562-051745A61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86" y="1189740"/>
            <a:ext cx="4721132" cy="47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1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6B50-1EAC-1724-393D-5F4CF425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717E-88E9-85E2-307D-0C95B4812CD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999" y="1625600"/>
            <a:ext cx="9500000" cy="34000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b="1" dirty="0"/>
              <a:t>CI/CD options in Fabric</a:t>
            </a:r>
          </a:p>
          <a:p>
            <a:pPr>
              <a:spcBef>
                <a:spcPts val="1200"/>
              </a:spcBef>
            </a:pPr>
            <a:r>
              <a:rPr lang="en-GB" b="1" dirty="0"/>
              <a:t>Problems</a:t>
            </a:r>
          </a:p>
          <a:p>
            <a:pPr>
              <a:spcBef>
                <a:spcPts val="1200"/>
              </a:spcBef>
            </a:pPr>
            <a:r>
              <a:rPr lang="en-GB" b="1" dirty="0"/>
              <a:t>fabric-</a:t>
            </a:r>
            <a:r>
              <a:rPr lang="en-GB" b="1" dirty="0" err="1"/>
              <a:t>cicd</a:t>
            </a:r>
            <a:endParaRPr lang="en-GB" dirty="0"/>
          </a:p>
          <a:p>
            <a:pPr>
              <a:spcBef>
                <a:spcPts val="1200"/>
              </a:spcBef>
            </a:pPr>
            <a:r>
              <a:rPr lang="en-GB" b="1" dirty="0"/>
              <a:t>Branching Strategies</a:t>
            </a:r>
            <a:endParaRPr lang="en-GB" dirty="0"/>
          </a:p>
        </p:txBody>
      </p:sp>
      <p:sp>
        <p:nvSpPr>
          <p:cNvPr id="30" name="Scope"/>
          <p:cNvSpPr/>
          <p:nvPr/>
        </p:nvSpPr>
        <p:spPr>
          <a:xfrm>
            <a:off x="723900" y="5181600"/>
            <a:ext cx="9906000" cy="1041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txBody>
          <a:bodyPr wrap="square" lIns="182880" tIns="109728" rIns="182880" bIns="109728" anchor="ctr">
            <a:normAutofit/>
          </a:bodyPr>
          <a:lstStyle/>
          <a:p>
            <a:pPr algn="l"/>
            <a:r>
              <a:rPr lang="en-GB" sz="1500" b="1" dirty="0">
                <a:solidFill>
                  <a:srgbClr val="E91E63"/>
                </a:solidFill>
              </a:rPr>
              <a:t>Scope: </a:t>
            </a:r>
            <a:r>
              <a:rPr lang="en-GB" sz="1500" b="1" dirty="0">
                <a:solidFill>
                  <a:srgbClr val="2E3440"/>
                </a:solidFill>
              </a:rPr>
              <a:t>deploying items between workspaces and environments. </a:t>
            </a:r>
          </a:p>
          <a:p>
            <a:pPr algn="l"/>
            <a:endParaRPr lang="en-GB" sz="1500" b="1" dirty="0">
              <a:solidFill>
                <a:srgbClr val="2E3440"/>
              </a:solidFill>
            </a:endParaRPr>
          </a:p>
          <a:p>
            <a:pPr algn="l"/>
            <a:r>
              <a:rPr lang="en-GB" sz="1500" dirty="0">
                <a:solidFill>
                  <a:srgbClr val="2E3440"/>
                </a:solidFill>
              </a:rPr>
              <a:t>Workspace creation, capacities, and other infrastructure belong to IaC (Terraform), and </a:t>
            </a:r>
            <a:r>
              <a:rPr lang="en-GB" sz="1500" dirty="0" err="1">
                <a:solidFill>
                  <a:srgbClr val="2E3440"/>
                </a:solidFill>
              </a:rPr>
              <a:t>dataops</a:t>
            </a:r>
            <a:r>
              <a:rPr lang="en-GB" sz="1500" dirty="0">
                <a:solidFill>
                  <a:srgbClr val="2E3440"/>
                </a:solidFill>
              </a:rPr>
              <a:t> are not covered today.</a:t>
            </a:r>
          </a:p>
        </p:txBody>
      </p:sp>
    </p:spTree>
    <p:extLst>
      <p:ext uri="{BB962C8B-B14F-4D97-AF65-F5344CB8AC3E}">
        <p14:creationId xmlns:p14="http://schemas.microsoft.com/office/powerpoint/2010/main" val="226595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E2AB4-4B9A-061C-B025-2A4060262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81" y="961569"/>
            <a:ext cx="8834437" cy="493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9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8DCF-D2E2-7C9A-E4B3-842B2834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DevOps?</a:t>
            </a:r>
          </a:p>
        </p:txBody>
      </p:sp>
      <p:sp>
        <p:nvSpPr>
          <p:cNvPr id="4" name="Premise">
            <a:extLst>
              <a:ext uri="{FF2B5EF4-FFF2-40B4-BE49-F238E27FC236}">
                <a16:creationId xmlns:a16="http://schemas.microsoft.com/office/drawing/2014/main" id="{935A269A-B2BE-493B-A4E8-A1E021D73351}"/>
              </a:ext>
            </a:extLst>
          </p:cNvPr>
          <p:cNvSpPr txBox="1"/>
          <p:nvPr/>
        </p:nvSpPr>
        <p:spPr>
          <a:xfrm>
            <a:off x="774700" y="1587500"/>
            <a:ext cx="10160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GB" sz="1800" dirty="0">
                <a:solidFill>
                  <a:srgbClr val="4C566A"/>
                </a:solidFill>
              </a:rPr>
              <a:t>Automate what you already do by hand, instead of relying on runbooks and tribal knowledge.</a:t>
            </a:r>
          </a:p>
        </p:txBody>
      </p:sp>
      <p:sp>
        <p:nvSpPr>
          <p:cNvPr id="5" name="Circle 0">
            <a:extLst>
              <a:ext uri="{FF2B5EF4-FFF2-40B4-BE49-F238E27FC236}">
                <a16:creationId xmlns:a16="http://schemas.microsoft.com/office/drawing/2014/main" id="{91A3A198-BD8E-4FE8-A4D5-22A57FE64020}"/>
              </a:ext>
            </a:extLst>
          </p:cNvPr>
          <p:cNvSpPr/>
          <p:nvPr/>
        </p:nvSpPr>
        <p:spPr>
          <a:xfrm>
            <a:off x="1346200" y="3048000"/>
            <a:ext cx="1143000" cy="1143000"/>
          </a:xfrm>
          <a:prstGeom prst="ellipse">
            <a:avLst/>
          </a:prstGeom>
          <a:solidFill>
            <a:srgbClr val="E91E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Label 0">
            <a:extLst>
              <a:ext uri="{FF2B5EF4-FFF2-40B4-BE49-F238E27FC236}">
                <a16:creationId xmlns:a16="http://schemas.microsoft.com/office/drawing/2014/main" id="{A3A2C5A7-7F98-4B26-97DC-DA4544301005}"/>
              </a:ext>
            </a:extLst>
          </p:cNvPr>
          <p:cNvSpPr txBox="1"/>
          <p:nvPr/>
        </p:nvSpPr>
        <p:spPr>
          <a:xfrm>
            <a:off x="774700" y="4381500"/>
            <a:ext cx="2286000" cy="8207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Less manual toil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Pipelines do the repetitive deploy steps, not people</a:t>
            </a:r>
          </a:p>
        </p:txBody>
      </p:sp>
      <p:sp>
        <p:nvSpPr>
          <p:cNvPr id="7" name="Circle 1">
            <a:extLst>
              <a:ext uri="{FF2B5EF4-FFF2-40B4-BE49-F238E27FC236}">
                <a16:creationId xmlns:a16="http://schemas.microsoft.com/office/drawing/2014/main" id="{F344083F-3298-44AE-A366-EF3B2C82DEC0}"/>
              </a:ext>
            </a:extLst>
          </p:cNvPr>
          <p:cNvSpPr/>
          <p:nvPr/>
        </p:nvSpPr>
        <p:spPr>
          <a:xfrm>
            <a:off x="3873500" y="3048000"/>
            <a:ext cx="1143000" cy="1143000"/>
          </a:xfrm>
          <a:prstGeom prst="ellipse">
            <a:avLst/>
          </a:prstGeom>
          <a:solidFill>
            <a:srgbClr val="E91E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Label 1">
            <a:extLst>
              <a:ext uri="{FF2B5EF4-FFF2-40B4-BE49-F238E27FC236}">
                <a16:creationId xmlns:a16="http://schemas.microsoft.com/office/drawing/2014/main" id="{64F81269-E6C5-4736-BDB9-74857C4A56F6}"/>
              </a:ext>
            </a:extLst>
          </p:cNvPr>
          <p:cNvSpPr txBox="1"/>
          <p:nvPr/>
        </p:nvSpPr>
        <p:spPr>
          <a:xfrm>
            <a:off x="3302000" y="4381500"/>
            <a:ext cx="2286000" cy="8207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Fewer errors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Same steps run the same way every time</a:t>
            </a:r>
          </a:p>
        </p:txBody>
      </p:sp>
      <p:sp>
        <p:nvSpPr>
          <p:cNvPr id="9" name="Circle 2">
            <a:extLst>
              <a:ext uri="{FF2B5EF4-FFF2-40B4-BE49-F238E27FC236}">
                <a16:creationId xmlns:a16="http://schemas.microsoft.com/office/drawing/2014/main" id="{010DB8CD-6949-4191-AB04-F66434CC80AC}"/>
              </a:ext>
            </a:extLst>
          </p:cNvPr>
          <p:cNvSpPr/>
          <p:nvPr/>
        </p:nvSpPr>
        <p:spPr>
          <a:xfrm>
            <a:off x="6400800" y="3048000"/>
            <a:ext cx="1143000" cy="1143000"/>
          </a:xfrm>
          <a:prstGeom prst="ellipse">
            <a:avLst/>
          </a:prstGeom>
          <a:solidFill>
            <a:srgbClr val="E91E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Label 2">
            <a:extLst>
              <a:ext uri="{FF2B5EF4-FFF2-40B4-BE49-F238E27FC236}">
                <a16:creationId xmlns:a16="http://schemas.microsoft.com/office/drawing/2014/main" id="{1F2163F2-1DFE-4682-A135-B9A052F6E434}"/>
              </a:ext>
            </a:extLst>
          </p:cNvPr>
          <p:cNvSpPr txBox="1"/>
          <p:nvPr/>
        </p:nvSpPr>
        <p:spPr>
          <a:xfrm>
            <a:off x="5829300" y="4381500"/>
            <a:ext cx="2286000" cy="103618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Isolated environments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Develop and test separately from the production that serves users</a:t>
            </a:r>
          </a:p>
        </p:txBody>
      </p:sp>
      <p:sp>
        <p:nvSpPr>
          <p:cNvPr id="11" name="Circle 3">
            <a:extLst>
              <a:ext uri="{FF2B5EF4-FFF2-40B4-BE49-F238E27FC236}">
                <a16:creationId xmlns:a16="http://schemas.microsoft.com/office/drawing/2014/main" id="{B4FA68E2-8FFB-4C6C-AC14-3253B67D4E7A}"/>
              </a:ext>
            </a:extLst>
          </p:cNvPr>
          <p:cNvSpPr/>
          <p:nvPr/>
        </p:nvSpPr>
        <p:spPr>
          <a:xfrm>
            <a:off x="8928100" y="3048000"/>
            <a:ext cx="1143000" cy="1143000"/>
          </a:xfrm>
          <a:prstGeom prst="ellipse">
            <a:avLst/>
          </a:prstGeom>
          <a:solidFill>
            <a:srgbClr val="E91E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Label 3">
            <a:extLst>
              <a:ext uri="{FF2B5EF4-FFF2-40B4-BE49-F238E27FC236}">
                <a16:creationId xmlns:a16="http://schemas.microsoft.com/office/drawing/2014/main" id="{1AA3F63A-F2C3-4A4E-8024-83A8B496BC6F}"/>
              </a:ext>
            </a:extLst>
          </p:cNvPr>
          <p:cNvSpPr txBox="1"/>
          <p:nvPr/>
        </p:nvSpPr>
        <p:spPr>
          <a:xfrm>
            <a:off x="8356600" y="4381500"/>
            <a:ext cx="2286000" cy="8207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Testing and approvals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Checks and sign-off rituals built into every release</a:t>
            </a:r>
          </a:p>
        </p:txBody>
      </p:sp>
      <p:pic>
        <p:nvPicPr>
          <p:cNvPr id="13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8300" y="3340100"/>
            <a:ext cx="558800" cy="558800"/>
          </a:xfrm>
          <a:prstGeom prst="rect">
            <a:avLst/>
          </a:prstGeom>
        </p:spPr>
      </p:pic>
      <p:pic>
        <p:nvPicPr>
          <p:cNvPr id="14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5600" y="3340100"/>
            <a:ext cx="558800" cy="558800"/>
          </a:xfrm>
          <a:prstGeom prst="rect">
            <a:avLst/>
          </a:prstGeom>
        </p:spPr>
      </p:pic>
      <p:pic>
        <p:nvPicPr>
          <p:cNvPr id="15" name="Graphic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2900" y="3340100"/>
            <a:ext cx="558800" cy="558800"/>
          </a:xfrm>
          <a:prstGeom prst="rect">
            <a:avLst/>
          </a:prstGeom>
        </p:spPr>
      </p:pic>
      <p:pic>
        <p:nvPicPr>
          <p:cNvPr id="16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0200" y="33401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6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A4128-93B7-C9EA-107F-71E87C45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Native options</a:t>
            </a:r>
          </a:p>
        </p:txBody>
      </p:sp>
      <p:sp>
        <p:nvSpPr>
          <p:cNvPr id="20" name="Circle 0"/>
          <p:cNvSpPr/>
          <p:nvPr/>
        </p:nvSpPr>
        <p:spPr>
          <a:xfrm>
            <a:off x="1226820" y="2476500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Label 0"/>
          <p:cNvSpPr txBox="1"/>
          <p:nvPr/>
        </p:nvSpPr>
        <p:spPr>
          <a:xfrm>
            <a:off x="774700" y="3810000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Git integration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Workspace ↔ branch sync; you commit and update</a:t>
            </a:r>
          </a:p>
        </p:txBody>
      </p:sp>
      <p:sp>
        <p:nvSpPr>
          <p:cNvPr id="22" name="Circle 1"/>
          <p:cNvSpPr/>
          <p:nvPr/>
        </p:nvSpPr>
        <p:spPr>
          <a:xfrm>
            <a:off x="5514890" y="2476500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Label 1"/>
          <p:cNvSpPr txBox="1"/>
          <p:nvPr/>
        </p:nvSpPr>
        <p:spPr>
          <a:xfrm>
            <a:off x="5062770" y="3810000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Deployment pipelines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UI stages dev → test → prod with deployment rules</a:t>
            </a:r>
          </a:p>
        </p:txBody>
      </p:sp>
      <p:sp>
        <p:nvSpPr>
          <p:cNvPr id="24" name="Circle 2"/>
          <p:cNvSpPr/>
          <p:nvPr/>
        </p:nvSpPr>
        <p:spPr>
          <a:xfrm>
            <a:off x="3373982" y="2482139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Label 2"/>
          <p:cNvSpPr txBox="1"/>
          <p:nvPr/>
        </p:nvSpPr>
        <p:spPr>
          <a:xfrm>
            <a:off x="2921862" y="3815639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Variable libraries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One item holds a value set per environment</a:t>
            </a:r>
          </a:p>
        </p:txBody>
      </p:sp>
      <p:sp>
        <p:nvSpPr>
          <p:cNvPr id="26" name="Circle 3"/>
          <p:cNvSpPr/>
          <p:nvPr/>
        </p:nvSpPr>
        <p:spPr>
          <a:xfrm>
            <a:off x="9822180" y="2476500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7" name="Label 3"/>
          <p:cNvSpPr txBox="1"/>
          <p:nvPr/>
        </p:nvSpPr>
        <p:spPr>
          <a:xfrm>
            <a:off x="9370060" y="3810000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REST APIs and CLI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Script it yourself: update from git, deploy stage, bulk import</a:t>
            </a:r>
          </a:p>
        </p:txBody>
      </p:sp>
      <p:pic>
        <p:nvPicPr>
          <p:cNvPr id="28" name="Graphic 28" descr="Git integ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8920" y="2768600"/>
            <a:ext cx="558800" cy="558800"/>
          </a:xfrm>
          <a:prstGeom prst="rect">
            <a:avLst/>
          </a:prstGeom>
        </p:spPr>
      </p:pic>
      <p:pic>
        <p:nvPicPr>
          <p:cNvPr id="29" name="Graphic 29" descr="Deployment pipelin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6990" y="2768600"/>
            <a:ext cx="558800" cy="558800"/>
          </a:xfrm>
          <a:prstGeom prst="rect">
            <a:avLst/>
          </a:prstGeom>
        </p:spPr>
      </p:pic>
      <p:pic>
        <p:nvPicPr>
          <p:cNvPr id="30" name="Graphic 30" descr="Variable librar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082" y="2774239"/>
            <a:ext cx="558800" cy="558800"/>
          </a:xfrm>
          <a:prstGeom prst="rect">
            <a:avLst/>
          </a:prstGeom>
        </p:spPr>
      </p:pic>
      <p:pic>
        <p:nvPicPr>
          <p:cNvPr id="31" name="Graphic 31" descr="REST APIs and CL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14280" y="2768600"/>
            <a:ext cx="558800" cy="558800"/>
          </a:xfrm>
          <a:prstGeom prst="rect">
            <a:avLst/>
          </a:prstGeom>
        </p:spPr>
      </p:pic>
      <p:sp>
        <p:nvSpPr>
          <p:cNvPr id="33" name="Circle 4"/>
          <p:cNvSpPr/>
          <p:nvPr/>
        </p:nvSpPr>
        <p:spPr>
          <a:xfrm>
            <a:off x="7673340" y="2476500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2" name="Label 4"/>
          <p:cNvSpPr txBox="1"/>
          <p:nvPr/>
        </p:nvSpPr>
        <p:spPr>
          <a:xfrm>
            <a:off x="7221220" y="3810000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Deployment plans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Item order and pre/post actions per deploy</a:t>
            </a:r>
          </a:p>
        </p:txBody>
      </p:sp>
      <p:pic>
        <p:nvPicPr>
          <p:cNvPr id="34" name="Graphic 34" descr="Deployment plan flowcha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900" y="2768600"/>
            <a:ext cx="558800" cy="558800"/>
          </a:xfrm>
          <a:prstGeom prst="rect">
            <a:avLst/>
          </a:prstGeom>
        </p:spPr>
      </p:pic>
      <p:sp>
        <p:nvSpPr>
          <p:cNvPr id="3" name="Circle 0">
            <a:extLst>
              <a:ext uri="{FF2B5EF4-FFF2-40B4-BE49-F238E27FC236}">
                <a16:creationId xmlns:a16="http://schemas.microsoft.com/office/drawing/2014/main" id="{BF02B005-79E9-0A5E-DD4C-35EB9064F111}"/>
              </a:ext>
            </a:extLst>
          </p:cNvPr>
          <p:cNvSpPr/>
          <p:nvPr/>
        </p:nvSpPr>
        <p:spPr>
          <a:xfrm>
            <a:off x="1231575" y="2481257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Circle 1">
            <a:extLst>
              <a:ext uri="{FF2B5EF4-FFF2-40B4-BE49-F238E27FC236}">
                <a16:creationId xmlns:a16="http://schemas.microsoft.com/office/drawing/2014/main" id="{6D473614-474A-6172-DF98-E0BB678A257C}"/>
              </a:ext>
            </a:extLst>
          </p:cNvPr>
          <p:cNvSpPr/>
          <p:nvPr/>
        </p:nvSpPr>
        <p:spPr>
          <a:xfrm>
            <a:off x="5519645" y="2481257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Circle 2">
            <a:extLst>
              <a:ext uri="{FF2B5EF4-FFF2-40B4-BE49-F238E27FC236}">
                <a16:creationId xmlns:a16="http://schemas.microsoft.com/office/drawing/2014/main" id="{EDD42A1B-4DCE-9B24-0A8C-CDF2869BDE7C}"/>
              </a:ext>
            </a:extLst>
          </p:cNvPr>
          <p:cNvSpPr/>
          <p:nvPr/>
        </p:nvSpPr>
        <p:spPr>
          <a:xfrm>
            <a:off x="3378737" y="2486896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pic>
        <p:nvPicPr>
          <p:cNvPr id="6" name="Graphic 28" descr="Git integration">
            <a:extLst>
              <a:ext uri="{FF2B5EF4-FFF2-40B4-BE49-F238E27FC236}">
                <a16:creationId xmlns:a16="http://schemas.microsoft.com/office/drawing/2014/main" id="{A70D3DD5-CDBB-89F4-9579-1308D2D1C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3675" y="2773357"/>
            <a:ext cx="558800" cy="558800"/>
          </a:xfrm>
          <a:prstGeom prst="rect">
            <a:avLst/>
          </a:prstGeom>
        </p:spPr>
      </p:pic>
      <p:pic>
        <p:nvPicPr>
          <p:cNvPr id="7" name="Graphic 29" descr="Deployment pipelines">
            <a:extLst>
              <a:ext uri="{FF2B5EF4-FFF2-40B4-BE49-F238E27FC236}">
                <a16:creationId xmlns:a16="http://schemas.microsoft.com/office/drawing/2014/main" id="{09C3A140-E2D3-2592-429A-9380A351E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1745" y="2773357"/>
            <a:ext cx="558800" cy="558800"/>
          </a:xfrm>
          <a:prstGeom prst="rect">
            <a:avLst/>
          </a:prstGeom>
        </p:spPr>
      </p:pic>
      <p:pic>
        <p:nvPicPr>
          <p:cNvPr id="8" name="Graphic 30" descr="Variable libraries">
            <a:extLst>
              <a:ext uri="{FF2B5EF4-FFF2-40B4-BE49-F238E27FC236}">
                <a16:creationId xmlns:a16="http://schemas.microsoft.com/office/drawing/2014/main" id="{1ACE35E9-22B6-C7BF-F0C8-9F3AAC111B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0837" y="2778996"/>
            <a:ext cx="558800" cy="558800"/>
          </a:xfrm>
          <a:prstGeom prst="rect">
            <a:avLst/>
          </a:prstGeom>
        </p:spPr>
      </p:pic>
      <p:sp>
        <p:nvSpPr>
          <p:cNvPr id="9" name="Circle 4">
            <a:extLst>
              <a:ext uri="{FF2B5EF4-FFF2-40B4-BE49-F238E27FC236}">
                <a16:creationId xmlns:a16="http://schemas.microsoft.com/office/drawing/2014/main" id="{E5286305-1997-8F69-D0E6-8E6543E6BBC8}"/>
              </a:ext>
            </a:extLst>
          </p:cNvPr>
          <p:cNvSpPr/>
          <p:nvPr/>
        </p:nvSpPr>
        <p:spPr>
          <a:xfrm>
            <a:off x="7678095" y="2481257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pic>
        <p:nvPicPr>
          <p:cNvPr id="11" name="Graphic 34" descr="Deployment plan flowchart icon">
            <a:extLst>
              <a:ext uri="{FF2B5EF4-FFF2-40B4-BE49-F238E27FC236}">
                <a16:creationId xmlns:a16="http://schemas.microsoft.com/office/drawing/2014/main" id="{FE7440BB-299B-A1A6-41DE-BE46EAE72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7655" y="2773357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5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B913-E731-9F3F-ABD7-FF609DE6E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endParaRPr lang="en-GB" sz="2800" dirty="0">
              <a:solidFill>
                <a:srgbClr val="E92063"/>
              </a:solidFill>
            </a:endParaRPr>
          </a:p>
        </p:txBody>
      </p:sp>
      <p:sp>
        <p:nvSpPr>
          <p:cNvPr id="11" name="Circle 0">
            <a:extLst>
              <a:ext uri="{FF2B5EF4-FFF2-40B4-BE49-F238E27FC236}">
                <a16:creationId xmlns:a16="http://schemas.microsoft.com/office/drawing/2014/main" id="{1489033C-4AAA-DF8E-0F3C-70F8AA32A2F8}"/>
              </a:ext>
            </a:extLst>
          </p:cNvPr>
          <p:cNvSpPr/>
          <p:nvPr/>
        </p:nvSpPr>
        <p:spPr>
          <a:xfrm>
            <a:off x="2269800" y="403383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Circle 1">
            <a:extLst>
              <a:ext uri="{FF2B5EF4-FFF2-40B4-BE49-F238E27FC236}">
                <a16:creationId xmlns:a16="http://schemas.microsoft.com/office/drawing/2014/main" id="{0EF42C01-10F7-E120-39B7-4CB4EC56007F}"/>
              </a:ext>
            </a:extLst>
          </p:cNvPr>
          <p:cNvSpPr/>
          <p:nvPr/>
        </p:nvSpPr>
        <p:spPr>
          <a:xfrm>
            <a:off x="6557870" y="403383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Circle 2">
            <a:extLst>
              <a:ext uri="{FF2B5EF4-FFF2-40B4-BE49-F238E27FC236}">
                <a16:creationId xmlns:a16="http://schemas.microsoft.com/office/drawing/2014/main" id="{B26FBA1D-EDA7-72A9-BDAB-794E2BF07BC3}"/>
              </a:ext>
            </a:extLst>
          </p:cNvPr>
          <p:cNvSpPr/>
          <p:nvPr/>
        </p:nvSpPr>
        <p:spPr>
          <a:xfrm>
            <a:off x="4416962" y="4039469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pic>
        <p:nvPicPr>
          <p:cNvPr id="14" name="Graphic 28" descr="Git integration">
            <a:extLst>
              <a:ext uri="{FF2B5EF4-FFF2-40B4-BE49-F238E27FC236}">
                <a16:creationId xmlns:a16="http://schemas.microsoft.com/office/drawing/2014/main" id="{D9A4A5BB-A17E-51D1-7B80-7F1D7C19A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1900" y="4325930"/>
            <a:ext cx="558800" cy="558800"/>
          </a:xfrm>
          <a:prstGeom prst="rect">
            <a:avLst/>
          </a:prstGeom>
        </p:spPr>
      </p:pic>
      <p:pic>
        <p:nvPicPr>
          <p:cNvPr id="15" name="Graphic 29" descr="Deployment pipelines">
            <a:extLst>
              <a:ext uri="{FF2B5EF4-FFF2-40B4-BE49-F238E27FC236}">
                <a16:creationId xmlns:a16="http://schemas.microsoft.com/office/drawing/2014/main" id="{10720ACF-BF90-DD80-F832-3CBDA9BA7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9970" y="4325930"/>
            <a:ext cx="558800" cy="558800"/>
          </a:xfrm>
          <a:prstGeom prst="rect">
            <a:avLst/>
          </a:prstGeom>
        </p:spPr>
      </p:pic>
      <p:pic>
        <p:nvPicPr>
          <p:cNvPr id="16" name="Graphic 30" descr="Variable libraries">
            <a:extLst>
              <a:ext uri="{FF2B5EF4-FFF2-40B4-BE49-F238E27FC236}">
                <a16:creationId xmlns:a16="http://schemas.microsoft.com/office/drawing/2014/main" id="{C2EED6B4-2CA6-8A0E-453E-497CDEA54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062" y="4331569"/>
            <a:ext cx="558800" cy="558800"/>
          </a:xfrm>
          <a:prstGeom prst="rect">
            <a:avLst/>
          </a:prstGeom>
        </p:spPr>
      </p:pic>
      <p:sp>
        <p:nvSpPr>
          <p:cNvPr id="17" name="Circle 4">
            <a:extLst>
              <a:ext uri="{FF2B5EF4-FFF2-40B4-BE49-F238E27FC236}">
                <a16:creationId xmlns:a16="http://schemas.microsoft.com/office/drawing/2014/main" id="{A3EA75A3-C787-AF6D-DEAC-BE01EB196152}"/>
              </a:ext>
            </a:extLst>
          </p:cNvPr>
          <p:cNvSpPr/>
          <p:nvPr/>
        </p:nvSpPr>
        <p:spPr>
          <a:xfrm>
            <a:off x="8716320" y="4033830"/>
            <a:ext cx="1143000" cy="1143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pic>
        <p:nvPicPr>
          <p:cNvPr id="18" name="Graphic 34" descr="Deployment plan flowchart icon">
            <a:extLst>
              <a:ext uri="{FF2B5EF4-FFF2-40B4-BE49-F238E27FC236}">
                <a16:creationId xmlns:a16="http://schemas.microsoft.com/office/drawing/2014/main" id="{734F6EDC-E8DF-EACF-56CC-76E344355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5880" y="432593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22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C0A32-8DE5-2621-DE10-86FEEC81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D110-FCA0-358A-330F-BFC6B7E18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222" y="1089000"/>
            <a:ext cx="6843556" cy="4680000"/>
          </a:xfrm>
        </p:spPr>
        <p:txBody>
          <a:bodyPr/>
          <a:lstStyle/>
          <a:p>
            <a:r>
              <a:rPr lang="en-GB" dirty="0"/>
              <a:t>Thank you!</a:t>
            </a:r>
            <a:br>
              <a:rPr lang="en-GB" dirty="0"/>
            </a:br>
            <a:r>
              <a:rPr lang="en-GB" sz="28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7632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11E6-5B90-8E95-ED94-8BBCE8A7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F9F9-7008-B2AC-42B4-0218CF071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222" y="-1158916"/>
            <a:ext cx="6843556" cy="4680000"/>
          </a:xfrm>
        </p:spPr>
        <p:txBody>
          <a:bodyPr/>
          <a:lstStyle/>
          <a:p>
            <a:r>
              <a:rPr lang="en-GB" dirty="0"/>
              <a:t>Thank you!</a:t>
            </a:r>
            <a:br>
              <a:rPr lang="en-GB" dirty="0"/>
            </a:br>
            <a:r>
              <a:rPr lang="en-GB" sz="2800" dirty="0">
                <a:solidFill>
                  <a:schemeClr val="accent1"/>
                </a:solidFill>
              </a:rPr>
              <a:t>questions?</a:t>
            </a:r>
          </a:p>
        </p:txBody>
      </p:sp>
      <p:sp>
        <p:nvSpPr>
          <p:cNvPr id="3" name="Circle 0">
            <a:extLst>
              <a:ext uri="{FF2B5EF4-FFF2-40B4-BE49-F238E27FC236}">
                <a16:creationId xmlns:a16="http://schemas.microsoft.com/office/drawing/2014/main" id="{774BE61A-0EA9-95EB-04F0-D9A57B437869}"/>
              </a:ext>
            </a:extLst>
          </p:cNvPr>
          <p:cNvSpPr/>
          <p:nvPr/>
        </p:nvSpPr>
        <p:spPr>
          <a:xfrm>
            <a:off x="2398395" y="2495534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Label 0">
            <a:extLst>
              <a:ext uri="{FF2B5EF4-FFF2-40B4-BE49-F238E27FC236}">
                <a16:creationId xmlns:a16="http://schemas.microsoft.com/office/drawing/2014/main" id="{697C8FE9-FBC2-7469-A029-FC8F8F88FF77}"/>
              </a:ext>
            </a:extLst>
          </p:cNvPr>
          <p:cNvSpPr txBox="1"/>
          <p:nvPr/>
        </p:nvSpPr>
        <p:spPr>
          <a:xfrm>
            <a:off x="1946275" y="3829034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Git integration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Workspace ↔ branch sync; you commit and update</a:t>
            </a:r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3DAC7533-FB68-E4C6-7E44-133E89617AF3}"/>
              </a:ext>
            </a:extLst>
          </p:cNvPr>
          <p:cNvSpPr/>
          <p:nvPr/>
        </p:nvSpPr>
        <p:spPr>
          <a:xfrm>
            <a:off x="6686465" y="2495534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Label 1">
            <a:extLst>
              <a:ext uri="{FF2B5EF4-FFF2-40B4-BE49-F238E27FC236}">
                <a16:creationId xmlns:a16="http://schemas.microsoft.com/office/drawing/2014/main" id="{F38007B4-42B9-8C88-3BDF-27AE9F63B979}"/>
              </a:ext>
            </a:extLst>
          </p:cNvPr>
          <p:cNvSpPr txBox="1"/>
          <p:nvPr/>
        </p:nvSpPr>
        <p:spPr>
          <a:xfrm>
            <a:off x="6234345" y="3829034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Deployment pipelines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UI stages dev → test → prod with deployment rules</a:t>
            </a:r>
          </a:p>
        </p:txBody>
      </p:sp>
      <p:sp>
        <p:nvSpPr>
          <p:cNvPr id="7" name="Circle 2">
            <a:extLst>
              <a:ext uri="{FF2B5EF4-FFF2-40B4-BE49-F238E27FC236}">
                <a16:creationId xmlns:a16="http://schemas.microsoft.com/office/drawing/2014/main" id="{5D079064-4592-D841-ECF3-C5BE758C3D46}"/>
              </a:ext>
            </a:extLst>
          </p:cNvPr>
          <p:cNvSpPr/>
          <p:nvPr/>
        </p:nvSpPr>
        <p:spPr>
          <a:xfrm>
            <a:off x="4545557" y="2501173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Label 2">
            <a:extLst>
              <a:ext uri="{FF2B5EF4-FFF2-40B4-BE49-F238E27FC236}">
                <a16:creationId xmlns:a16="http://schemas.microsoft.com/office/drawing/2014/main" id="{322F9B8F-D716-323C-6FEB-222E6E1A5D57}"/>
              </a:ext>
            </a:extLst>
          </p:cNvPr>
          <p:cNvSpPr txBox="1"/>
          <p:nvPr/>
        </p:nvSpPr>
        <p:spPr>
          <a:xfrm>
            <a:off x="4093437" y="3834673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Variable libraries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One item holds a value set per environment</a:t>
            </a:r>
          </a:p>
        </p:txBody>
      </p:sp>
      <p:pic>
        <p:nvPicPr>
          <p:cNvPr id="9" name="Graphic 28" descr="Git integration">
            <a:extLst>
              <a:ext uri="{FF2B5EF4-FFF2-40B4-BE49-F238E27FC236}">
                <a16:creationId xmlns:a16="http://schemas.microsoft.com/office/drawing/2014/main" id="{A3560616-7077-40D2-FB96-8822C423F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0495" y="2787634"/>
            <a:ext cx="558800" cy="558800"/>
          </a:xfrm>
          <a:prstGeom prst="rect">
            <a:avLst/>
          </a:prstGeom>
        </p:spPr>
      </p:pic>
      <p:pic>
        <p:nvPicPr>
          <p:cNvPr id="10" name="Graphic 29" descr="Deployment pipelines">
            <a:extLst>
              <a:ext uri="{FF2B5EF4-FFF2-40B4-BE49-F238E27FC236}">
                <a16:creationId xmlns:a16="http://schemas.microsoft.com/office/drawing/2014/main" id="{17A78744-42C0-D088-8556-F0D5ABB29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8565" y="2787634"/>
            <a:ext cx="558800" cy="558800"/>
          </a:xfrm>
          <a:prstGeom prst="rect">
            <a:avLst/>
          </a:prstGeom>
        </p:spPr>
      </p:pic>
      <p:pic>
        <p:nvPicPr>
          <p:cNvPr id="11" name="Graphic 30" descr="Variable libraries">
            <a:extLst>
              <a:ext uri="{FF2B5EF4-FFF2-40B4-BE49-F238E27FC236}">
                <a16:creationId xmlns:a16="http://schemas.microsoft.com/office/drawing/2014/main" id="{7EDC8221-2797-FB37-F006-0215FCE48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657" y="2793273"/>
            <a:ext cx="558800" cy="558800"/>
          </a:xfrm>
          <a:prstGeom prst="rect">
            <a:avLst/>
          </a:prstGeom>
        </p:spPr>
      </p:pic>
      <p:sp>
        <p:nvSpPr>
          <p:cNvPr id="12" name="Circle 4">
            <a:extLst>
              <a:ext uri="{FF2B5EF4-FFF2-40B4-BE49-F238E27FC236}">
                <a16:creationId xmlns:a16="http://schemas.microsoft.com/office/drawing/2014/main" id="{EC911D3B-3728-7FA9-DF8B-5F4DA3EA5AD3}"/>
              </a:ext>
            </a:extLst>
          </p:cNvPr>
          <p:cNvSpPr/>
          <p:nvPr/>
        </p:nvSpPr>
        <p:spPr>
          <a:xfrm>
            <a:off x="8844915" y="2495534"/>
            <a:ext cx="1143000" cy="1143000"/>
          </a:xfrm>
          <a:prstGeom prst="ellipse">
            <a:avLst/>
          </a:prstGeom>
          <a:noFill/>
          <a:ln w="12700">
            <a:solidFill>
              <a:srgbClr val="E91E6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Label 4">
            <a:extLst>
              <a:ext uri="{FF2B5EF4-FFF2-40B4-BE49-F238E27FC236}">
                <a16:creationId xmlns:a16="http://schemas.microsoft.com/office/drawing/2014/main" id="{9DB6F297-EC3D-5484-79DC-7C75C7D74761}"/>
              </a:ext>
            </a:extLst>
          </p:cNvPr>
          <p:cNvSpPr txBox="1"/>
          <p:nvPr/>
        </p:nvSpPr>
        <p:spPr>
          <a:xfrm>
            <a:off x="8392795" y="3829034"/>
            <a:ext cx="2047240" cy="1524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Deployment plans</a:t>
            </a:r>
          </a:p>
          <a:p>
            <a:pPr algn="ctr">
              <a:spcBef>
                <a:spcPts val="400"/>
              </a:spcBef>
            </a:pPr>
            <a:r>
              <a:rPr lang="en-GB" sz="1400" dirty="0">
                <a:solidFill>
                  <a:srgbClr val="4C566A"/>
                </a:solidFill>
              </a:rPr>
              <a:t>Item order and pre/post actions per deploy</a:t>
            </a:r>
          </a:p>
        </p:txBody>
      </p:sp>
      <p:pic>
        <p:nvPicPr>
          <p:cNvPr id="14" name="Graphic 34" descr="Deployment plan flowchart icon">
            <a:extLst>
              <a:ext uri="{FF2B5EF4-FFF2-40B4-BE49-F238E27FC236}">
                <a16:creationId xmlns:a16="http://schemas.microsoft.com/office/drawing/2014/main" id="{3D033C0F-159B-506E-ADCF-8E3B5FBC6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4475" y="2787634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54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E941-0BBD-6E2C-F5D7-786493C49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Binding Problem</a:t>
            </a:r>
            <a:endParaRPr lang="en-GB" sz="2800" dirty="0">
              <a:solidFill>
                <a:srgbClr val="E92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287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A86D2-97A1-7A62-D736-99FB49A0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05C7-4056-BD76-5B29-B8C768309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9060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Items References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861F3FA-3C83-FC4C-4E78-837938E55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93" y="1514475"/>
            <a:ext cx="3331157" cy="4843462"/>
          </a:xfrm>
          <a:prstGeom prst="rect">
            <a:avLst/>
          </a:prstGeom>
        </p:spPr>
      </p:pic>
      <p:sp>
        <p:nvSpPr>
          <p:cNvPr id="56" name="Trapezium 55">
            <a:extLst>
              <a:ext uri="{FF2B5EF4-FFF2-40B4-BE49-F238E27FC236}">
                <a16:creationId xmlns:a16="http://schemas.microsoft.com/office/drawing/2014/main" id="{D8BA634C-DA70-1AAE-FAC0-49F992B7ACC3}"/>
              </a:ext>
            </a:extLst>
          </p:cNvPr>
          <p:cNvSpPr/>
          <p:nvPr/>
        </p:nvSpPr>
        <p:spPr>
          <a:xfrm rot="16200000">
            <a:off x="2808112" y="1710257"/>
            <a:ext cx="1579427" cy="2249853"/>
          </a:xfrm>
          <a:custGeom>
            <a:avLst/>
            <a:gdLst>
              <a:gd name="csX0" fmla="*/ 0 w 1579427"/>
              <a:gd name="csY0" fmla="*/ 2245086 h 2249853"/>
              <a:gd name="csX1" fmla="*/ 868726 w 1579427"/>
              <a:gd name="csY1" fmla="*/ 0 h 2249853"/>
              <a:gd name="csX2" fmla="*/ 877389 w 1579427"/>
              <a:gd name="csY2" fmla="*/ 2 h 2249853"/>
              <a:gd name="csX3" fmla="*/ 1579427 w 1579427"/>
              <a:gd name="csY3" fmla="*/ 2249853 h 2249853"/>
              <a:gd name="csX4" fmla="*/ 0 w 1579427"/>
              <a:gd name="csY4" fmla="*/ 2245086 h 2249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79427" h="2249853">
                <a:moveTo>
                  <a:pt x="0" y="2245086"/>
                </a:moveTo>
                <a:lnTo>
                  <a:pt x="868726" y="0"/>
                </a:lnTo>
                <a:lnTo>
                  <a:pt x="877389" y="2"/>
                </a:lnTo>
                <a:lnTo>
                  <a:pt x="1579427" y="2249853"/>
                </a:lnTo>
                <a:lnTo>
                  <a:pt x="0" y="2245086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AECB29D-A669-E1F9-53C3-BC97F01A8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34" y="2034144"/>
            <a:ext cx="6324925" cy="1600282"/>
          </a:xfrm>
          <a:prstGeom prst="rect">
            <a:avLst/>
          </a:prstGeom>
        </p:spPr>
      </p:pic>
      <p:sp>
        <p:nvSpPr>
          <p:cNvPr id="58" name="Trapezium 55">
            <a:extLst>
              <a:ext uri="{FF2B5EF4-FFF2-40B4-BE49-F238E27FC236}">
                <a16:creationId xmlns:a16="http://schemas.microsoft.com/office/drawing/2014/main" id="{E10084E4-5B3B-39D0-E777-23D073FB393B}"/>
              </a:ext>
            </a:extLst>
          </p:cNvPr>
          <p:cNvSpPr/>
          <p:nvPr/>
        </p:nvSpPr>
        <p:spPr>
          <a:xfrm rot="16200000">
            <a:off x="2841444" y="2981846"/>
            <a:ext cx="1488943" cy="2245088"/>
          </a:xfrm>
          <a:custGeom>
            <a:avLst/>
            <a:gdLst>
              <a:gd name="csX0" fmla="*/ 0 w 1488943"/>
              <a:gd name="csY0" fmla="*/ 2240326 h 2245088"/>
              <a:gd name="csX1" fmla="*/ 854441 w 1488943"/>
              <a:gd name="csY1" fmla="*/ 0 h 2245088"/>
              <a:gd name="csX2" fmla="*/ 863104 w 1488943"/>
              <a:gd name="csY2" fmla="*/ 2 h 2245088"/>
              <a:gd name="csX3" fmla="*/ 1488943 w 1488943"/>
              <a:gd name="csY3" fmla="*/ 2245088 h 2245088"/>
              <a:gd name="csX4" fmla="*/ 0 w 1488943"/>
              <a:gd name="csY4" fmla="*/ 2240326 h 2245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88943" h="2245088">
                <a:moveTo>
                  <a:pt x="0" y="2240326"/>
                </a:moveTo>
                <a:lnTo>
                  <a:pt x="854441" y="0"/>
                </a:lnTo>
                <a:lnTo>
                  <a:pt x="863104" y="2"/>
                </a:lnTo>
                <a:lnTo>
                  <a:pt x="1488943" y="2245088"/>
                </a:lnTo>
                <a:lnTo>
                  <a:pt x="0" y="2240326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4970B42-028C-42AC-BA90-B161051B6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34" y="3349746"/>
            <a:ext cx="6521785" cy="1492327"/>
          </a:xfrm>
          <a:prstGeom prst="rect">
            <a:avLst/>
          </a:prstGeom>
        </p:spPr>
      </p:pic>
      <p:sp>
        <p:nvSpPr>
          <p:cNvPr id="59" name="Trapezium 55">
            <a:extLst>
              <a:ext uri="{FF2B5EF4-FFF2-40B4-BE49-F238E27FC236}">
                <a16:creationId xmlns:a16="http://schemas.microsoft.com/office/drawing/2014/main" id="{CFC661DC-3196-7441-9D9F-0523362F01C1}"/>
              </a:ext>
            </a:extLst>
          </p:cNvPr>
          <p:cNvSpPr/>
          <p:nvPr/>
        </p:nvSpPr>
        <p:spPr>
          <a:xfrm rot="16200000">
            <a:off x="2498755" y="1990825"/>
            <a:ext cx="2779151" cy="2383203"/>
          </a:xfrm>
          <a:custGeom>
            <a:avLst/>
            <a:gdLst>
              <a:gd name="csX0" fmla="*/ 1267281 w 3501527"/>
              <a:gd name="csY0" fmla="*/ 2578460 h 2578460"/>
              <a:gd name="csX1" fmla="*/ 0 w 3501527"/>
              <a:gd name="csY1" fmla="*/ 0 h 2578460"/>
              <a:gd name="csX2" fmla="*/ 8663 w 3501527"/>
              <a:gd name="csY2" fmla="*/ 2 h 2578460"/>
              <a:gd name="csX3" fmla="*/ 3501527 w 3501527"/>
              <a:gd name="csY3" fmla="*/ 2573700 h 2578460"/>
              <a:gd name="csX4" fmla="*/ 1267281 w 3501527"/>
              <a:gd name="csY4" fmla="*/ 2578460 h 2578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01527" h="2578460">
                <a:moveTo>
                  <a:pt x="1267281" y="2578460"/>
                </a:moveTo>
                <a:lnTo>
                  <a:pt x="0" y="0"/>
                </a:lnTo>
                <a:lnTo>
                  <a:pt x="8663" y="2"/>
                </a:lnTo>
                <a:lnTo>
                  <a:pt x="3501527" y="2573700"/>
                </a:lnTo>
                <a:lnTo>
                  <a:pt x="1267281" y="257846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rapezium 55">
            <a:extLst>
              <a:ext uri="{FF2B5EF4-FFF2-40B4-BE49-F238E27FC236}">
                <a16:creationId xmlns:a16="http://schemas.microsoft.com/office/drawing/2014/main" id="{2DF6A4E4-E303-9962-42E6-B5C7066D2F8B}"/>
              </a:ext>
            </a:extLst>
          </p:cNvPr>
          <p:cNvSpPr/>
          <p:nvPr/>
        </p:nvSpPr>
        <p:spPr>
          <a:xfrm rot="16200000">
            <a:off x="2623740" y="3825538"/>
            <a:ext cx="2308961" cy="2555814"/>
          </a:xfrm>
          <a:custGeom>
            <a:avLst/>
            <a:gdLst>
              <a:gd name="csX0" fmla="*/ 0 w 2984708"/>
              <a:gd name="csY0" fmla="*/ 2387654 h 2387654"/>
              <a:gd name="csX1" fmla="*/ 1197678 w 2984708"/>
              <a:gd name="csY1" fmla="*/ 0 h 2387654"/>
              <a:gd name="csX2" fmla="*/ 1206341 w 2984708"/>
              <a:gd name="csY2" fmla="*/ 2 h 2387654"/>
              <a:gd name="csX3" fmla="*/ 2984708 w 2984708"/>
              <a:gd name="csY3" fmla="*/ 2383204 h 2387654"/>
              <a:gd name="csX4" fmla="*/ 0 w 2984708"/>
              <a:gd name="csY4" fmla="*/ 2387654 h 23876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84708" h="2387654">
                <a:moveTo>
                  <a:pt x="0" y="2387654"/>
                </a:moveTo>
                <a:lnTo>
                  <a:pt x="1197678" y="0"/>
                </a:lnTo>
                <a:lnTo>
                  <a:pt x="1206341" y="2"/>
                </a:lnTo>
                <a:lnTo>
                  <a:pt x="2984708" y="2383204"/>
                </a:lnTo>
                <a:lnTo>
                  <a:pt x="0" y="2387654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2B3278A-E668-3B1F-A4C1-4F1A45376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263" y="1780731"/>
            <a:ext cx="5835950" cy="180984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7BD334D-62BD-0D99-6EF4-45779E3E8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924" y="3936206"/>
            <a:ext cx="5683542" cy="23305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F154A-FA50-1495-CD9F-2C3732C4C90E}"/>
              </a:ext>
            </a:extLst>
          </p:cNvPr>
          <p:cNvSpPr txBox="1"/>
          <p:nvPr/>
        </p:nvSpPr>
        <p:spPr>
          <a:xfrm>
            <a:off x="4622006" y="1520482"/>
            <a:ext cx="2947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Name/URL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CD986-1CC2-3DF5-AB04-AAD1FB374B94}"/>
              </a:ext>
            </a:extLst>
          </p:cNvPr>
          <p:cNvSpPr txBox="1"/>
          <p:nvPr/>
        </p:nvSpPr>
        <p:spPr>
          <a:xfrm>
            <a:off x="4622005" y="2837019"/>
            <a:ext cx="2947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accent1"/>
                </a:solidFill>
              </a:rPr>
              <a:t>objectId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CF0BF-1B11-AE28-3AB7-29F4F10633C2}"/>
              </a:ext>
            </a:extLst>
          </p:cNvPr>
          <p:cNvSpPr txBox="1"/>
          <p:nvPr/>
        </p:nvSpPr>
        <p:spPr>
          <a:xfrm>
            <a:off x="4987045" y="1235802"/>
            <a:ext cx="2947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accent1"/>
                </a:solidFill>
              </a:rPr>
              <a:t>logicalId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43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  <p:bldP spid="58" grpId="0" animBg="1"/>
      <p:bldP spid="58" grpId="1" animBg="1"/>
      <p:bldP spid="59" grpId="0" animBg="1"/>
      <p:bldP spid="60" grpId="0" animBg="1"/>
      <p:bldP spid="4" grpId="0"/>
      <p:bldP spid="4" grpId="1"/>
      <p:bldP spid="8" grpId="0"/>
      <p:bldP spid="8" grpId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D11B-4B7F-7169-1A51-84CF32AC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2857-4A95-8129-F7FF-F1AD20A5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When </a:t>
            </a:r>
            <a:r>
              <a:rPr lang="en-GB" dirty="0" err="1">
                <a:solidFill>
                  <a:srgbClr val="464646"/>
                </a:solidFill>
              </a:rPr>
              <a:t>Autobinding</a:t>
            </a:r>
            <a:r>
              <a:rPr lang="en-GB" dirty="0">
                <a:solidFill>
                  <a:srgbClr val="464646"/>
                </a:solidFill>
              </a:rPr>
              <a:t> Fails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EF7C76-DEFA-A979-A299-4F4B68C6E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93" y="1514475"/>
            <a:ext cx="3331157" cy="4843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04C853-BBCE-8D2C-EC05-6EBA83BDF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8" y="1614487"/>
            <a:ext cx="364596" cy="30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B387A9-E591-DFE6-B0DB-E016FCF90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982" y="1514475"/>
            <a:ext cx="3331158" cy="48434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0B32F4-4DD7-C02A-06ED-825FADBDE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157" y="1850234"/>
            <a:ext cx="937211" cy="43600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8C4759-00CF-74EF-71D2-486A4B36A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001" y="2469357"/>
            <a:ext cx="147524" cy="30980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A7EB8C-5A09-2A63-DF45-4B4D183606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627" y="3331940"/>
            <a:ext cx="3105151" cy="13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8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D2B9-E06A-FD8F-04BF-0BF7A6D1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The binding matrix</a:t>
            </a:r>
          </a:p>
        </p:txBody>
      </p:sp>
      <p:graphicFrame>
        <p:nvGraphicFramePr>
          <p:cNvPr id="5" name="Matrix">
            <a:extLst>
              <a:ext uri="{FF2B5EF4-FFF2-40B4-BE49-F238E27FC236}">
                <a16:creationId xmlns:a16="http://schemas.microsoft.com/office/drawing/2014/main" id="{43C8C36F-7B07-4877-96AE-4ED0BC8CC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5302"/>
              </p:ext>
            </p:extLst>
          </p:nvPr>
        </p:nvGraphicFramePr>
        <p:xfrm>
          <a:off x="723900" y="1625600"/>
          <a:ext cx="10744200" cy="4004056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874465762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420581605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06339774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76849635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Source item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Depends on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Auto-bind in Git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Why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547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Notebook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Lakehouse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</a:rPr>
                        <a:t>Yes*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4C566A"/>
                          </a:solidFill>
                        </a:rPr>
                        <a:t>*Only with Lakehouse Auto-Binding in Git on, per notebook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6833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Notebook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b="0">
                        <a:solidFill>
                          <a:srgbClr val="4C566A"/>
                        </a:solidFill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7263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Pipeline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Notebook, Pipeline, Lakehouse, Dataflow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b="0">
                        <a:solidFill>
                          <a:srgbClr val="4C566A"/>
                        </a:solidFill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57173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Pipeline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Spark Job Definition, Semantic model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E91E63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Activity stores the object ID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43858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Pipeline / Copy job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Warehouse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E91E63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artifactId rebinds, SQL endpoint does not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717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Report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Semantic model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C9A227"/>
                          </a:solidFill>
                        </a:rPr>
                        <a:t>Partial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Relative byPath; paginated reports: 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994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Semantic model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SQL endpoint, Warehouse, KQL, SQL DB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E91E63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Connection string holds workspace URL and GUID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3566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Dataflow Gen2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Lakehouse / Warehouse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C9A227"/>
                          </a:solidFill>
                        </a:rPr>
                        <a:t>Source: Partial · Dest: 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Source only when authored as relative reference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9349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Spark Job Definition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Lakehouse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E91E63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4C566A"/>
                          </a:solidFill>
                        </a:rPr>
                        <a:t>defaultLakehouseArtifactId is an object ID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10722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Shortcut, Eventstream, GraphQL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Lakehouse, Eventhouse, Warehouse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b="0">
                        <a:solidFill>
                          <a:srgbClr val="4C566A"/>
                        </a:solidFill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827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</a:rPr>
                        <a:t>Variable library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2E3440"/>
                          </a:solidFill>
                        </a:rPr>
                        <a:t>ItemReference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E91E63"/>
                          </a:solidFill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 err="1">
                          <a:solidFill>
                            <a:srgbClr val="4C566A"/>
                          </a:solidFill>
                        </a:rPr>
                        <a:t>workspaceId</a:t>
                      </a:r>
                      <a:r>
                        <a:rPr lang="en-GB" sz="1100" b="0" dirty="0">
                          <a:solidFill>
                            <a:srgbClr val="4C566A"/>
                          </a:solidFill>
                        </a:rPr>
                        <a:t> + </a:t>
                      </a:r>
                      <a:r>
                        <a:rPr lang="en-GB" sz="1100" b="0" dirty="0" err="1">
                          <a:solidFill>
                            <a:srgbClr val="4C566A"/>
                          </a:solidFill>
                        </a:rPr>
                        <a:t>itemId</a:t>
                      </a:r>
                      <a:r>
                        <a:rPr lang="en-GB" sz="1100" b="0" dirty="0">
                          <a:solidFill>
                            <a:srgbClr val="4C566A"/>
                          </a:solidFill>
                        </a:rPr>
                        <a:t> stored as raw GUIDs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E0E0E0"/>
                      </a:solidFill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20819"/>
                  </a:ext>
                </a:extLst>
              </a:tr>
            </a:tbl>
          </a:graphicData>
        </a:graphic>
      </p:graphicFrame>
      <p:sp>
        <p:nvSpPr>
          <p:cNvPr id="30" name="Caption"/>
          <p:cNvSpPr txBox="1"/>
          <p:nvPr/>
        </p:nvSpPr>
        <p:spPr>
          <a:xfrm>
            <a:off x="723900" y="6334124"/>
            <a:ext cx="10744200" cy="21907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GB" sz="1000" dirty="0">
                <a:solidFill>
                  <a:srgbClr val="4C566A"/>
                </a:solidFill>
              </a:rPr>
              <a:t>Source (golden): MS Learn, Understand dependency binding in cross-workspace deployment, learn.microsoft.com/fabric/cicd/cross-workspace-dependency-binding. Abridged; check your pair there.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6B269B93-3E67-D9F4-9778-B279F675E99E}"/>
              </a:ext>
            </a:extLst>
          </p:cNvPr>
          <p:cNvSpPr/>
          <p:nvPr/>
        </p:nvSpPr>
        <p:spPr>
          <a:xfrm>
            <a:off x="723900" y="5738812"/>
            <a:ext cx="10663238" cy="534987"/>
          </a:xfrm>
          <a:prstGeom prst="roundRect">
            <a:avLst>
              <a:gd name="adj" fmla="val 6000"/>
            </a:avLst>
          </a:prstGeom>
          <a:solidFill>
            <a:srgbClr val="FDF0F4"/>
          </a:solidFill>
          <a:ln w="19050">
            <a:solidFill>
              <a:srgbClr val="E91E63"/>
            </a:solidFill>
          </a:ln>
        </p:spPr>
        <p:txBody>
          <a:bodyPr wrap="square" lIns="182880" tIns="160020" rIns="182880" bIns="160020" anchor="t">
            <a:normAutofit/>
          </a:bodyPr>
          <a:lstStyle/>
          <a:p>
            <a:r>
              <a:rPr lang="en-GB" sz="1200" b="1" dirty="0">
                <a:solidFill>
                  <a:srgbClr val="191919"/>
                </a:solidFill>
              </a:rPr>
              <a:t>Auto Binding only work within the same workspace</a:t>
            </a:r>
            <a:endParaRPr lang="en-GB" sz="1200" dirty="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1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449D-B3CE-11E7-8C8B-BF3D1722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Variable libraries</a:t>
            </a:r>
          </a:p>
        </p:txBody>
      </p:sp>
      <p:sp>
        <p:nvSpPr>
          <p:cNvPr id="30" name="Problems"/>
          <p:cNvSpPr/>
          <p:nvPr/>
        </p:nvSpPr>
        <p:spPr>
          <a:xfrm>
            <a:off x="723900" y="5153025"/>
            <a:ext cx="9906000" cy="1257308"/>
          </a:xfrm>
          <a:prstGeom prst="roundRect">
            <a:avLst>
              <a:gd name="adj" fmla="val 4000"/>
            </a:avLst>
          </a:prstGeom>
          <a:solidFill>
            <a:srgbClr val="FDF0F4"/>
          </a:solidFill>
          <a:ln w="12700">
            <a:solidFill>
              <a:srgbClr val="E91E63"/>
            </a:solidFill>
          </a:ln>
        </p:spPr>
        <p:txBody>
          <a:bodyPr wrap="square" lIns="177800" tIns="127000" rIns="177800" bIns="127000" rtlCol="0" anchor="t"/>
          <a:lstStyle/>
          <a:p>
            <a:pPr algn="l"/>
            <a:r>
              <a:rPr lang="en-GB" sz="1400" b="1" dirty="0">
                <a:solidFill>
                  <a:srgbClr val="C2185B"/>
                </a:solidFill>
              </a:rPr>
              <a:t>Problems</a:t>
            </a:r>
          </a:p>
        </p:txBody>
      </p:sp>
      <p:sp>
        <p:nvSpPr>
          <p:cNvPr id="31" name="Bullets"/>
          <p:cNvSpPr txBox="1"/>
          <p:nvPr/>
        </p:nvSpPr>
        <p:spPr>
          <a:xfrm>
            <a:off x="901700" y="5557845"/>
            <a:ext cx="9550400" cy="78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Chicken-and-egg:</a:t>
            </a:r>
            <a:r>
              <a:rPr lang="en-GB" sz="1400" dirty="0">
                <a:solidFill>
                  <a:srgbClr val="2E3440"/>
                </a:solidFill>
              </a:rPr>
              <a:t> the target item must exist before its GUID can be recorded, so a fresh environment cannot be pre-authored.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Active set is workspace state:</a:t>
            </a:r>
            <a:r>
              <a:rPr lang="en-GB" sz="1400" dirty="0">
                <a:solidFill>
                  <a:srgbClr val="2E3440"/>
                </a:solidFill>
              </a:rPr>
              <a:t> a new workspace starts on the Default value set.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The library must live in the consuming item's workspace.</a:t>
            </a:r>
          </a:p>
        </p:txBody>
      </p:sp>
      <p:graphicFrame>
        <p:nvGraphicFramePr>
          <p:cNvPr id="4" name="SupportTable">
            <a:extLst>
              <a:ext uri="{FF2B5EF4-FFF2-40B4-BE49-F238E27FC236}">
                <a16:creationId xmlns:a16="http://schemas.microsoft.com/office/drawing/2014/main" id="{C0F8197A-2868-4789-B02F-8E739D454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270689"/>
              </p:ext>
            </p:extLst>
          </p:nvPr>
        </p:nvGraphicFramePr>
        <p:xfrm>
          <a:off x="723900" y="1574800"/>
          <a:ext cx="9906000" cy="33528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2115526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90768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60890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0482636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Consumer item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Basic types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ItemReference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ConnectionReference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0957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Data pipeline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  <a:endParaRPr lang="en-GB" sz="1100" b="1" dirty="0">
                        <a:solidFill>
                          <a:srgbClr val="C9A227"/>
                        </a:solidFill>
                        <a:cs typeface="Segoe UI"/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  <a:endParaRPr lang="en-GB" sz="1100" b="1" dirty="0">
                        <a:solidFill>
                          <a:srgbClr val="C9A227"/>
                        </a:solidFill>
                        <a:cs typeface="Segoe UI"/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9861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Notebook (NotebookUtils)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1277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Notebook (%%configure)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7924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Lakehouse shortcut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2723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User data functions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5076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Dataflow Gen2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0556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Copy job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0262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Deployment plan (preview)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227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Eventstream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28806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Plan (Fabric IQ)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33067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Semantic model, report, Environment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820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54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449D-B3CE-11E7-8C8B-BF3D1722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Deployment Pipelines</a:t>
            </a:r>
          </a:p>
        </p:txBody>
      </p:sp>
      <p:sp>
        <p:nvSpPr>
          <p:cNvPr id="30" name="Problems"/>
          <p:cNvSpPr/>
          <p:nvPr/>
        </p:nvSpPr>
        <p:spPr>
          <a:xfrm>
            <a:off x="723900" y="4267200"/>
            <a:ext cx="9906000" cy="1905000"/>
          </a:xfrm>
          <a:prstGeom prst="roundRect">
            <a:avLst>
              <a:gd name="adj" fmla="val 4000"/>
            </a:avLst>
          </a:prstGeom>
          <a:solidFill>
            <a:srgbClr val="FDF0F4"/>
          </a:solidFill>
          <a:ln w="12700">
            <a:solidFill>
              <a:srgbClr val="E91E63"/>
            </a:solidFill>
          </a:ln>
        </p:spPr>
        <p:txBody>
          <a:bodyPr wrap="square" lIns="177800" tIns="127000" rIns="177800" bIns="127000" rtlCol="0" anchor="t"/>
          <a:lstStyle/>
          <a:p>
            <a:pPr algn="l"/>
            <a:r>
              <a:rPr lang="en-GB" sz="1400" b="1" dirty="0">
                <a:solidFill>
                  <a:srgbClr val="C2185B"/>
                </a:solidFill>
              </a:rPr>
              <a:t>Problems</a:t>
            </a:r>
          </a:p>
        </p:txBody>
      </p:sp>
      <p:sp>
        <p:nvSpPr>
          <p:cNvPr id="31" name="Bullets"/>
          <p:cNvSpPr txBox="1"/>
          <p:nvPr/>
        </p:nvSpPr>
        <p:spPr>
          <a:xfrm>
            <a:off x="901700" y="4648200"/>
            <a:ext cx="95504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Three rule types, five item types</a:t>
            </a:r>
            <a:endParaRPr lang="en-GB" sz="1400" dirty="0">
              <a:solidFill>
                <a:srgbClr val="2E3440"/>
              </a:solidFill>
            </a:endParaRP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Set per item, per stage, in the UI. </a:t>
            </a:r>
            <a:r>
              <a:rPr lang="en-GB" sz="1400" dirty="0">
                <a:solidFill>
                  <a:srgbClr val="2E3440"/>
                </a:solidFill>
              </a:rPr>
              <a:t>A rule exists only once the item is in the target stage, so the first deploy carries dev's configuration.</a:t>
            </a: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No source control</a:t>
            </a:r>
            <a:endParaRPr lang="en-GB" sz="1400" dirty="0">
              <a:solidFill>
                <a:srgbClr val="2E3440"/>
              </a:solidFill>
            </a:endParaRPr>
          </a:p>
          <a:p>
            <a:pPr marL="228600" indent="-228600">
              <a:spcBef>
                <a:spcPts val="500"/>
              </a:spcBef>
              <a:buFont typeface="Arial"/>
              <a:buChar char="•"/>
            </a:pPr>
            <a:r>
              <a:rPr lang="en-GB" sz="1400" b="1" dirty="0">
                <a:solidFill>
                  <a:srgbClr val="2E3440"/>
                </a:solidFill>
              </a:rPr>
              <a:t>No approvals</a:t>
            </a:r>
            <a:endParaRPr lang="en-GB" sz="1400" dirty="0">
              <a:solidFill>
                <a:srgbClr val="2E3440"/>
              </a:solidFill>
            </a:endParaRP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endParaRPr lang="en-GB" sz="1400" dirty="0">
              <a:solidFill>
                <a:srgbClr val="2E3440"/>
              </a:solidFill>
            </a:endParaRPr>
          </a:p>
        </p:txBody>
      </p:sp>
      <p:graphicFrame>
        <p:nvGraphicFramePr>
          <p:cNvPr id="4" name="SupportTable">
            <a:extLst>
              <a:ext uri="{FF2B5EF4-FFF2-40B4-BE49-F238E27FC236}">
                <a16:creationId xmlns:a16="http://schemas.microsoft.com/office/drawing/2014/main" id="{C0F8197A-2868-4789-B02F-8E739D454A6A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1574800"/>
          <a:ext cx="9906000" cy="2429256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2115526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390768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60890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048263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Item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Data source rule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Parameter rule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Default lakehouse rule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2E344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00957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Semantic model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  <a:endParaRPr lang="en-GB" sz="1100" b="1" dirty="0">
                        <a:solidFill>
                          <a:srgbClr val="C9A227"/>
                        </a:solidFill>
                        <a:cs typeface="Segoe UI"/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  <a:endParaRPr lang="en-GB" sz="1100" b="1" dirty="0">
                        <a:solidFill>
                          <a:srgbClr val="C9A227"/>
                        </a:solidFill>
                        <a:cs typeface="Segoe UI"/>
                      </a:endParaRP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2E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9861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Dataflow Gen1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1277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Paginated report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79245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Mirrored database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2723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Notebook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009688"/>
                          </a:solidFill>
                          <a:cs typeface="Segoe UI"/>
                        </a:rPr>
                        <a:t>Yes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5076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GB" sz="1100" b="1">
                          <a:solidFill>
                            <a:srgbClr val="2E3440"/>
                          </a:solidFill>
                          <a:cs typeface="Segoe UI"/>
                        </a:rPr>
                        <a:t>Everything else (pipelines, Dataflow Gen2, lakehouses, warehouses, reports, KQL, Eventstream)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rgbClr val="E91E63"/>
                          </a:solidFill>
                          <a:cs typeface="Segoe UI"/>
                        </a:rPr>
                        <a:t>No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055614"/>
                  </a:ext>
                </a:extLst>
              </a:tr>
            </a:tbl>
          </a:graphicData>
        </a:graphic>
      </p:graphicFrame>
      <p:sp>
        <p:nvSpPr>
          <p:cNvPr id="40" name="Footnote"/>
          <p:cNvSpPr txBox="1"/>
          <p:nvPr/>
        </p:nvSpPr>
        <p:spPr>
          <a:xfrm>
            <a:off x="723900" y="6273800"/>
            <a:ext cx="9906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GB" sz="1000" dirty="0">
                <a:solidFill>
                  <a:srgbClr val="4C566A"/>
                </a:solidFill>
              </a:rPr>
              <a:t>Source: Microsoft Learn, Create deployment rules, 2026.</a:t>
            </a:r>
          </a:p>
        </p:txBody>
      </p:sp>
    </p:spTree>
    <p:extLst>
      <p:ext uri="{BB962C8B-B14F-4D97-AF65-F5344CB8AC3E}">
        <p14:creationId xmlns:p14="http://schemas.microsoft.com/office/powerpoint/2010/main" val="11398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D13E-87EE-D1B6-B06D-534BBB74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9060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Deployment plans</a:t>
            </a:r>
          </a:p>
        </p:txBody>
      </p:sp>
      <p:sp>
        <p:nvSpPr>
          <p:cNvPr id="12" name="Problems"/>
          <p:cNvSpPr/>
          <p:nvPr/>
        </p:nvSpPr>
        <p:spPr>
          <a:xfrm>
            <a:off x="871537" y="5033963"/>
            <a:ext cx="9906000" cy="1185863"/>
          </a:xfrm>
          <a:prstGeom prst="roundRect">
            <a:avLst>
              <a:gd name="adj" fmla="val 4000"/>
            </a:avLst>
          </a:prstGeom>
          <a:solidFill>
            <a:srgbClr val="FDF0F4"/>
          </a:solidFill>
          <a:ln w="12700">
            <a:solidFill>
              <a:srgbClr val="E91E63"/>
            </a:solidFill>
          </a:ln>
        </p:spPr>
        <p:txBody>
          <a:bodyPr wrap="square" lIns="177800" tIns="127000" rIns="177800" bIns="127000" rtlCol="0" anchor="t"/>
          <a:lstStyle/>
          <a:p>
            <a:pPr algn="l"/>
            <a:r>
              <a:rPr lang="en-GB" sz="1400" b="1" dirty="0">
                <a:solidFill>
                  <a:srgbClr val="C2185B"/>
                </a:solidFill>
              </a:rPr>
              <a:t>Problems</a:t>
            </a:r>
          </a:p>
        </p:txBody>
      </p:sp>
      <p:sp>
        <p:nvSpPr>
          <p:cNvPr id="13" name="BulletsL"/>
          <p:cNvSpPr txBox="1"/>
          <p:nvPr/>
        </p:nvSpPr>
        <p:spPr>
          <a:xfrm>
            <a:off x="1049337" y="5465764"/>
            <a:ext cx="9494838" cy="706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GB" sz="1600" b="1" dirty="0">
                <a:solidFill>
                  <a:srgbClr val="2E3440"/>
                </a:solidFill>
              </a:rPr>
              <a:t>fabric-</a:t>
            </a:r>
            <a:r>
              <a:rPr lang="en-GB" sz="1600" b="1" dirty="0" err="1">
                <a:solidFill>
                  <a:srgbClr val="2E3440"/>
                </a:solidFill>
              </a:rPr>
              <a:t>cicd</a:t>
            </a:r>
            <a:r>
              <a:rPr lang="en-GB" sz="1600" b="1" dirty="0">
                <a:solidFill>
                  <a:srgbClr val="2E3440"/>
                </a:solidFill>
              </a:rPr>
              <a:t> doesn't support them</a:t>
            </a:r>
            <a:endParaRPr lang="en-GB" sz="1600" dirty="0">
              <a:solidFill>
                <a:srgbClr val="2E3440"/>
              </a:solidFill>
            </a:endParaRPr>
          </a:p>
          <a:p>
            <a:pPr marL="228600" indent="-228600" algn="l">
              <a:spcBef>
                <a:spcPts val="500"/>
              </a:spcBef>
              <a:buFont typeface="Arial"/>
              <a:buChar char="•"/>
            </a:pPr>
            <a:r>
              <a:rPr lang="en-GB" sz="1600" b="1" dirty="0">
                <a:solidFill>
                  <a:srgbClr val="2E3440"/>
                </a:solidFill>
              </a:rPr>
              <a:t>Stops at the first failed item or action</a:t>
            </a:r>
            <a:endParaRPr lang="en-GB" sz="1600" dirty="0">
              <a:solidFill>
                <a:srgbClr val="2E3440"/>
              </a:solidFill>
            </a:endParaRPr>
          </a:p>
        </p:txBody>
      </p:sp>
      <p:pic>
        <p:nvPicPr>
          <p:cNvPr id="3" name="Picture 2" descr="Cartoon Gold Star - Openclipart">
            <a:extLst>
              <a:ext uri="{FF2B5EF4-FFF2-40B4-BE49-F238E27FC236}">
                <a16:creationId xmlns:a16="http://schemas.microsoft.com/office/drawing/2014/main" id="{A7E59EC3-1189-C530-21F5-8A9CFBFC5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39" y="2090737"/>
            <a:ext cx="2081212" cy="200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2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B245-5BE4-7BA1-6B5A-6482BDB50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fabric-cicd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Code-first deployments for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358394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3966-3D0F-7D56-67F1-28670242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What is fabric-</a:t>
            </a:r>
            <a:r>
              <a:rPr lang="en-GB" dirty="0" err="1">
                <a:solidFill>
                  <a:srgbClr val="464646"/>
                </a:solidFill>
              </a:rPr>
              <a:t>cicd</a:t>
            </a:r>
            <a:endParaRPr lang="en-GB" dirty="0">
              <a:solidFill>
                <a:srgbClr val="464646"/>
              </a:solidFill>
            </a:endParaRPr>
          </a:p>
        </p:txBody>
      </p:sp>
      <p:sp>
        <p:nvSpPr>
          <p:cNvPr id="20" name="Circle 0"/>
          <p:cNvSpPr/>
          <p:nvPr/>
        </p:nvSpPr>
        <p:spPr>
          <a:xfrm>
            <a:off x="2676533" y="2476500"/>
            <a:ext cx="1143000" cy="1143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abel 0"/>
          <p:cNvSpPr txBox="1"/>
          <p:nvPr/>
        </p:nvSpPr>
        <p:spPr>
          <a:xfrm>
            <a:off x="2041533" y="3810000"/>
            <a:ext cx="2413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Open-source Python library from Microsoft</a:t>
            </a:r>
          </a:p>
        </p:txBody>
      </p:sp>
      <p:sp>
        <p:nvSpPr>
          <p:cNvPr id="22" name="Circle 1"/>
          <p:cNvSpPr/>
          <p:nvPr/>
        </p:nvSpPr>
        <p:spPr>
          <a:xfrm>
            <a:off x="5267333" y="2476500"/>
            <a:ext cx="1143000" cy="1143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abel 1"/>
          <p:cNvSpPr txBox="1"/>
          <p:nvPr/>
        </p:nvSpPr>
        <p:spPr>
          <a:xfrm>
            <a:off x="4632333" y="3810000"/>
            <a:ext cx="2413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Deploys a repo folder into a workspace</a:t>
            </a:r>
          </a:p>
        </p:txBody>
      </p:sp>
      <p:sp>
        <p:nvSpPr>
          <p:cNvPr id="24" name="Circle 2"/>
          <p:cNvSpPr/>
          <p:nvPr/>
        </p:nvSpPr>
        <p:spPr>
          <a:xfrm>
            <a:off x="7858133" y="2476500"/>
            <a:ext cx="1143000" cy="1143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2"/>
          <p:cNvSpPr txBox="1"/>
          <p:nvPr/>
        </p:nvSpPr>
        <p:spPr>
          <a:xfrm>
            <a:off x="7223133" y="3810000"/>
            <a:ext cx="2413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GB" sz="1600" b="1" dirty="0">
                <a:solidFill>
                  <a:srgbClr val="2E3440"/>
                </a:solidFill>
              </a:rPr>
              <a:t>Abstraction over the Fabric REST APIs</a:t>
            </a:r>
          </a:p>
        </p:txBody>
      </p:sp>
      <p:pic>
        <p:nvPicPr>
          <p:cNvPr id="28" name="Graphic 28" descr="Python libra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8633" y="2768600"/>
            <a:ext cx="558800" cy="558800"/>
          </a:xfrm>
          <a:prstGeom prst="rect">
            <a:avLst/>
          </a:prstGeom>
        </p:spPr>
      </p:pic>
      <p:pic>
        <p:nvPicPr>
          <p:cNvPr id="29" name="Graphic 29" descr="Repository fold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9433" y="2768600"/>
            <a:ext cx="558800" cy="558800"/>
          </a:xfrm>
          <a:prstGeom prst="rect">
            <a:avLst/>
          </a:prstGeom>
        </p:spPr>
      </p:pic>
      <p:pic>
        <p:nvPicPr>
          <p:cNvPr id="30" name="Graphic 30" descr="Abstraction lay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50233" y="27686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60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0936-6ABA-ED50-E8E6-151DD38B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Supported item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31F0C-25BB-A475-5F1C-0513B0794BC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999" y="1560000"/>
            <a:ext cx="9800000" cy="7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Anything with </a:t>
            </a:r>
            <a:r>
              <a:rPr lang="en-GB" sz="1800" b="1" dirty="0"/>
              <a:t>source control support and a public create/update API</a:t>
            </a:r>
            <a:r>
              <a:rPr lang="en-GB" sz="1800" dirty="0"/>
              <a:t>. </a:t>
            </a:r>
          </a:p>
        </p:txBody>
      </p:sp>
      <p:sp>
        <p:nvSpPr>
          <p:cNvPr id="20" name="Chip 0"/>
          <p:cNvSpPr/>
          <p:nvPr/>
        </p:nvSpPr>
        <p:spPr>
          <a:xfrm>
            <a:off x="723900" y="24114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Notebook</a:t>
            </a:r>
          </a:p>
        </p:txBody>
      </p:sp>
      <p:sp>
        <p:nvSpPr>
          <p:cNvPr id="21" name="Chip 1"/>
          <p:cNvSpPr/>
          <p:nvPr/>
        </p:nvSpPr>
        <p:spPr>
          <a:xfrm>
            <a:off x="2730500" y="24114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Environment</a:t>
            </a:r>
          </a:p>
        </p:txBody>
      </p:sp>
      <p:sp>
        <p:nvSpPr>
          <p:cNvPr id="22" name="Chip 2"/>
          <p:cNvSpPr/>
          <p:nvPr/>
        </p:nvSpPr>
        <p:spPr>
          <a:xfrm>
            <a:off x="4737100" y="24114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DataPipeline</a:t>
            </a:r>
          </a:p>
        </p:txBody>
      </p:sp>
      <p:sp>
        <p:nvSpPr>
          <p:cNvPr id="23" name="Chip 3"/>
          <p:cNvSpPr/>
          <p:nvPr/>
        </p:nvSpPr>
        <p:spPr>
          <a:xfrm>
            <a:off x="6743700" y="24114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Dataflow</a:t>
            </a:r>
          </a:p>
        </p:txBody>
      </p:sp>
      <p:sp>
        <p:nvSpPr>
          <p:cNvPr id="24" name="Chip 4"/>
          <p:cNvSpPr/>
          <p:nvPr/>
        </p:nvSpPr>
        <p:spPr>
          <a:xfrm>
            <a:off x="8750300" y="24114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CopyJob</a:t>
            </a:r>
          </a:p>
        </p:txBody>
      </p:sp>
      <p:sp>
        <p:nvSpPr>
          <p:cNvPr id="25" name="Chip 5"/>
          <p:cNvSpPr/>
          <p:nvPr/>
        </p:nvSpPr>
        <p:spPr>
          <a:xfrm>
            <a:off x="723900" y="29956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SemanticModel</a:t>
            </a:r>
          </a:p>
        </p:txBody>
      </p:sp>
      <p:sp>
        <p:nvSpPr>
          <p:cNvPr id="26" name="Chip 6"/>
          <p:cNvSpPr/>
          <p:nvPr/>
        </p:nvSpPr>
        <p:spPr>
          <a:xfrm>
            <a:off x="2730500" y="29956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Report</a:t>
            </a:r>
          </a:p>
        </p:txBody>
      </p:sp>
      <p:sp>
        <p:nvSpPr>
          <p:cNvPr id="27" name="Chip 7"/>
          <p:cNvSpPr/>
          <p:nvPr/>
        </p:nvSpPr>
        <p:spPr>
          <a:xfrm>
            <a:off x="4737100" y="29956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VariableLibrary</a:t>
            </a:r>
          </a:p>
        </p:txBody>
      </p:sp>
      <p:sp>
        <p:nvSpPr>
          <p:cNvPr id="28" name="Chip 8"/>
          <p:cNvSpPr/>
          <p:nvPr/>
        </p:nvSpPr>
        <p:spPr>
          <a:xfrm>
            <a:off x="6743700" y="29956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SparkJobDefinition</a:t>
            </a:r>
          </a:p>
        </p:txBody>
      </p:sp>
      <p:sp>
        <p:nvSpPr>
          <p:cNvPr id="29" name="Chip 9"/>
          <p:cNvSpPr/>
          <p:nvPr/>
        </p:nvSpPr>
        <p:spPr>
          <a:xfrm>
            <a:off x="8750300" y="29956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UserDataFunction</a:t>
            </a:r>
          </a:p>
        </p:txBody>
      </p:sp>
      <p:sp>
        <p:nvSpPr>
          <p:cNvPr id="30" name="Chip 10"/>
          <p:cNvSpPr/>
          <p:nvPr/>
        </p:nvSpPr>
        <p:spPr>
          <a:xfrm>
            <a:off x="723900" y="35798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1E63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C2185B"/>
                </a:solidFill>
              </a:rPr>
              <a:t>Lakehouse *</a:t>
            </a:r>
          </a:p>
        </p:txBody>
      </p:sp>
      <p:sp>
        <p:nvSpPr>
          <p:cNvPr id="31" name="Chip 11"/>
          <p:cNvSpPr/>
          <p:nvPr/>
        </p:nvSpPr>
        <p:spPr>
          <a:xfrm>
            <a:off x="2730500" y="35798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1E63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C2185B"/>
                </a:solidFill>
              </a:rPr>
              <a:t>Warehouse *</a:t>
            </a:r>
          </a:p>
        </p:txBody>
      </p:sp>
      <p:sp>
        <p:nvSpPr>
          <p:cNvPr id="32" name="Chip 12"/>
          <p:cNvSpPr/>
          <p:nvPr/>
        </p:nvSpPr>
        <p:spPr>
          <a:xfrm>
            <a:off x="4737100" y="35798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1E63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C2185B"/>
                </a:solidFill>
              </a:rPr>
              <a:t>SQLDatabase *</a:t>
            </a:r>
          </a:p>
        </p:txBody>
      </p:sp>
      <p:sp>
        <p:nvSpPr>
          <p:cNvPr id="33" name="Chip 13"/>
          <p:cNvSpPr/>
          <p:nvPr/>
        </p:nvSpPr>
        <p:spPr>
          <a:xfrm>
            <a:off x="6743700" y="35798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1E63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C2185B"/>
                </a:solidFill>
              </a:rPr>
              <a:t>MirroredDatabase *</a:t>
            </a:r>
          </a:p>
        </p:txBody>
      </p:sp>
      <p:sp>
        <p:nvSpPr>
          <p:cNvPr id="34" name="Chip 14"/>
          <p:cNvSpPr/>
          <p:nvPr/>
        </p:nvSpPr>
        <p:spPr>
          <a:xfrm>
            <a:off x="8750300" y="35798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Eventhouse</a:t>
            </a:r>
          </a:p>
        </p:txBody>
      </p:sp>
      <p:sp>
        <p:nvSpPr>
          <p:cNvPr id="35" name="Chip 15"/>
          <p:cNvSpPr/>
          <p:nvPr/>
        </p:nvSpPr>
        <p:spPr>
          <a:xfrm>
            <a:off x="723900" y="41640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KQLDatabase</a:t>
            </a:r>
          </a:p>
        </p:txBody>
      </p:sp>
      <p:sp>
        <p:nvSpPr>
          <p:cNvPr id="36" name="Chip 16"/>
          <p:cNvSpPr/>
          <p:nvPr/>
        </p:nvSpPr>
        <p:spPr>
          <a:xfrm>
            <a:off x="2730500" y="41640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KQLQueryset</a:t>
            </a:r>
          </a:p>
        </p:txBody>
      </p:sp>
      <p:sp>
        <p:nvSpPr>
          <p:cNvPr id="37" name="Chip 17"/>
          <p:cNvSpPr/>
          <p:nvPr/>
        </p:nvSpPr>
        <p:spPr>
          <a:xfrm>
            <a:off x="4737100" y="41640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Eventstream</a:t>
            </a:r>
          </a:p>
        </p:txBody>
      </p:sp>
      <p:sp>
        <p:nvSpPr>
          <p:cNvPr id="38" name="Chip 18"/>
          <p:cNvSpPr/>
          <p:nvPr/>
        </p:nvSpPr>
        <p:spPr>
          <a:xfrm>
            <a:off x="6743700" y="41640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Reflex</a:t>
            </a:r>
          </a:p>
        </p:txBody>
      </p:sp>
      <p:sp>
        <p:nvSpPr>
          <p:cNvPr id="39" name="Chip 19"/>
          <p:cNvSpPr/>
          <p:nvPr/>
        </p:nvSpPr>
        <p:spPr>
          <a:xfrm>
            <a:off x="8750300" y="4164007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0" dirty="0">
                <a:solidFill>
                  <a:srgbClr val="2E3440"/>
                </a:solidFill>
              </a:rPr>
              <a:t>GraphQLApi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723900" y="5080000"/>
            <a:ext cx="9906000" cy="114300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r>
              <a:rPr lang="en-GB" sz="1600" b="1" dirty="0">
                <a:solidFill>
                  <a:srgbClr val="E91E63"/>
                </a:solidFill>
              </a:rPr>
              <a:t>* Metadata only. </a:t>
            </a:r>
            <a:r>
              <a:rPr lang="en-GB" sz="1600" dirty="0">
                <a:solidFill>
                  <a:srgbClr val="2E3440"/>
                </a:solidFill>
              </a:rPr>
              <a:t>The item is created, the data is not moved. Tables, schema and rows are your job</a:t>
            </a:r>
          </a:p>
        </p:txBody>
      </p:sp>
    </p:spTree>
    <p:extLst>
      <p:ext uri="{BB962C8B-B14F-4D97-AF65-F5344CB8AC3E}">
        <p14:creationId xmlns:p14="http://schemas.microsoft.com/office/powerpoint/2010/main" val="1012801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5214-812B-EE48-4D87-602DF047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The basic deployment: deploy.py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C46C48-8B88-EDCB-7450-AE9E5E572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38" y="1709675"/>
            <a:ext cx="3526684" cy="2166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5E353A-AAEA-5556-CC7A-C1CC7E70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268" y="1709675"/>
            <a:ext cx="5918296" cy="30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45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D6E7-B214-21A0-EF22-D683C66E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Config Deployment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6EEF5-E5E2-F8DF-D14F-6CBBE58F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38" y="1709676"/>
            <a:ext cx="4013394" cy="23384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9259B-5A57-08B3-7AA2-9A736BF5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798" y="1709676"/>
            <a:ext cx="5213451" cy="427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33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B19-C3A6-354F-A096-8799DA4A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107442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Fabric CLI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6AE2D3-D241-20D0-C490-1A2D1957E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776" y="1709676"/>
            <a:ext cx="5543107" cy="1505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8B67B0-FF8E-1DD6-2995-211923BD7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38" y="1709676"/>
            <a:ext cx="4013394" cy="23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42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BDF0-2048-B0F4-8E8F-11472C83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parameter.yml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1F6E3-117F-BCBB-FCB0-C2C976712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38" y="1709676"/>
            <a:ext cx="6536229" cy="37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48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BDF0-2048-B0F4-8E8F-11472C83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Dynamic replacement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387A5-5639-D66B-203D-49FC5B28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37" y="1709675"/>
            <a:ext cx="6716903" cy="3695763"/>
          </a:xfrm>
          <a:prstGeom prst="rect">
            <a:avLst/>
          </a:prstGeom>
        </p:spPr>
      </p:pic>
      <p:sp>
        <p:nvSpPr>
          <p:cNvPr id="8" name="Problems">
            <a:extLst>
              <a:ext uri="{FF2B5EF4-FFF2-40B4-BE49-F238E27FC236}">
                <a16:creationId xmlns:a16="http://schemas.microsoft.com/office/drawing/2014/main" id="{9878D092-76CE-DE53-069D-ED82ECA5BD66}"/>
              </a:ext>
            </a:extLst>
          </p:cNvPr>
          <p:cNvSpPr/>
          <p:nvPr/>
        </p:nvSpPr>
        <p:spPr>
          <a:xfrm>
            <a:off x="719999" y="5680012"/>
            <a:ext cx="9906000" cy="696975"/>
          </a:xfrm>
          <a:prstGeom prst="roundRect">
            <a:avLst>
              <a:gd name="adj" fmla="val 4000"/>
            </a:avLst>
          </a:prstGeom>
          <a:solidFill>
            <a:srgbClr val="FDF0F4"/>
          </a:solidFill>
          <a:ln w="12700">
            <a:solidFill>
              <a:srgbClr val="E91E63"/>
            </a:solidFill>
          </a:ln>
        </p:spPr>
        <p:txBody>
          <a:bodyPr wrap="square" lIns="177800" tIns="127000" rIns="177800" bIns="127000" rtlCol="0" anchor="t"/>
          <a:lstStyle/>
          <a:p>
            <a:pPr algn="l"/>
            <a:r>
              <a:rPr lang="en-GB" sz="1400" b="1" dirty="0">
                <a:solidFill>
                  <a:srgbClr val="C2185B"/>
                </a:solidFill>
              </a:rPr>
              <a:t>We can define how an item should connect in different environment before items ever exist, we don’t need the </a:t>
            </a:r>
            <a:r>
              <a:rPr lang="en-GB" sz="1400" b="1" dirty="0" err="1">
                <a:solidFill>
                  <a:srgbClr val="C2185B"/>
                </a:solidFill>
              </a:rPr>
              <a:t>objectId</a:t>
            </a:r>
            <a:r>
              <a:rPr lang="en-GB" sz="1400" b="1" dirty="0">
                <a:solidFill>
                  <a:srgbClr val="C2185B"/>
                </a:solidFill>
              </a:rPr>
              <a:t> beforehand</a:t>
            </a:r>
          </a:p>
        </p:txBody>
      </p:sp>
    </p:spTree>
    <p:extLst>
      <p:ext uri="{BB962C8B-B14F-4D97-AF65-F5344CB8AC3E}">
        <p14:creationId xmlns:p14="http://schemas.microsoft.com/office/powerpoint/2010/main" val="1816986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5BDF0-2048-B0F4-8E8F-11472C83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Cross-workspace replacement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8B60D-E82D-7BBF-AF9F-15AAC7872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38" y="1709676"/>
            <a:ext cx="9187462" cy="28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18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BD25-A8C9-FE35-47CD-4E12D87C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Bulk publish</a:t>
            </a:r>
          </a:p>
        </p:txBody>
      </p:sp>
      <p:sp>
        <p:nvSpPr>
          <p:cNvPr id="20" name="Code Sample"/>
          <p:cNvSpPr/>
          <p:nvPr/>
        </p:nvSpPr>
        <p:spPr>
          <a:xfrm>
            <a:off x="723900" y="1778000"/>
            <a:ext cx="10744200" cy="13716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tIns="137160" rIns="182880" bIns="137160" anchor="ctr">
            <a:normAutofit/>
          </a:bodyPr>
          <a:lstStyle/>
          <a:p>
            <a:pPr>
              <a:buNone/>
            </a:pPr>
            <a:r>
              <a:rPr lang="en-GB" sz="1300" dirty="0">
                <a:solidFill>
                  <a:srgbClr val="02804C"/>
                </a:solidFill>
                <a:latin typeface="Consolas"/>
              </a:rPr>
              <a:t># one Bulk Import Item Definitions API call per dependency tier instead of one request per item</a:t>
            </a:r>
          </a:p>
          <a:p>
            <a:pPr>
              <a:buNone/>
            </a:pPr>
            <a:r>
              <a:rPr lang="en-GB" sz="1300" dirty="0">
                <a:solidFill>
                  <a:srgbClr val="191919"/>
                </a:solidFill>
                <a:latin typeface="Consolas"/>
              </a:rPr>
              <a:t>append_feature_flag(</a:t>
            </a:r>
            <a:r>
              <a:rPr lang="en-GB" sz="1300" dirty="0">
                <a:solidFill>
                  <a:srgbClr val="4D71C7"/>
                </a:solidFill>
                <a:latin typeface="Consolas"/>
              </a:rPr>
              <a:t>"enable_experimental_features"</a:t>
            </a:r>
            <a:r>
              <a:rPr lang="en-GB" sz="1300" dirty="0">
                <a:solidFill>
                  <a:srgbClr val="191919"/>
                </a:solidFill>
                <a:latin typeface="Consolas"/>
              </a:rPr>
              <a:t>)</a:t>
            </a:r>
          </a:p>
          <a:p>
            <a:pPr>
              <a:buNone/>
            </a:pPr>
            <a:r>
              <a:rPr lang="en-GB" sz="1300" dirty="0">
                <a:solidFill>
                  <a:srgbClr val="191919"/>
                </a:solidFill>
                <a:latin typeface="Consolas"/>
              </a:rPr>
              <a:t>append_feature_flag(</a:t>
            </a:r>
            <a:r>
              <a:rPr lang="en-GB" sz="1300" dirty="0">
                <a:solidFill>
                  <a:srgbClr val="4D71C7"/>
                </a:solidFill>
                <a:latin typeface="Consolas"/>
              </a:rPr>
              <a:t>"enable_bulk_publish"</a:t>
            </a:r>
            <a:r>
              <a:rPr lang="en-GB" sz="1300" dirty="0">
                <a:solidFill>
                  <a:srgbClr val="191919"/>
                </a:solidFill>
                <a:latin typeface="Consolas"/>
              </a:rPr>
              <a:t>)</a:t>
            </a:r>
            <a:r>
              <a:rPr lang="en-GB" sz="1300" dirty="0">
                <a:solidFill>
                  <a:srgbClr val="02804C"/>
                </a:solidFill>
                <a:latin typeface="Consolas"/>
              </a:rPr>
              <a:t>            # or: fab deploy --config config.yml --bulk_publish</a:t>
            </a:r>
          </a:p>
        </p:txBody>
      </p:sp>
      <p:sp>
        <p:nvSpPr>
          <p:cNvPr id="21" name="Card"/>
          <p:cNvSpPr/>
          <p:nvPr/>
        </p:nvSpPr>
        <p:spPr>
          <a:xfrm>
            <a:off x="723900" y="3327400"/>
            <a:ext cx="5283200" cy="2540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82880" tIns="160020" rIns="182880" bIns="160020" anchor="t">
            <a:normAutofit/>
          </a:bodyPr>
          <a:lstStyle/>
          <a:p>
            <a:pPr algn="l"/>
            <a:r>
              <a:rPr lang="en-GB" sz="1800" b="1" dirty="0">
                <a:solidFill>
                  <a:srgbClr val="2E3440"/>
                </a:solidFill>
              </a:rPr>
              <a:t>How it works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one call per tier, Fabric orders within it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Faster than serial publish; Fabric's own dependency handling decides the order inside each call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Items are published as a unit, so a failure surfaces per batch rather than per item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Still behind the experimental feature flag; check the release notes before relying on it</a:t>
            </a:r>
          </a:p>
        </p:txBody>
      </p:sp>
      <p:sp>
        <p:nvSpPr>
          <p:cNvPr id="22" name="Card"/>
          <p:cNvSpPr/>
          <p:nvPr/>
        </p:nvSpPr>
        <p:spPr>
          <a:xfrm>
            <a:off x="6184900" y="3327400"/>
            <a:ext cx="52832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txBody>
          <a:bodyPr wrap="square" lIns="182880" tIns="160020" rIns="182880" bIns="160020" anchor="t">
            <a:normAutofit/>
          </a:bodyPr>
          <a:lstStyle/>
          <a:p>
            <a:pPr algn="l"/>
            <a:r>
              <a:rPr lang="en-GB" sz="1800" b="1" dirty="0">
                <a:solidFill>
                  <a:srgbClr val="2E3440"/>
                </a:solidFill>
              </a:rPr>
              <a:t>Since 1.4.0 (7 Oct 2026)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dynamic variables work on the bulk path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Builds a dependency graph from $items.* references and publishes in tiers, one bulk call per tier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Waits for SQL endpoints and query URIs to provision between tiers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Variables are validated before the deploy starts, so a bad rule fails fast instead of mid-run</a:t>
            </a:r>
          </a:p>
        </p:txBody>
      </p:sp>
      <p:sp>
        <p:nvSpPr>
          <p:cNvPr id="40" name="Source"/>
          <p:cNvSpPr txBox="1"/>
          <p:nvPr/>
        </p:nvSpPr>
        <p:spPr>
          <a:xfrm>
            <a:off x="723900" y="599440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GB" sz="1000" dirty="0">
                <a:solidFill>
                  <a:srgbClr val="4C566A"/>
                </a:solidFill>
              </a:rPr>
              <a:t>Source: fabric-cicd docs, Optional features; fabric-cicd changelog v1.4.0 (7 Oct 2026), dynamic replacement variables in bulk publish mode (#1117)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FABRIC-CICD</a:t>
            </a:r>
          </a:p>
        </p:txBody>
      </p:sp>
    </p:spTree>
    <p:extLst>
      <p:ext uri="{BB962C8B-B14F-4D97-AF65-F5344CB8AC3E}">
        <p14:creationId xmlns:p14="http://schemas.microsoft.com/office/powerpoint/2010/main" val="846170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732-7613-B37A-712A-9C1CB97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Branching strategies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STRATEGIES · BRANCHING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5818CCC9-73F5-44F9-A205-DE63174678F4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1714500"/>
          <a:ext cx="9906000" cy="34798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7420122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88600032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53816386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75234905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Branches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Workspaces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Pick it when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81811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Trunk-based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feature/* → main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Dev syncs main; Test and Prod deployed from a tag or commit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Small team, fast cadence, strong CI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05956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Release branches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feature/* → main → release/x.y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Dev and Test follow main; Prod follows release/*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You need a stable cut to test and hotfix while main moves 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907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Branch per environment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feature/* → dev → test → main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One workspace per branch, all via Git integration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dirty="0">
                          <a:solidFill>
                            <a:srgbClr val="2E3440"/>
                          </a:solidFill>
                        </a:rPr>
                        <a:t>No pipeline yet; promotion is a merge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5953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GitFlow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develop, release/*, hotfix/*, main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Dev follows develop; Prod follows main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dirty="0">
                          <a:solidFill>
                            <a:srgbClr val="2E3440"/>
                          </a:solidFill>
                        </a:rPr>
                        <a:t>Many parallel releases; usually too heavy for data teams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08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670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CDFA8BE-293C-20D0-2750-FFE93A43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67" y="3897372"/>
            <a:ext cx="9923456" cy="1171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F6C76C-B84D-85D1-D393-E57E70E0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Branching and workspaces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STRATEGIES</a:t>
            </a:r>
          </a:p>
        </p:txBody>
      </p:sp>
      <p:sp>
        <p:nvSpPr>
          <p:cNvPr id="22" name="B23"/>
          <p:cNvSpPr/>
          <p:nvPr/>
        </p:nvSpPr>
        <p:spPr>
          <a:xfrm>
            <a:off x="1905000" y="2663835"/>
            <a:ext cx="1905000" cy="55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C566A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500" b="1" dirty="0">
                <a:solidFill>
                  <a:srgbClr val="2E3440"/>
                </a:solidFill>
              </a:rPr>
              <a:t>feature/*</a:t>
            </a:r>
          </a:p>
        </p:txBody>
      </p:sp>
      <p:sp>
        <p:nvSpPr>
          <p:cNvPr id="23" name="B24"/>
          <p:cNvSpPr/>
          <p:nvPr/>
        </p:nvSpPr>
        <p:spPr>
          <a:xfrm>
            <a:off x="4191000" y="2663835"/>
            <a:ext cx="1904995" cy="558800"/>
          </a:xfrm>
          <a:prstGeom prst="roundRect">
            <a:avLst>
              <a:gd name="adj" fmla="val 15000"/>
            </a:avLst>
          </a:prstGeom>
          <a:solidFill>
            <a:srgbClr val="E91E63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500" b="1" dirty="0">
                <a:solidFill>
                  <a:srgbClr val="FFFFFF"/>
                </a:solidFill>
              </a:rPr>
              <a:t>main  (default)</a:t>
            </a:r>
          </a:p>
        </p:txBody>
      </p:sp>
      <p:sp>
        <p:nvSpPr>
          <p:cNvPr id="24" name="B25"/>
          <p:cNvSpPr/>
          <p:nvPr/>
        </p:nvSpPr>
        <p:spPr>
          <a:xfrm>
            <a:off x="6476995" y="2663835"/>
            <a:ext cx="4191005" cy="558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C566A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500" b="1" dirty="0">
                <a:solidFill>
                  <a:srgbClr val="2E3440"/>
                </a:solidFill>
              </a:rPr>
              <a:t>release/*</a:t>
            </a:r>
          </a:p>
        </p:txBody>
      </p:sp>
      <p:cxnSp>
        <p:nvCxnSpPr>
          <p:cNvPr id="25" name="C26"/>
          <p:cNvCxnSpPr/>
          <p:nvPr/>
        </p:nvCxnSpPr>
        <p:spPr>
          <a:xfrm>
            <a:off x="3810000" y="2943235"/>
            <a:ext cx="381000" cy="0"/>
          </a:xfrm>
          <a:prstGeom prst="straightConnector1">
            <a:avLst/>
          </a:prstGeom>
          <a:ln w="19050">
            <a:solidFill>
              <a:srgbClr val="4C566A"/>
            </a:solidFill>
            <a:tailEnd type="triangle"/>
          </a:ln>
        </p:spPr>
      </p:cxnSp>
      <p:sp>
        <p:nvSpPr>
          <p:cNvPr id="26" name="L28"/>
          <p:cNvSpPr txBox="1"/>
          <p:nvPr/>
        </p:nvSpPr>
        <p:spPr>
          <a:xfrm>
            <a:off x="3619500" y="2409835"/>
            <a:ext cx="762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GB" sz="1100" b="0" dirty="0">
                <a:solidFill>
                  <a:srgbClr val="4C566A"/>
                </a:solidFill>
              </a:rPr>
              <a:t>pull request</a:t>
            </a:r>
          </a:p>
        </p:txBody>
      </p:sp>
      <p:cxnSp>
        <p:nvCxnSpPr>
          <p:cNvPr id="27" name="C27"/>
          <p:cNvCxnSpPr/>
          <p:nvPr/>
        </p:nvCxnSpPr>
        <p:spPr>
          <a:xfrm>
            <a:off x="6096000" y="2943235"/>
            <a:ext cx="381000" cy="0"/>
          </a:xfrm>
          <a:prstGeom prst="straightConnector1">
            <a:avLst/>
          </a:prstGeom>
          <a:ln w="19050">
            <a:solidFill>
              <a:srgbClr val="4C566A"/>
            </a:solidFill>
            <a:tailEnd type="triangle"/>
          </a:ln>
        </p:spPr>
      </p:cxnSp>
      <p:sp>
        <p:nvSpPr>
          <p:cNvPr id="28" name="L29"/>
          <p:cNvSpPr txBox="1"/>
          <p:nvPr/>
        </p:nvSpPr>
        <p:spPr>
          <a:xfrm>
            <a:off x="5905495" y="2409845"/>
            <a:ext cx="762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GB" sz="1100" b="0" dirty="0">
                <a:solidFill>
                  <a:srgbClr val="4C566A"/>
                </a:solidFill>
              </a:rPr>
              <a:t>cut</a:t>
            </a:r>
          </a:p>
        </p:txBody>
      </p:sp>
      <p:sp>
        <p:nvSpPr>
          <p:cNvPr id="29" name="B30"/>
          <p:cNvSpPr/>
          <p:nvPr/>
        </p:nvSpPr>
        <p:spPr>
          <a:xfrm>
            <a:off x="1905000" y="4086235"/>
            <a:ext cx="1905000" cy="558800"/>
          </a:xfrm>
          <a:prstGeom prst="roundRect">
            <a:avLst>
              <a:gd name="adj" fmla="val 15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2E3440"/>
                </a:solidFill>
              </a:rPr>
              <a:t>Feature workspace</a:t>
            </a:r>
          </a:p>
        </p:txBody>
      </p:sp>
      <p:sp>
        <p:nvSpPr>
          <p:cNvPr id="30" name="B31"/>
          <p:cNvSpPr/>
          <p:nvPr/>
        </p:nvSpPr>
        <p:spPr>
          <a:xfrm>
            <a:off x="4191000" y="4086235"/>
            <a:ext cx="1905000" cy="558800"/>
          </a:xfrm>
          <a:prstGeom prst="roundRect">
            <a:avLst>
              <a:gd name="adj" fmla="val 15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2E3440"/>
                </a:solidFill>
              </a:rPr>
              <a:t>Dev workspace</a:t>
            </a:r>
          </a:p>
        </p:txBody>
      </p:sp>
      <p:sp>
        <p:nvSpPr>
          <p:cNvPr id="31" name="B32"/>
          <p:cNvSpPr/>
          <p:nvPr/>
        </p:nvSpPr>
        <p:spPr>
          <a:xfrm>
            <a:off x="6477000" y="4086235"/>
            <a:ext cx="1905000" cy="558800"/>
          </a:xfrm>
          <a:prstGeom prst="roundRect">
            <a:avLst>
              <a:gd name="adj" fmla="val 15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2E3440"/>
                </a:solidFill>
              </a:rPr>
              <a:t>Test workspace</a:t>
            </a:r>
          </a:p>
        </p:txBody>
      </p:sp>
      <p:sp>
        <p:nvSpPr>
          <p:cNvPr id="32" name="B33"/>
          <p:cNvSpPr/>
          <p:nvPr/>
        </p:nvSpPr>
        <p:spPr>
          <a:xfrm>
            <a:off x="8763000" y="4086235"/>
            <a:ext cx="1905000" cy="558800"/>
          </a:xfrm>
          <a:prstGeom prst="roundRect">
            <a:avLst>
              <a:gd name="adj" fmla="val 15000"/>
            </a:avLst>
          </a:prstGeom>
          <a:solidFill>
            <a:srgbClr val="F4F4F5"/>
          </a:solidFill>
          <a:ln w="12700">
            <a:solidFill>
              <a:srgbClr val="D8DEE9"/>
            </a:solidFill>
          </a:ln>
        </p:spPr>
        <p:txBody>
          <a:bodyPr lIns="45720" tIns="0" rIns="45720" bIns="0" anchor="ctr">
            <a:noAutofit/>
          </a:bodyPr>
          <a:lstStyle/>
          <a:p>
            <a:pPr algn="ctr"/>
            <a:r>
              <a:rPr lang="en-GB" sz="1400" b="1" dirty="0">
                <a:solidFill>
                  <a:srgbClr val="2E3440"/>
                </a:solidFill>
              </a:rPr>
              <a:t>Prod workspace</a:t>
            </a:r>
          </a:p>
        </p:txBody>
      </p:sp>
      <p:cxnSp>
        <p:nvCxnSpPr>
          <p:cNvPr id="33" name="C40"/>
          <p:cNvCxnSpPr/>
          <p:nvPr/>
        </p:nvCxnSpPr>
        <p:spPr>
          <a:xfrm>
            <a:off x="2857500" y="3222635"/>
            <a:ext cx="0" cy="8636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sp>
        <p:nvSpPr>
          <p:cNvPr id="34" name="L50"/>
          <p:cNvSpPr txBox="1"/>
          <p:nvPr/>
        </p:nvSpPr>
        <p:spPr>
          <a:xfrm>
            <a:off x="2933700" y="348933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GB" sz="1100" b="0" dirty="0">
                <a:solidFill>
                  <a:srgbClr val="4C566A"/>
                </a:solidFill>
              </a:rPr>
              <a:t>Git integration</a:t>
            </a:r>
          </a:p>
        </p:txBody>
      </p:sp>
      <p:cxnSp>
        <p:nvCxnSpPr>
          <p:cNvPr id="35" name="C41"/>
          <p:cNvCxnSpPr/>
          <p:nvPr/>
        </p:nvCxnSpPr>
        <p:spPr>
          <a:xfrm>
            <a:off x="5143500" y="3222635"/>
            <a:ext cx="0" cy="8636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cxnSp>
        <p:nvCxnSpPr>
          <p:cNvPr id="37" name="C42"/>
          <p:cNvCxnSpPr/>
          <p:nvPr/>
        </p:nvCxnSpPr>
        <p:spPr>
          <a:xfrm>
            <a:off x="7429500" y="3222635"/>
            <a:ext cx="0" cy="8636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sp>
        <p:nvSpPr>
          <p:cNvPr id="38" name="L52"/>
          <p:cNvSpPr txBox="1"/>
          <p:nvPr/>
        </p:nvSpPr>
        <p:spPr>
          <a:xfrm>
            <a:off x="7505700" y="348933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GB" sz="1100" b="0" dirty="0">
                <a:solidFill>
                  <a:srgbClr val="4C566A"/>
                </a:solidFill>
              </a:rPr>
              <a:t>fabric-</a:t>
            </a:r>
            <a:r>
              <a:rPr lang="en-GB" sz="1100" b="0" dirty="0" err="1">
                <a:solidFill>
                  <a:srgbClr val="4C566A"/>
                </a:solidFill>
              </a:rPr>
              <a:t>cicd</a:t>
            </a:r>
            <a:endParaRPr lang="en-GB" sz="1100" b="0" dirty="0">
              <a:solidFill>
                <a:srgbClr val="4C566A"/>
              </a:solidFill>
            </a:endParaRPr>
          </a:p>
        </p:txBody>
      </p:sp>
      <p:cxnSp>
        <p:nvCxnSpPr>
          <p:cNvPr id="39" name="C43"/>
          <p:cNvCxnSpPr/>
          <p:nvPr/>
        </p:nvCxnSpPr>
        <p:spPr>
          <a:xfrm>
            <a:off x="9715500" y="3222635"/>
            <a:ext cx="0" cy="8636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sp>
        <p:nvSpPr>
          <p:cNvPr id="3" name="L53"/>
          <p:cNvSpPr txBox="1"/>
          <p:nvPr/>
        </p:nvSpPr>
        <p:spPr>
          <a:xfrm>
            <a:off x="9791700" y="348933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GB" sz="1100" b="0" dirty="0">
                <a:solidFill>
                  <a:srgbClr val="4C566A"/>
                </a:solidFill>
              </a:rPr>
              <a:t>fabric-cicd, on approval</a:t>
            </a:r>
          </a:p>
        </p:txBody>
      </p:sp>
      <p:sp>
        <p:nvSpPr>
          <p:cNvPr id="5" name="L52">
            <a:extLst>
              <a:ext uri="{FF2B5EF4-FFF2-40B4-BE49-F238E27FC236}">
                <a16:creationId xmlns:a16="http://schemas.microsoft.com/office/drawing/2014/main" id="{B0D8D37E-DE89-D4DF-DB84-29B2A75DE41D}"/>
              </a:ext>
            </a:extLst>
          </p:cNvPr>
          <p:cNvSpPr txBox="1"/>
          <p:nvPr/>
        </p:nvSpPr>
        <p:spPr>
          <a:xfrm>
            <a:off x="5219700" y="347663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GB" sz="1100" b="0" dirty="0">
                <a:solidFill>
                  <a:srgbClr val="4C566A"/>
                </a:solidFill>
              </a:rPr>
              <a:t>fabric-cicd, on merge</a:t>
            </a:r>
          </a:p>
        </p:txBody>
      </p:sp>
      <p:cxnSp>
        <p:nvCxnSpPr>
          <p:cNvPr id="8" name="C41">
            <a:extLst>
              <a:ext uri="{FF2B5EF4-FFF2-40B4-BE49-F238E27FC236}">
                <a16:creationId xmlns:a16="http://schemas.microsoft.com/office/drawing/2014/main" id="{6B14FE3B-910C-642C-7BC6-0DE81FCE5319}"/>
              </a:ext>
            </a:extLst>
          </p:cNvPr>
          <p:cNvCxnSpPr>
            <a:cxnSpLocks/>
          </p:cNvCxnSpPr>
          <p:nvPr/>
        </p:nvCxnSpPr>
        <p:spPr>
          <a:xfrm flipH="1">
            <a:off x="2990848" y="3222635"/>
            <a:ext cx="1771652" cy="8636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sp>
        <p:nvSpPr>
          <p:cNvPr id="17" name="L52">
            <a:extLst>
              <a:ext uri="{FF2B5EF4-FFF2-40B4-BE49-F238E27FC236}">
                <a16:creationId xmlns:a16="http://schemas.microsoft.com/office/drawing/2014/main" id="{C8B0BB69-809A-C4C3-D18C-EE82B4FC63B0}"/>
              </a:ext>
            </a:extLst>
          </p:cNvPr>
          <p:cNvSpPr txBox="1"/>
          <p:nvPr/>
        </p:nvSpPr>
        <p:spPr>
          <a:xfrm>
            <a:off x="3943350" y="3638570"/>
            <a:ext cx="66675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GB" sz="1100" b="0" dirty="0">
                <a:solidFill>
                  <a:srgbClr val="4C566A"/>
                </a:solidFill>
              </a:rPr>
              <a:t>fabric-</a:t>
            </a:r>
            <a:r>
              <a:rPr lang="en-GB" sz="1100" b="0" dirty="0" err="1">
                <a:solidFill>
                  <a:srgbClr val="4C566A"/>
                </a:solidFill>
              </a:rPr>
              <a:t>cicd</a:t>
            </a:r>
            <a:endParaRPr lang="en-GB" sz="1100" b="0" dirty="0">
              <a:solidFill>
                <a:srgbClr val="4C566A"/>
              </a:solidFill>
            </a:endParaRPr>
          </a:p>
        </p:txBody>
      </p:sp>
      <p:cxnSp>
        <p:nvCxnSpPr>
          <p:cNvPr id="19" name="C40">
            <a:extLst>
              <a:ext uri="{FF2B5EF4-FFF2-40B4-BE49-F238E27FC236}">
                <a16:creationId xmlns:a16="http://schemas.microsoft.com/office/drawing/2014/main" id="{22CA15C1-38E3-2565-1221-156941F5D2CE}"/>
              </a:ext>
            </a:extLst>
          </p:cNvPr>
          <p:cNvCxnSpPr>
            <a:cxnSpLocks/>
          </p:cNvCxnSpPr>
          <p:nvPr/>
        </p:nvCxnSpPr>
        <p:spPr>
          <a:xfrm flipV="1">
            <a:off x="2681290" y="3235335"/>
            <a:ext cx="0" cy="825500"/>
          </a:xfrm>
          <a:prstGeom prst="straightConnector1">
            <a:avLst/>
          </a:prstGeom>
          <a:ln w="19050">
            <a:solidFill>
              <a:srgbClr val="4C566A"/>
            </a:solidFill>
            <a:prstDash val="dash"/>
            <a:tailEnd type="triangle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5130AD4-E9F4-7322-686E-B9702C8F3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43" y="3756045"/>
            <a:ext cx="519110" cy="519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1C804A-4410-566F-B884-7BB63685B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91" y="2197090"/>
            <a:ext cx="9923456" cy="117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B53B7-31C8-E3B4-F5D9-CBFDB5095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543" y="2022455"/>
            <a:ext cx="614111" cy="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B913-E731-9F3F-ABD7-FF609DE6E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</a:t>
            </a:r>
            <a:br>
              <a:rPr lang="en-GB" dirty="0"/>
            </a:br>
            <a:r>
              <a:rPr lang="en-GB" sz="2800" dirty="0">
                <a:solidFill>
                  <a:srgbClr val="E92063"/>
                </a:solidFill>
              </a:rPr>
              <a:t>Deploy to test and prod with fabric-cicd and Azure DevOps</a:t>
            </a:r>
          </a:p>
        </p:txBody>
      </p:sp>
    </p:spTree>
    <p:extLst>
      <p:ext uri="{BB962C8B-B14F-4D97-AF65-F5344CB8AC3E}">
        <p14:creationId xmlns:p14="http://schemas.microsoft.com/office/powerpoint/2010/main" val="4125859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732-7613-B37A-712A-9C1CB97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464646"/>
                </a:solidFill>
              </a:rPr>
              <a:t>One identity per tier, no humans in prod</a:t>
            </a:r>
          </a:p>
        </p:txBody>
      </p:sp>
      <p:sp>
        <p:nvSpPr>
          <p:cNvPr id="21" name="Card"/>
          <p:cNvSpPr/>
          <p:nvPr/>
        </p:nvSpPr>
        <p:spPr>
          <a:xfrm>
            <a:off x="723900" y="1778000"/>
            <a:ext cx="3187700" cy="3556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2E3440"/>
                </a:solidFill>
              </a:rPr>
              <a:t>Non-prod SPN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dev and test workspaces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Admin on Dev and Test workspaces only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Used by CI and by the Test stage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Developers: Contributor on Dev, Viewer on Test</a:t>
            </a:r>
          </a:p>
        </p:txBody>
      </p:sp>
      <p:sp>
        <p:nvSpPr>
          <p:cNvPr id="22" name="Card"/>
          <p:cNvSpPr/>
          <p:nvPr/>
        </p:nvSpPr>
        <p:spPr>
          <a:xfrm>
            <a:off x="4089400" y="1778000"/>
            <a:ext cx="3187700" cy="3556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2E3440"/>
                </a:solidFill>
              </a:rPr>
              <a:t>Prod SPN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production workspaces only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Admin on Prod workspaces, nothing else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Own service connection, usable only by the Prod stage of deploy.yml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Workload identity federation: no secret to leak or rotate</a:t>
            </a:r>
          </a:p>
        </p:txBody>
      </p:sp>
      <p:sp>
        <p:nvSpPr>
          <p:cNvPr id="23" name="Card"/>
          <p:cNvSpPr/>
          <p:nvPr/>
        </p:nvSpPr>
        <p:spPr>
          <a:xfrm>
            <a:off x="7442200" y="1778000"/>
            <a:ext cx="31877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E91E63"/>
                </a:solidFill>
              </a:rPr>
              <a:t>People in prod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no standing elevated access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Developers and users: Viewer at most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Break-glass through Entra PIM: eligible role, time-boxed, justified, approved, audited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Every other change arrives through release/*</a:t>
            </a:r>
          </a:p>
        </p:txBody>
      </p:sp>
      <p:sp>
        <p:nvSpPr>
          <p:cNvPr id="24" name="Caption"/>
          <p:cNvSpPr txBox="1"/>
          <p:nvPr/>
        </p:nvSpPr>
        <p:spPr>
          <a:xfrm>
            <a:off x="723900" y="5524500"/>
            <a:ext cx="9906000" cy="762000"/>
          </a:xfrm>
          <a:prstGeom prst="rect">
            <a:avLst/>
          </a:prstGeom>
          <a:noFill/>
        </p:spPr>
        <p:txBody>
          <a:bodyPr wrap="square" lIns="0" tIns="45720" rIns="0" bIns="0">
            <a:normAutofit/>
          </a:bodyPr>
          <a:lstStyle/>
          <a:p>
            <a:r>
              <a:rPr lang="en-GB" sz="1800" dirty="0">
                <a:solidFill>
                  <a:srgbClr val="2E3440"/>
                </a:solidFill>
              </a:rPr>
              <a:t>If a person can edit prod by hand, the pipeline is optional. </a:t>
            </a:r>
            <a:r>
              <a:rPr lang="en-GB" sz="1800" b="1" dirty="0">
                <a:solidFill>
                  <a:srgbClr val="E91E63"/>
                </a:solidFill>
              </a:rPr>
              <a:t>Remove the permission and the pipeline becomes the only door.</a:t>
            </a:r>
          </a:p>
        </p:txBody>
      </p:sp>
    </p:spTree>
    <p:extLst>
      <p:ext uri="{BB962C8B-B14F-4D97-AF65-F5344CB8AC3E}">
        <p14:creationId xmlns:p14="http://schemas.microsoft.com/office/powerpoint/2010/main" val="1434315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732-7613-B37A-712A-9C1CB97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464646"/>
                </a:solidFill>
              </a:rPr>
              <a:t>Two pipelines: CI validates, CD promotes</a:t>
            </a:r>
          </a:p>
        </p:txBody>
      </p:sp>
      <p:sp>
        <p:nvSpPr>
          <p:cNvPr id="21" name="Card"/>
          <p:cNvSpPr/>
          <p:nvPr/>
        </p:nvSpPr>
        <p:spPr>
          <a:xfrm>
            <a:off x="723900" y="1778000"/>
            <a:ext cx="4864100" cy="317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82880" tIns="160020" rIns="182880" bIns="160020" anchor="t">
            <a:normAutofit/>
          </a:bodyPr>
          <a:lstStyle/>
          <a:p>
            <a:pPr algn="l"/>
            <a:r>
              <a:rPr lang="en-GB" sz="2000" b="1" dirty="0">
                <a:solidFill>
                  <a:srgbClr val="2E3440"/>
                </a:solidFill>
              </a:rPr>
              <a:t>CI pipeline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ci.yml, runs on every pull request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Lints definitions, checks parameter.yml, runs notebook unit tests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Dry-run or transient deploy with the non-prod identity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Wired in as branch-policy build validation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Out of scope for today</a:t>
            </a:r>
          </a:p>
        </p:txBody>
      </p:sp>
      <p:sp>
        <p:nvSpPr>
          <p:cNvPr id="22" name="Card"/>
          <p:cNvSpPr/>
          <p:nvPr/>
        </p:nvSpPr>
        <p:spPr>
          <a:xfrm>
            <a:off x="5765800" y="1778000"/>
            <a:ext cx="48641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txBody>
          <a:bodyPr wrap="square" lIns="182880" tIns="160020" rIns="182880" bIns="160020" anchor="t">
            <a:normAutofit/>
          </a:bodyPr>
          <a:lstStyle/>
          <a:p>
            <a:pPr algn="l"/>
            <a:r>
              <a:rPr lang="en-GB" sz="2000" b="1" dirty="0">
                <a:solidFill>
                  <a:srgbClr val="E91E63"/>
                </a:solidFill>
              </a:rPr>
              <a:t>Deployment pipeline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deploy.yml, runs on merge and release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Promotes one known commit to one workspace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fabric-cicd publish, then unpublish orphans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main deploys Test; release/* deploys Prod</a:t>
            </a:r>
          </a:p>
          <a:p>
            <a:pPr marL="228600" indent="-228600" algn="l">
              <a:spcBef>
                <a:spcPts val="700"/>
              </a:spcBef>
              <a:buFont typeface="Arial"/>
              <a:buChar char="•"/>
            </a:pPr>
            <a:r>
              <a:rPr lang="en-GB" sz="1500" dirty="0">
                <a:solidFill>
                  <a:srgbClr val="2E3440"/>
                </a:solidFill>
              </a:rPr>
              <a:t>Runs as the identity of the target tier</a:t>
            </a:r>
          </a:p>
        </p:txBody>
      </p:sp>
    </p:spTree>
    <p:extLst>
      <p:ext uri="{BB962C8B-B14F-4D97-AF65-F5344CB8AC3E}">
        <p14:creationId xmlns:p14="http://schemas.microsoft.com/office/powerpoint/2010/main" val="2382090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732-7613-B37A-712A-9C1CB97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Deployment strategies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9ECE6F51-B9A1-4306-8207-D75075B53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258929"/>
              </p:ext>
            </p:extLst>
          </p:nvPr>
        </p:nvGraphicFramePr>
        <p:xfrm>
          <a:off x="723900" y="1714500"/>
          <a:ext cx="9906000" cy="34798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23247372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7920953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85253728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80895472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Trigger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What you get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4C566A"/>
                          </a:solidFill>
                        </a:rPr>
                        <a:t>Trade-off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19007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Deploy on merge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Every merge to main runs the Test stage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Lowest latency; Test always equals main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Every commit lands in Test, so CI has to be good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4480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Release-branch cut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Creating release/x.y runs the Prod stage behind an approval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Batches tested changes; hotfix on the branch; main keeps moving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Branches to tidy up afterwards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C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7916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Tag-based promotion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Pushing tag v1.2 runs the Prod stage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Immutable pointer; rollback is redeploying the previous tag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Tags are easy to push by mistake; guard with conditions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9525">
                      <a:solidFill>
                        <a:srgbClr val="D8DE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1889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rgbClr val="2E3440"/>
                          </a:solidFill>
                        </a:rPr>
                        <a:t>Manual run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Someone runs the pipeline and picks environment and commit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Full control; fine for redeploys and rollbacks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>
                          <a:solidFill>
                            <a:srgbClr val="2E3440"/>
                          </a:solidFill>
                        </a:rPr>
                        <a:t>Click-ops creeps back 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8DEE9"/>
                      </a:solidFill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459670"/>
                  </a:ext>
                </a:extLst>
              </a:tr>
            </a:tbl>
          </a:graphicData>
        </a:graphic>
      </p:graphicFrame>
      <p:sp>
        <p:nvSpPr>
          <p:cNvPr id="30" name="Caption"/>
          <p:cNvSpPr txBox="1"/>
          <p:nvPr/>
        </p:nvSpPr>
        <p:spPr>
          <a:xfrm>
            <a:off x="723900" y="5524500"/>
            <a:ext cx="9906000" cy="762000"/>
          </a:xfrm>
          <a:prstGeom prst="rect">
            <a:avLst/>
          </a:prstGeom>
          <a:noFill/>
        </p:spPr>
        <p:txBody>
          <a:bodyPr wrap="square" lIns="0" tIns="45720" rIns="0" bIns="0">
            <a:normAutofit/>
          </a:bodyPr>
          <a:lstStyle/>
          <a:p>
            <a:r>
              <a:rPr lang="en-GB" sz="1800" dirty="0">
                <a:solidFill>
                  <a:srgbClr val="2E3440"/>
                </a:solidFill>
              </a:rPr>
              <a:t>Mix them by tier: </a:t>
            </a:r>
            <a:r>
              <a:rPr lang="en-GB" sz="1800" b="1" dirty="0">
                <a:solidFill>
                  <a:srgbClr val="E91E63"/>
                </a:solidFill>
              </a:rPr>
              <a:t>deploy on merge for Test, release-branch cut for Prod.</a:t>
            </a:r>
          </a:p>
          <a:p>
            <a:r>
              <a:rPr lang="en-GB" sz="1600" dirty="0">
                <a:solidFill>
                  <a:srgbClr val="4C566A"/>
                </a:solidFill>
              </a:rPr>
              <a:t>Keep the manual run for rollback only: same pipeline, pointed at the previous release branch.</a:t>
            </a:r>
          </a:p>
        </p:txBody>
      </p:sp>
    </p:spTree>
    <p:extLst>
      <p:ext uri="{BB962C8B-B14F-4D97-AF65-F5344CB8AC3E}">
        <p14:creationId xmlns:p14="http://schemas.microsoft.com/office/powerpoint/2010/main" val="3261653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732-7613-B37A-712A-9C1CB97B6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84200"/>
            <a:ext cx="9500000" cy="8509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464646"/>
                </a:solidFill>
              </a:rPr>
              <a:t>Azure DevOps controls on deployment</a:t>
            </a:r>
          </a:p>
        </p:txBody>
      </p:sp>
      <p:sp>
        <p:nvSpPr>
          <p:cNvPr id="21" name="Card"/>
          <p:cNvSpPr/>
          <p:nvPr/>
        </p:nvSpPr>
        <p:spPr>
          <a:xfrm>
            <a:off x="723900" y="1778000"/>
            <a:ext cx="3187700" cy="36195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2E3440"/>
                </a:solidFill>
              </a:rPr>
              <a:t>Branch policies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on main and release/*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Minimum reviewers, no self-approval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Build validation runs ci.yml before merge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No direct pushes; release/* is created from main only</a:t>
            </a:r>
          </a:p>
        </p:txBody>
      </p:sp>
      <p:sp>
        <p:nvSpPr>
          <p:cNvPr id="22" name="Card"/>
          <p:cNvSpPr/>
          <p:nvPr/>
        </p:nvSpPr>
        <p:spPr>
          <a:xfrm>
            <a:off x="4089400" y="1778000"/>
            <a:ext cx="3187700" cy="361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91E63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E91E63"/>
                </a:solidFill>
              </a:rPr>
              <a:t>Environment checks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Prod is an ADO Environment, not just a stage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Approvals: named approvers, not the requester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Branch control: only refs/heads/release/* may deploy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Exclusive lock, business hours, required YAML template</a:t>
            </a:r>
          </a:p>
        </p:txBody>
      </p:sp>
      <p:sp>
        <p:nvSpPr>
          <p:cNvPr id="23" name="Card"/>
          <p:cNvSpPr/>
          <p:nvPr/>
        </p:nvSpPr>
        <p:spPr>
          <a:xfrm>
            <a:off x="7442200" y="1778000"/>
            <a:ext cx="3187700" cy="36195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9050">
            <a:solidFill>
              <a:srgbClr val="D8DEE9"/>
            </a:solidFill>
          </a:ln>
        </p:spPr>
        <p:txBody>
          <a:bodyPr wrap="square" lIns="137160" tIns="137160" rIns="137160" bIns="137160" anchor="t">
            <a:normAutofit/>
          </a:bodyPr>
          <a:lstStyle/>
          <a:p>
            <a:pPr algn="l"/>
            <a:r>
              <a:rPr lang="en-GB" sz="2000" b="1" dirty="0">
                <a:solidFill>
                  <a:srgbClr val="2E3440"/>
                </a:solidFill>
              </a:rPr>
              <a:t>Identity and secrets</a:t>
            </a:r>
          </a:p>
          <a:p>
            <a:pPr algn="l"/>
            <a:r>
              <a:rPr lang="en-GB" sz="1400" i="1" dirty="0">
                <a:solidFill>
                  <a:srgbClr val="4C566A"/>
                </a:solidFill>
              </a:rPr>
              <a:t>who the pipeline is when it runs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One service connection per tier, with pipeline permissions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Workload identity federation, no client secret</a:t>
            </a:r>
          </a:p>
          <a:p>
            <a:pPr marL="228600" indent="-228600" algn="l">
              <a:spcBef>
                <a:spcPts val="600"/>
              </a:spcBef>
              <a:buFont typeface="Arial"/>
              <a:buChar char="•"/>
            </a:pPr>
            <a:r>
              <a:rPr lang="en-GB" sz="1400" dirty="0">
                <a:solidFill>
                  <a:srgbClr val="2E3440"/>
                </a:solidFill>
              </a:rPr>
              <a:t>Variable groups linked to Key Vault; deployment history per environment</a:t>
            </a:r>
          </a:p>
        </p:txBody>
      </p:sp>
      <p:sp>
        <p:nvSpPr>
          <p:cNvPr id="24" name="Caption"/>
          <p:cNvSpPr txBox="1"/>
          <p:nvPr/>
        </p:nvSpPr>
        <p:spPr>
          <a:xfrm>
            <a:off x="723900" y="5588000"/>
            <a:ext cx="9906000" cy="762000"/>
          </a:xfrm>
          <a:prstGeom prst="rect">
            <a:avLst/>
          </a:prstGeom>
          <a:noFill/>
        </p:spPr>
        <p:txBody>
          <a:bodyPr wrap="square" lIns="0" tIns="45720" rIns="0" bIns="0">
            <a:normAutofit/>
          </a:bodyPr>
          <a:lstStyle/>
          <a:p>
            <a:r>
              <a:rPr lang="en-GB" sz="1800" dirty="0">
                <a:solidFill>
                  <a:srgbClr val="2E3440"/>
                </a:solidFill>
              </a:rPr>
              <a:t>Approval gates live on the Environment, </a:t>
            </a:r>
            <a:r>
              <a:rPr lang="en-GB" sz="1800" b="1" dirty="0">
                <a:solidFill>
                  <a:srgbClr val="E91E63"/>
                </a:solidFill>
              </a:rPr>
              <a:t>so every pipeline that targets prod inherits them.</a:t>
            </a:r>
          </a:p>
          <a:p>
            <a:r>
              <a:rPr lang="en-GB" sz="1600" dirty="0">
                <a:solidFill>
                  <a:srgbClr val="4C566A"/>
                </a:solidFill>
              </a:rPr>
              <a:t>Branch control plus a release/*-only trigger means a stray push to main can never reach production.</a:t>
            </a:r>
          </a:p>
        </p:txBody>
      </p:sp>
    </p:spTree>
    <p:extLst>
      <p:ext uri="{BB962C8B-B14F-4D97-AF65-F5344CB8AC3E}">
        <p14:creationId xmlns:p14="http://schemas.microsoft.com/office/powerpoint/2010/main" val="32229955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730A2C-9FA6-C2A9-2342-D284DEB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6839041" cy="8509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464646"/>
                </a:solidFill>
              </a:rPr>
              <a:t>Takeaways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07A03-B38C-7C52-641D-C1C28D7DA39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23900" y="1625599"/>
            <a:ext cx="10744200" cy="317976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191919"/>
                </a:solidFill>
              </a:rPr>
              <a:t>Native features are incomplete</a:t>
            </a:r>
          </a:p>
          <a:p>
            <a:r>
              <a:rPr lang="en-GB" b="1" dirty="0">
                <a:solidFill>
                  <a:schemeClr val="accent1"/>
                </a:solidFill>
              </a:rPr>
              <a:t>fabric-</a:t>
            </a:r>
            <a:r>
              <a:rPr lang="en-GB" b="1" dirty="0" err="1">
                <a:solidFill>
                  <a:schemeClr val="accent1"/>
                </a:solidFill>
              </a:rPr>
              <a:t>cicd</a:t>
            </a:r>
            <a:r>
              <a:rPr lang="en-GB" dirty="0"/>
              <a:t> most complete solution</a:t>
            </a:r>
          </a:p>
          <a:p>
            <a:r>
              <a:rPr lang="en-GB" dirty="0"/>
              <a:t>Single workspace story is good, multi-workspace still painful</a:t>
            </a:r>
          </a:p>
          <a:p>
            <a:r>
              <a:rPr lang="en-GB" dirty="0"/>
              <a:t>Deployment plans start to cover Data-ops</a:t>
            </a:r>
          </a:p>
          <a:p>
            <a:endParaRPr lang="en-GB" dirty="0"/>
          </a:p>
          <a:p>
            <a:r>
              <a:rPr lang="en-GB" b="1" dirty="0"/>
              <a:t>DevOps is automating what you team already does, and makes it repeatable. </a:t>
            </a:r>
            <a:r>
              <a:rPr lang="en-GB" b="1" dirty="0">
                <a:solidFill>
                  <a:schemeClr val="accent1"/>
                </a:solidFill>
              </a:rPr>
              <a:t>Pick an approach that works for you!</a:t>
            </a:r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860F284D-AD48-43E1-B495-A845FC15B90D}"/>
              </a:ext>
            </a:extLst>
          </p:cNvPr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>
                <a:solidFill>
                  <a:srgbClr val="E91E63"/>
                </a:solidFill>
              </a:rPr>
              <a:t>WRAPPING UP</a:t>
            </a:r>
          </a:p>
        </p:txBody>
      </p:sp>
    </p:spTree>
    <p:extLst>
      <p:ext uri="{BB962C8B-B14F-4D97-AF65-F5344CB8AC3E}">
        <p14:creationId xmlns:p14="http://schemas.microsoft.com/office/powerpoint/2010/main" val="3629186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EF7F-BA41-C50B-E673-7967DFEC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584200"/>
            <a:ext cx="9499600" cy="850900"/>
          </a:xfrm>
        </p:spPr>
        <p:txBody>
          <a:bodyPr/>
          <a:lstStyle/>
          <a:p>
            <a:r>
              <a:rPr lang="en-GB" dirty="0">
                <a:solidFill>
                  <a:srgbClr val="464646"/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1722C-C62B-7FEF-4838-00A322405C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9999" y="1625600"/>
            <a:ext cx="9800000" cy="41402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1800" b="1" dirty="0"/>
              <a:t>fabric-cicd documentation and source</a:t>
            </a:r>
          </a:p>
          <a:p>
            <a:pPr marL="457200" indent="0">
              <a:buNone/>
            </a:pPr>
            <a:r>
              <a:rPr lang="en-GB" sz="1600" dirty="0">
                <a:solidFill>
                  <a:srgbClr val="E91E63"/>
                </a:solidFill>
              </a:rPr>
              <a:t>microsoft.github.io/fabric-cicd · github.com/microsoft/fabric-</a:t>
            </a:r>
            <a:r>
              <a:rPr lang="en-GB" sz="1600" dirty="0" err="1">
                <a:solidFill>
                  <a:srgbClr val="E91E63"/>
                </a:solidFill>
              </a:rPr>
              <a:t>cicd</a:t>
            </a:r>
            <a:endParaRPr lang="en-GB" sz="1600" dirty="0">
              <a:solidFill>
                <a:srgbClr val="E91E63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1800" b="1" dirty="0"/>
              <a:t>Dependency binding matrix (golden source)</a:t>
            </a:r>
          </a:p>
          <a:p>
            <a:pPr marL="457200" indent="0">
              <a:buNone/>
            </a:pPr>
            <a:r>
              <a:rPr lang="en-GB" sz="1600" dirty="0">
                <a:solidFill>
                  <a:srgbClr val="E91E63"/>
                </a:solidFill>
              </a:rPr>
              <a:t>learn.microsoft.com/fabric/cicd/cross-workspace-dependency-binding</a:t>
            </a:r>
          </a:p>
          <a:p>
            <a:pPr>
              <a:spcBef>
                <a:spcPts val="600"/>
              </a:spcBef>
            </a:pPr>
            <a:r>
              <a:rPr lang="en-GB" sz="1800" b="1" dirty="0"/>
              <a:t>Optimizing for CI/CD in Microsoft Fabric (Knightley et al.) · Azure DevOps tutorial</a:t>
            </a:r>
          </a:p>
          <a:p>
            <a:pPr marL="457200" indent="0">
              <a:buNone/>
            </a:pPr>
            <a:r>
              <a:rPr lang="en-GB" sz="1600" dirty="0">
                <a:solidFill>
                  <a:srgbClr val="E91E63"/>
                </a:solidFill>
              </a:rPr>
              <a:t>blog.fabric.microsoft.com/en-us/blog/optimizing-for-ci-cd-in-microsoft-fabric · learn.microsoft.com/fabric/cicd/tutorial-fabric-cicd-azure-devops</a:t>
            </a:r>
          </a:p>
          <a:p>
            <a:pPr>
              <a:spcBef>
                <a:spcPts val="600"/>
              </a:spcBef>
            </a:pPr>
            <a:r>
              <a:rPr lang="en-GB" sz="1800" b="1" dirty="0"/>
              <a:t>EvaluationContext.com</a:t>
            </a:r>
          </a:p>
          <a:p>
            <a:pPr marL="457200" indent="0">
              <a:buNone/>
            </a:pPr>
            <a:r>
              <a:rPr lang="en-GB" sz="1600" dirty="0">
                <a:solidFill>
                  <a:srgbClr val="E91E63"/>
                </a:solidFill>
              </a:rPr>
              <a:t>https://evaluationcontext.com/#category=cicd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723900" y="304800"/>
            <a:ext cx="5080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 b="1" dirty="0">
                <a:solidFill>
                  <a:srgbClr val="E91E63"/>
                </a:solidFill>
              </a:rPr>
              <a:t>WRAPPING UP</a:t>
            </a:r>
          </a:p>
        </p:txBody>
      </p:sp>
    </p:spTree>
    <p:extLst>
      <p:ext uri="{BB962C8B-B14F-4D97-AF65-F5344CB8AC3E}">
        <p14:creationId xmlns:p14="http://schemas.microsoft.com/office/powerpoint/2010/main" val="548913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262FC-7B76-5D19-185E-CA3050020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222" y="1089000"/>
            <a:ext cx="6843556" cy="4680000"/>
          </a:xfrm>
        </p:spPr>
        <p:txBody>
          <a:bodyPr/>
          <a:lstStyle/>
          <a:p>
            <a:r>
              <a:rPr lang="en-GB" dirty="0"/>
              <a:t>Thank you!</a:t>
            </a:r>
            <a:br>
              <a:rPr lang="en-GB" dirty="0"/>
            </a:br>
            <a:r>
              <a:rPr lang="en-GB" sz="28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7745415"/>
      </p:ext>
    </p:extLst>
  </p:cSld>
  <p:clrMapOvr>
    <a:masterClrMapping/>
  </p:clrMapOvr>
</p:sld>
</file>

<file path=ppt/theme/theme1.xml><?xml version="1.0" encoding="utf-8"?>
<a:theme xmlns:a="http://schemas.openxmlformats.org/drawingml/2006/main" name="Zure Theme Light">
  <a:themeElements>
    <a:clrScheme name="EvaluationContext">
      <a:dk1>
        <a:srgbClr val="2E3440"/>
      </a:dk1>
      <a:lt1>
        <a:srgbClr val="FFFFFF"/>
      </a:lt1>
      <a:dk2>
        <a:srgbClr val="4C566A"/>
      </a:dk2>
      <a:lt2>
        <a:srgbClr val="FFFFFF"/>
      </a:lt2>
      <a:accent1>
        <a:srgbClr val="E91E63"/>
      </a:accent1>
      <a:accent2>
        <a:srgbClr val="009688"/>
      </a:accent2>
      <a:accent3>
        <a:srgbClr val="5E81AC"/>
      </a:accent3>
      <a:accent4>
        <a:srgbClr val="C2185B"/>
      </a:accent4>
      <a:accent5>
        <a:srgbClr val="81A1C1"/>
      </a:accent5>
      <a:accent6>
        <a:srgbClr val="C9A227"/>
      </a:accent6>
      <a:hlink>
        <a:srgbClr val="F50057"/>
      </a:hlink>
      <a:folHlink>
        <a:srgbClr val="4C56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646D090-A9FB-4B99-BB44-E24460FE6859}" vid="{1E754D49-7A92-41AD-A482-57CFD4C85A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E7AE6E-C318-43EA-B6C8-2C0C84913FBA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79779dc7-0cf2-4638-994a-15c082b8364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9B009913D2A47B6E1CFEC8CB3D127" ma:contentTypeVersion="18" ma:contentTypeDescription="Create a new document." ma:contentTypeScope="" ma:versionID="69e1b12df504096fd3f07c522c90fe6b">
  <xsd:schema xmlns:xsd="http://www.w3.org/2001/XMLSchema" xmlns:xs="http://www.w3.org/2001/XMLSchema" xmlns:p="http://schemas.microsoft.com/office/2006/metadata/properties" xmlns:ns2="77b76e1c-cf04-47b1-9ddf-cab3a3502eaa" xmlns:ns3="ef939d35-6b12-409d-9666-6fc84e55f432" targetNamespace="http://schemas.microsoft.com/office/2006/metadata/properties" ma:root="true" ma:fieldsID="4a482f0bfa1c44cde76a11bbc130a7b8" ns2:_="" ns3:_="">
    <xsd:import namespace="77b76e1c-cf04-47b1-9ddf-cab3a3502eaa"/>
    <xsd:import namespace="ef939d35-6b12-409d-9666-6fc84e55f4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b76e1c-cf04-47b1-9ddf-cab3a3502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ddd0a68-ef94-4b45-929f-47f079e477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939d35-6b12-409d-9666-6fc84e55f43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1ff4118-a995-46ac-bb10-3486fe17f558}" ma:internalName="TaxCatchAll" ma:showField="CatchAllData" ma:web="ef939d35-6b12-409d-9666-6fc84e55f4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b76e1c-cf04-47b1-9ddf-cab3a3502eaa">
      <Terms xmlns="http://schemas.microsoft.com/office/infopath/2007/PartnerControls"/>
    </lcf76f155ced4ddcb4097134ff3c332f>
    <TaxCatchAll xmlns="ef939d35-6b12-409d-9666-6fc84e55f432" xsi:nil="true"/>
    <SharedWithUsers xmlns="ef939d35-6b12-409d-9666-6fc84e55f432">
      <UserInfo>
        <DisplayName>Pontus Mauno</DisplayName>
        <AccountId>204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2CF27C-9CB7-4970-A367-090C0C25E7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b76e1c-cf04-47b1-9ddf-cab3a3502eaa"/>
    <ds:schemaRef ds:uri="ef939d35-6b12-409d-9666-6fc84e55f4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7A4C54-058A-4A2E-9468-F3EBE47D1B4D}">
  <ds:schemaRefs>
    <ds:schemaRef ds:uri="77b76e1c-cf04-47b1-9ddf-cab3a3502eaa"/>
    <ds:schemaRef ds:uri="http://purl.org/dc/terms/"/>
    <ds:schemaRef ds:uri="http://www.w3.org/XML/1998/namespace"/>
    <ds:schemaRef ds:uri="ef939d35-6b12-409d-9666-6fc84e55f432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E541FEC-54E6-46B7-9536-12C8C7AE7D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11016</TotalTime>
  <Words>1915</Words>
  <Application>Microsoft Office PowerPoint</Application>
  <PresentationFormat>Widescreen</PresentationFormat>
  <Paragraphs>379</Paragraphs>
  <Slides>36</Slides>
  <Notes>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Segoe UI</vt:lpstr>
      <vt:lpstr>Zure Theme Light</vt:lpstr>
      <vt:lpstr>Fabric-CICD From Click Ops to DevOps</vt:lpstr>
      <vt:lpstr>PowerPoint Presentation</vt:lpstr>
      <vt:lpstr>Agenda</vt:lpstr>
      <vt:lpstr>PowerPoint Presentation</vt:lpstr>
      <vt:lpstr>Why DevOps?</vt:lpstr>
      <vt:lpstr>Native options</vt:lpstr>
      <vt:lpstr>Demo </vt:lpstr>
      <vt:lpstr>Thank you! questions?</vt:lpstr>
      <vt:lpstr>Thank you! questions?</vt:lpstr>
      <vt:lpstr>The Binding Problem</vt:lpstr>
      <vt:lpstr>Items References</vt:lpstr>
      <vt:lpstr>When Autobinding Fails</vt:lpstr>
      <vt:lpstr>The binding matrix</vt:lpstr>
      <vt:lpstr>Variable libraries</vt:lpstr>
      <vt:lpstr>Deployment Pipelines</vt:lpstr>
      <vt:lpstr>Deployment plans</vt:lpstr>
      <vt:lpstr>fabric-cicd Code-first deployments for Microsoft Fabric</vt:lpstr>
      <vt:lpstr>What is fabric-cicd</vt:lpstr>
      <vt:lpstr>Supported item types</vt:lpstr>
      <vt:lpstr>The basic deployment: deploy.py</vt:lpstr>
      <vt:lpstr>Config Deployment</vt:lpstr>
      <vt:lpstr>Fabric CLI</vt:lpstr>
      <vt:lpstr>parameter.yml</vt:lpstr>
      <vt:lpstr>Dynamic replacement</vt:lpstr>
      <vt:lpstr>Cross-workspace replacement</vt:lpstr>
      <vt:lpstr>Bulk publish</vt:lpstr>
      <vt:lpstr>Branching strategies</vt:lpstr>
      <vt:lpstr>Branching and workspaces</vt:lpstr>
      <vt:lpstr>Demo Deploy to test and prod with fabric-cicd and Azure DevOps</vt:lpstr>
      <vt:lpstr>One identity per tier, no humans in prod</vt:lpstr>
      <vt:lpstr>Two pipelines: CI validates, CD promotes</vt:lpstr>
      <vt:lpstr>Deployment strategies</vt:lpstr>
      <vt:lpstr>Azure DevOps controls on deployment</vt:lpstr>
      <vt:lpstr>Takeaways</vt:lpstr>
      <vt:lpstr>Resources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Zure Quick Facts</dc:title>
  <dc:creator>Sakari Nahi</dc:creator>
  <cp:lastModifiedBy>Jake Duddy</cp:lastModifiedBy>
  <cp:revision>6</cp:revision>
  <dcterms:created xsi:type="dcterms:W3CDTF">2022-11-28T12:09:39Z</dcterms:created>
  <dcterms:modified xsi:type="dcterms:W3CDTF">2026-10-14T20:51:00Z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0x0101001039B009913D2A47B6E1CFEC8CB3D127</vt:lpwstr>
  </property>
  <property fmtid="{D5CDD505-2E9C-101B-9397-08002B2CF9AE}" pid="3" name="MediaServiceImageTags">
    <vt:lpwstr/>
  </property>
</Properties>
</file>