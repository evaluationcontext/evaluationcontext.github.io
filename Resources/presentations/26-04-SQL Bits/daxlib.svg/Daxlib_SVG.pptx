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34"/>
  </p:notesMasterIdLst>
  <p:sldIdLst>
    <p:sldId id="264" r:id="rId5"/>
    <p:sldId id="265" r:id="rId6"/>
    <p:sldId id="295" r:id="rId7"/>
    <p:sldId id="331" r:id="rId8"/>
    <p:sldId id="267" r:id="rId9"/>
    <p:sldId id="293" r:id="rId10"/>
    <p:sldId id="290" r:id="rId11"/>
    <p:sldId id="259" r:id="rId12"/>
    <p:sldId id="260" r:id="rId13"/>
    <p:sldId id="280" r:id="rId14"/>
    <p:sldId id="268" r:id="rId15"/>
    <p:sldId id="279" r:id="rId16"/>
    <p:sldId id="287" r:id="rId17"/>
    <p:sldId id="321" r:id="rId18"/>
    <p:sldId id="294" r:id="rId19"/>
    <p:sldId id="310" r:id="rId20"/>
    <p:sldId id="317" r:id="rId21"/>
    <p:sldId id="332" r:id="rId22"/>
    <p:sldId id="319" r:id="rId23"/>
    <p:sldId id="330" r:id="rId24"/>
    <p:sldId id="334" r:id="rId25"/>
    <p:sldId id="335" r:id="rId26"/>
    <p:sldId id="342" r:id="rId27"/>
    <p:sldId id="262" r:id="rId28"/>
    <p:sldId id="323" r:id="rId29"/>
    <p:sldId id="325" r:id="rId30"/>
    <p:sldId id="343" r:id="rId31"/>
    <p:sldId id="344" r:id="rId32"/>
    <p:sldId id="32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D057A6"/>
    <a:srgbClr val="074D49"/>
    <a:srgbClr val="FFFFFF"/>
    <a:srgbClr val="B64986"/>
    <a:srgbClr val="56BCA6"/>
    <a:srgbClr val="EEF8F6"/>
    <a:srgbClr val="5BBEA8"/>
    <a:srgbClr val="2C1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99087-A366-4858-BEB3-5A9AC140D873}" v="398" dt="2026-04-25T07:51:11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3726" autoAdjust="0"/>
  </p:normalViewPr>
  <p:slideViewPr>
    <p:cSldViewPr snapToGrid="0">
      <p:cViewPr varScale="1">
        <p:scale>
          <a:sx n="88" d="100"/>
          <a:sy n="88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redo custSel addSld delSld modSld sldOrd">
      <pc:chgData name="Jake Duddy" userId="7a8a0c806e99fd3e" providerId="LiveId" clId="{CCFF1EDE-63BB-4842-AC66-0597FB2EFDF5}" dt="2026-04-25T10:29:57.493" v="3786" actId="20577"/>
      <pc:docMkLst>
        <pc:docMk/>
      </pc:docMkLst>
      <pc:sldChg chg="addSp delSp modSp mod modAnim">
        <pc:chgData name="Jake Duddy" userId="7a8a0c806e99fd3e" providerId="LiveId" clId="{CCFF1EDE-63BB-4842-AC66-0597FB2EFDF5}" dt="2026-04-22T10:11:42.282" v="1923"/>
        <pc:sldMkLst>
          <pc:docMk/>
          <pc:sldMk cId="599710890" sldId="259"/>
        </pc:sldMkLst>
        <pc:spChg chg="mod">
          <ac:chgData name="Jake Duddy" userId="7a8a0c806e99fd3e" providerId="LiveId" clId="{CCFF1EDE-63BB-4842-AC66-0597FB2EFDF5}" dt="2026-04-21T21:33:22.088" v="509" actId="20577"/>
          <ac:spMkLst>
            <pc:docMk/>
            <pc:sldMk cId="599710890" sldId="259"/>
            <ac:spMk id="2" creationId="{9AA56863-E881-8982-9510-2C41E4041B4B}"/>
          </ac:spMkLst>
        </pc:spChg>
        <pc:spChg chg="add mod">
          <ac:chgData name="Jake Duddy" userId="7a8a0c806e99fd3e" providerId="LiveId" clId="{CCFF1EDE-63BB-4842-AC66-0597FB2EFDF5}" dt="2026-04-21T22:26:36.655" v="902"/>
          <ac:spMkLst>
            <pc:docMk/>
            <pc:sldMk cId="599710890" sldId="259"/>
            <ac:spMk id="7" creationId="{646B5EF1-9A2D-0146-7697-9F44622B3F9F}"/>
          </ac:spMkLst>
        </pc:spChg>
        <pc:spChg chg="add mod">
          <ac:chgData name="Jake Duddy" userId="7a8a0c806e99fd3e" providerId="LiveId" clId="{CCFF1EDE-63BB-4842-AC66-0597FB2EFDF5}" dt="2026-04-21T21:57:48.612" v="663" actId="14100"/>
          <ac:spMkLst>
            <pc:docMk/>
            <pc:sldMk cId="599710890" sldId="259"/>
            <ac:spMk id="8" creationId="{F451309A-B6DD-4A31-6543-D194CD99395A}"/>
          </ac:spMkLst>
        </pc:spChg>
        <pc:picChg chg="add mod">
          <ac:chgData name="Jake Duddy" userId="7a8a0c806e99fd3e" providerId="LiveId" clId="{CCFF1EDE-63BB-4842-AC66-0597FB2EFDF5}" dt="2026-04-21T21:57:13.809" v="657" actId="1076"/>
          <ac:picMkLst>
            <pc:docMk/>
            <pc:sldMk cId="599710890" sldId="259"/>
            <ac:picMk id="5" creationId="{E53DA82B-9544-3151-F42F-31C8105A09B2}"/>
          </ac:picMkLst>
        </pc:picChg>
      </pc:sldChg>
      <pc:sldChg chg="addSp delSp modSp mod modAnim">
        <pc:chgData name="Jake Duddy" userId="7a8a0c806e99fd3e" providerId="LiveId" clId="{CCFF1EDE-63BB-4842-AC66-0597FB2EFDF5}" dt="2026-04-22T10:11:49.287" v="1924"/>
        <pc:sldMkLst>
          <pc:docMk/>
          <pc:sldMk cId="2544395957" sldId="260"/>
        </pc:sldMkLst>
        <pc:spChg chg="mod">
          <ac:chgData name="Jake Duddy" userId="7a8a0c806e99fd3e" providerId="LiveId" clId="{CCFF1EDE-63BB-4842-AC66-0597FB2EFDF5}" dt="2026-04-21T21:59:26.008" v="675" actId="20577"/>
          <ac:spMkLst>
            <pc:docMk/>
            <pc:sldMk cId="2544395957" sldId="260"/>
            <ac:spMk id="2" creationId="{20E538F0-1178-7BDD-CFA1-2F38FCE96B3C}"/>
          </ac:spMkLst>
        </pc:spChg>
        <pc:spChg chg="add mod">
          <ac:chgData name="Jake Duddy" userId="7a8a0c806e99fd3e" providerId="LiveId" clId="{CCFF1EDE-63BB-4842-AC66-0597FB2EFDF5}" dt="2026-04-21T22:29:15.499" v="970" actId="1076"/>
          <ac:spMkLst>
            <pc:docMk/>
            <pc:sldMk cId="2544395957" sldId="260"/>
            <ac:spMk id="6" creationId="{B93C8F14-565E-2504-2E5E-019C4FAEADB0}"/>
          </ac:spMkLst>
        </pc:spChg>
        <pc:spChg chg="add mod">
          <ac:chgData name="Jake Duddy" userId="7a8a0c806e99fd3e" providerId="LiveId" clId="{CCFF1EDE-63BB-4842-AC66-0597FB2EFDF5}" dt="2026-04-21T22:29:19.833" v="972" actId="1076"/>
          <ac:spMkLst>
            <pc:docMk/>
            <pc:sldMk cId="2544395957" sldId="260"/>
            <ac:spMk id="9" creationId="{FDC426F3-D835-A259-6C61-7C4309FE3032}"/>
          </ac:spMkLst>
        </pc:spChg>
        <pc:picChg chg="add mod">
          <ac:chgData name="Jake Duddy" userId="7a8a0c806e99fd3e" providerId="LiveId" clId="{CCFF1EDE-63BB-4842-AC66-0597FB2EFDF5}" dt="2026-04-21T22:29:19.833" v="972" actId="1076"/>
          <ac:picMkLst>
            <pc:docMk/>
            <pc:sldMk cId="2544395957" sldId="260"/>
            <ac:picMk id="5" creationId="{99AAA1A8-4F2E-E9D4-1228-D23FA4B15DDC}"/>
          </ac:picMkLst>
        </pc:picChg>
      </pc:sldChg>
      <pc:sldChg chg="addSp modSp mod">
        <pc:chgData name="Jake Duddy" userId="7a8a0c806e99fd3e" providerId="LiveId" clId="{CCFF1EDE-63BB-4842-AC66-0597FB2EFDF5}" dt="2026-04-21T22:46:43.541" v="1664" actId="20577"/>
        <pc:sldMkLst>
          <pc:docMk/>
          <pc:sldMk cId="1283500346" sldId="262"/>
        </pc:sldMkLst>
        <pc:spChg chg="mod">
          <ac:chgData name="Jake Duddy" userId="7a8a0c806e99fd3e" providerId="LiveId" clId="{CCFF1EDE-63BB-4842-AC66-0597FB2EFDF5}" dt="2026-04-21T22:44:31.993" v="1535" actId="20577"/>
          <ac:spMkLst>
            <pc:docMk/>
            <pc:sldMk cId="1283500346" sldId="262"/>
            <ac:spMk id="2" creationId="{235B2592-D417-7382-0247-E2CCA31F528F}"/>
          </ac:spMkLst>
        </pc:spChg>
        <pc:spChg chg="mod">
          <ac:chgData name="Jake Duddy" userId="7a8a0c806e99fd3e" providerId="LiveId" clId="{CCFF1EDE-63BB-4842-AC66-0597FB2EFDF5}" dt="2026-04-21T22:46:43.541" v="1664" actId="20577"/>
          <ac:spMkLst>
            <pc:docMk/>
            <pc:sldMk cId="1283500346" sldId="262"/>
            <ac:spMk id="3" creationId="{41C28C88-0AC5-087A-0FB4-7DA7DC4F3E29}"/>
          </ac:spMkLst>
        </pc:spChg>
        <pc:picChg chg="add mod">
          <ac:chgData name="Jake Duddy" userId="7a8a0c806e99fd3e" providerId="LiveId" clId="{CCFF1EDE-63BB-4842-AC66-0597FB2EFDF5}" dt="2026-04-21T22:45:26.420" v="1608" actId="1076"/>
          <ac:picMkLst>
            <pc:docMk/>
            <pc:sldMk cId="1283500346" sldId="262"/>
            <ac:picMk id="6" creationId="{A20E87FD-B4E3-BCC7-05B4-9AA47D4FC096}"/>
          </ac:picMkLst>
        </pc:picChg>
        <pc:picChg chg="add mod">
          <ac:chgData name="Jake Duddy" userId="7a8a0c806e99fd3e" providerId="LiveId" clId="{CCFF1EDE-63BB-4842-AC66-0597FB2EFDF5}" dt="2026-04-21T22:45:26.420" v="1608" actId="1076"/>
          <ac:picMkLst>
            <pc:docMk/>
            <pc:sldMk cId="1283500346" sldId="262"/>
            <ac:picMk id="8" creationId="{DF850231-057B-4126-80C5-100BF4F06AD5}"/>
          </ac:picMkLst>
        </pc:picChg>
        <pc:picChg chg="add mod">
          <ac:chgData name="Jake Duddy" userId="7a8a0c806e99fd3e" providerId="LiveId" clId="{CCFF1EDE-63BB-4842-AC66-0597FB2EFDF5}" dt="2026-04-21T22:45:26.420" v="1608" actId="1076"/>
          <ac:picMkLst>
            <pc:docMk/>
            <pc:sldMk cId="1283500346" sldId="262"/>
            <ac:picMk id="10" creationId="{88394363-83DA-90EE-308B-2B4D20326037}"/>
          </ac:picMkLst>
        </pc:picChg>
        <pc:picChg chg="add mod">
          <ac:chgData name="Jake Duddy" userId="7a8a0c806e99fd3e" providerId="LiveId" clId="{CCFF1EDE-63BB-4842-AC66-0597FB2EFDF5}" dt="2026-04-21T22:45:26.420" v="1608" actId="1076"/>
          <ac:picMkLst>
            <pc:docMk/>
            <pc:sldMk cId="1283500346" sldId="262"/>
            <ac:picMk id="12" creationId="{AFC1EE50-FA74-1D49-DF16-F409FEFB231C}"/>
          </ac:picMkLst>
        </pc:picChg>
      </pc:sldChg>
      <pc:sldChg chg="modSp mod">
        <pc:chgData name="Jake Duddy" userId="7a8a0c806e99fd3e" providerId="LiveId" clId="{CCFF1EDE-63BB-4842-AC66-0597FB2EFDF5}" dt="2026-04-23T07:40:18.326" v="2644" actId="21"/>
        <pc:sldMkLst>
          <pc:docMk/>
          <pc:sldMk cId="3614430531" sldId="264"/>
        </pc:sldMkLst>
        <pc:spChg chg="mod">
          <ac:chgData name="Jake Duddy" userId="7a8a0c806e99fd3e" providerId="LiveId" clId="{CCFF1EDE-63BB-4842-AC66-0597FB2EFDF5}" dt="2026-04-23T07:40:18.326" v="2644" actId="21"/>
          <ac:spMkLst>
            <pc:docMk/>
            <pc:sldMk cId="3614430531" sldId="264"/>
            <ac:spMk id="12" creationId="{1222617F-D3A4-600C-A967-1FEC73F068D5}"/>
          </ac:spMkLst>
        </pc:spChg>
      </pc:sldChg>
      <pc:sldChg chg="modSp add">
        <pc:chgData name="Jake Duddy" userId="7a8a0c806e99fd3e" providerId="LiveId" clId="{CCFF1EDE-63BB-4842-AC66-0597FB2EFDF5}" dt="2026-04-21T20:44:24.548" v="338"/>
        <pc:sldMkLst>
          <pc:docMk/>
          <pc:sldMk cId="3325961361" sldId="267"/>
        </pc:sldMkLst>
        <pc:spChg chg="mod">
          <ac:chgData name="Jake Duddy" userId="7a8a0c806e99fd3e" providerId="LiveId" clId="{CCFF1EDE-63BB-4842-AC66-0597FB2EFDF5}" dt="2026-04-21T20:44:24.548" v="338"/>
          <ac:spMkLst>
            <pc:docMk/>
            <pc:sldMk cId="3325961361" sldId="267"/>
            <ac:spMk id="2" creationId="{4FF6587D-3328-5E66-9D60-7C7868B64A1B}"/>
          </ac:spMkLst>
        </pc:spChg>
      </pc:sldChg>
      <pc:sldChg chg="add">
        <pc:chgData name="Jake Duddy" userId="7a8a0c806e99fd3e" providerId="LiveId" clId="{CCFF1EDE-63BB-4842-AC66-0597FB2EFDF5}" dt="2026-04-21T22:17:09.853" v="787"/>
        <pc:sldMkLst>
          <pc:docMk/>
          <pc:sldMk cId="2596470607" sldId="268"/>
        </pc:sldMkLst>
      </pc:sldChg>
      <pc:sldChg chg="add">
        <pc:chgData name="Jake Duddy" userId="7a8a0c806e99fd3e" providerId="LiveId" clId="{CCFF1EDE-63BB-4842-AC66-0597FB2EFDF5}" dt="2026-04-21T22:17:09.853" v="787"/>
        <pc:sldMkLst>
          <pc:docMk/>
          <pc:sldMk cId="2894187985" sldId="279"/>
        </pc:sldMkLst>
      </pc:sldChg>
      <pc:sldChg chg="modSp add mod">
        <pc:chgData name="Jake Duddy" userId="7a8a0c806e99fd3e" providerId="LiveId" clId="{CCFF1EDE-63BB-4842-AC66-0597FB2EFDF5}" dt="2026-04-21T22:17:34.708" v="788" actId="20577"/>
        <pc:sldMkLst>
          <pc:docMk/>
          <pc:sldMk cId="923541662" sldId="280"/>
        </pc:sldMkLst>
        <pc:spChg chg="mod">
          <ac:chgData name="Jake Duddy" userId="7a8a0c806e99fd3e" providerId="LiveId" clId="{CCFF1EDE-63BB-4842-AC66-0597FB2EFDF5}" dt="2026-04-21T22:17:34.708" v="788" actId="20577"/>
          <ac:spMkLst>
            <pc:docMk/>
            <pc:sldMk cId="923541662" sldId="280"/>
            <ac:spMk id="8" creationId="{F0099CB5-DCAD-1F8B-BD9B-ABAC5B0152E2}"/>
          </ac:spMkLst>
        </pc:spChg>
      </pc:sldChg>
      <pc:sldChg chg="add">
        <pc:chgData name="Jake Duddy" userId="7a8a0c806e99fd3e" providerId="LiveId" clId="{CCFF1EDE-63BB-4842-AC66-0597FB2EFDF5}" dt="2026-04-21T22:17:09.853" v="787"/>
        <pc:sldMkLst>
          <pc:docMk/>
          <pc:sldMk cId="4004143657" sldId="287"/>
        </pc:sldMkLst>
      </pc:sldChg>
      <pc:sldChg chg="addSp delSp modSp add mod">
        <pc:chgData name="Jake Duddy" userId="7a8a0c806e99fd3e" providerId="LiveId" clId="{CCFF1EDE-63BB-4842-AC66-0597FB2EFDF5}" dt="2026-04-22T10:09:37.088" v="1922" actId="20577"/>
        <pc:sldMkLst>
          <pc:docMk/>
          <pc:sldMk cId="2611002970" sldId="290"/>
        </pc:sldMkLst>
        <pc:spChg chg="mod">
          <ac:chgData name="Jake Duddy" userId="7a8a0c806e99fd3e" providerId="LiveId" clId="{CCFF1EDE-63BB-4842-AC66-0597FB2EFDF5}" dt="2026-04-22T10:09:37.088" v="1922" actId="20577"/>
          <ac:spMkLst>
            <pc:docMk/>
            <pc:sldMk cId="2611002970" sldId="290"/>
            <ac:spMk id="2" creationId="{7BA5DB2F-D070-C208-8336-08B71C6AF793}"/>
          </ac:spMkLst>
        </pc:spChg>
        <pc:spChg chg="mod">
          <ac:chgData name="Jake Duddy" userId="7a8a0c806e99fd3e" providerId="LiveId" clId="{CCFF1EDE-63BB-4842-AC66-0597FB2EFDF5}" dt="2026-04-22T10:09:28.174" v="1903" actId="207"/>
          <ac:spMkLst>
            <pc:docMk/>
            <pc:sldMk cId="2611002970" sldId="290"/>
            <ac:spMk id="3" creationId="{20B036DF-6F79-CBC8-D01E-C92B6F521BAE}"/>
          </ac:spMkLst>
        </pc:spChg>
      </pc:sldChg>
      <pc:sldChg chg="addSp delSp modSp add mod ord addAnim delAnim modAnim">
        <pc:chgData name="Jake Duddy" userId="7a8a0c806e99fd3e" providerId="LiveId" clId="{CCFF1EDE-63BB-4842-AC66-0597FB2EFDF5}" dt="2026-04-23T12:49:45.673" v="3012" actId="20577"/>
        <pc:sldMkLst>
          <pc:docMk/>
          <pc:sldMk cId="3222089196" sldId="293"/>
        </pc:sldMkLst>
        <pc:spChg chg="add mod">
          <ac:chgData name="Jake Duddy" userId="7a8a0c806e99fd3e" providerId="LiveId" clId="{CCFF1EDE-63BB-4842-AC66-0597FB2EFDF5}" dt="2026-04-21T22:26:36.655" v="902"/>
          <ac:spMkLst>
            <pc:docMk/>
            <pc:sldMk cId="3222089196" sldId="293"/>
            <ac:spMk id="6" creationId="{03CDDBE6-FAC4-E7E7-31FA-84E7BF694910}"/>
          </ac:spMkLst>
        </pc:spChg>
        <pc:spChg chg="add mod">
          <ac:chgData name="Jake Duddy" userId="7a8a0c806e99fd3e" providerId="LiveId" clId="{CCFF1EDE-63BB-4842-AC66-0597FB2EFDF5}" dt="2026-04-21T21:07:25.166" v="399" actId="693"/>
          <ac:spMkLst>
            <pc:docMk/>
            <pc:sldMk cId="3222089196" sldId="293"/>
            <ac:spMk id="7" creationId="{E9251195-54E4-C0FB-498B-9FE4453CDC69}"/>
          </ac:spMkLst>
        </pc:spChg>
        <pc:spChg chg="add mod">
          <ac:chgData name="Jake Duddy" userId="7a8a0c806e99fd3e" providerId="LiveId" clId="{CCFF1EDE-63BB-4842-AC66-0597FB2EFDF5}" dt="2026-04-21T21:16:52.783" v="420" actId="164"/>
          <ac:spMkLst>
            <pc:docMk/>
            <pc:sldMk cId="3222089196" sldId="293"/>
            <ac:spMk id="13" creationId="{9ED27B65-55A7-2BAF-1452-81ABC8C681E6}"/>
          </ac:spMkLst>
        </pc:spChg>
        <pc:spChg chg="add mod">
          <ac:chgData name="Jake Duddy" userId="7a8a0c806e99fd3e" providerId="LiveId" clId="{CCFF1EDE-63BB-4842-AC66-0597FB2EFDF5}" dt="2026-04-21T21:16:52.783" v="420" actId="164"/>
          <ac:spMkLst>
            <pc:docMk/>
            <pc:sldMk cId="3222089196" sldId="293"/>
            <ac:spMk id="16" creationId="{D6403A18-1391-16AB-439A-3609218990C8}"/>
          </ac:spMkLst>
        </pc:spChg>
        <pc:spChg chg="add mod">
          <ac:chgData name="Jake Duddy" userId="7a8a0c806e99fd3e" providerId="LiveId" clId="{CCFF1EDE-63BB-4842-AC66-0597FB2EFDF5}" dt="2026-04-21T21:16:35.867" v="417" actId="20577"/>
          <ac:spMkLst>
            <pc:docMk/>
            <pc:sldMk cId="3222089196" sldId="293"/>
            <ac:spMk id="17" creationId="{EA218F3D-566C-7773-9ED8-2A067C915A18}"/>
          </ac:spMkLst>
        </pc:spChg>
        <pc:spChg chg="add mod">
          <ac:chgData name="Jake Duddy" userId="7a8a0c806e99fd3e" providerId="LiveId" clId="{CCFF1EDE-63BB-4842-AC66-0597FB2EFDF5}" dt="2026-04-21T21:16:43.236" v="419" actId="1076"/>
          <ac:spMkLst>
            <pc:docMk/>
            <pc:sldMk cId="3222089196" sldId="293"/>
            <ac:spMk id="18" creationId="{DC3B1A1B-5875-3F39-96B2-7472CA15A694}"/>
          </ac:spMkLst>
        </pc:spChg>
        <pc:spChg chg="add mod">
          <ac:chgData name="Jake Duddy" userId="7a8a0c806e99fd3e" providerId="LiveId" clId="{CCFF1EDE-63BB-4842-AC66-0597FB2EFDF5}" dt="2026-04-21T22:26:36.655" v="902"/>
          <ac:spMkLst>
            <pc:docMk/>
            <pc:sldMk cId="3222089196" sldId="293"/>
            <ac:spMk id="21" creationId="{E832B9BC-43F2-341A-4ED1-D9088E0C21DC}"/>
          </ac:spMkLst>
        </pc:spChg>
        <pc:spChg chg="add mod">
          <ac:chgData name="Jake Duddy" userId="7a8a0c806e99fd3e" providerId="LiveId" clId="{CCFF1EDE-63BB-4842-AC66-0597FB2EFDF5}" dt="2026-04-23T10:23:14.975" v="2871" actId="207"/>
          <ac:spMkLst>
            <pc:docMk/>
            <pc:sldMk cId="3222089196" sldId="293"/>
            <ac:spMk id="24" creationId="{9FE622EB-45E1-70C5-3013-59EE453F3979}"/>
          </ac:spMkLst>
        </pc:spChg>
        <pc:spChg chg="add mod">
          <ac:chgData name="Jake Duddy" userId="7a8a0c806e99fd3e" providerId="LiveId" clId="{CCFF1EDE-63BB-4842-AC66-0597FB2EFDF5}" dt="2026-04-23T10:23:14.975" v="2871" actId="207"/>
          <ac:spMkLst>
            <pc:docMk/>
            <pc:sldMk cId="3222089196" sldId="293"/>
            <ac:spMk id="25" creationId="{5BF23227-00DA-A4C1-D844-8F733D79CCAB}"/>
          </ac:spMkLst>
        </pc:spChg>
        <pc:spChg chg="add mod">
          <ac:chgData name="Jake Duddy" userId="7a8a0c806e99fd3e" providerId="LiveId" clId="{CCFF1EDE-63BB-4842-AC66-0597FB2EFDF5}" dt="2026-04-23T10:23:14.975" v="2871" actId="207"/>
          <ac:spMkLst>
            <pc:docMk/>
            <pc:sldMk cId="3222089196" sldId="293"/>
            <ac:spMk id="27" creationId="{0053D24C-07AB-70D6-F6E9-F8DF08123060}"/>
          </ac:spMkLst>
        </pc:spChg>
        <pc:spChg chg="add mod">
          <ac:chgData name="Jake Duddy" userId="7a8a0c806e99fd3e" providerId="LiveId" clId="{CCFF1EDE-63BB-4842-AC66-0597FB2EFDF5}" dt="2026-04-23T10:23:14.975" v="2871" actId="207"/>
          <ac:spMkLst>
            <pc:docMk/>
            <pc:sldMk cId="3222089196" sldId="293"/>
            <ac:spMk id="28" creationId="{FBD6C179-61BD-1EF2-3F81-1C7D79CB0580}"/>
          </ac:spMkLst>
        </pc:spChg>
        <pc:spChg chg="add mod">
          <ac:chgData name="Jake Duddy" userId="7a8a0c806e99fd3e" providerId="LiveId" clId="{CCFF1EDE-63BB-4842-AC66-0597FB2EFDF5}" dt="2026-04-23T10:23:50.196" v="2887" actId="20577"/>
          <ac:spMkLst>
            <pc:docMk/>
            <pc:sldMk cId="3222089196" sldId="293"/>
            <ac:spMk id="31" creationId="{CFA561E0-5400-F489-6FFD-3A3A10C6F544}"/>
          </ac:spMkLst>
        </pc:spChg>
        <pc:spChg chg="add mod">
          <ac:chgData name="Jake Duddy" userId="7a8a0c806e99fd3e" providerId="LiveId" clId="{CCFF1EDE-63BB-4842-AC66-0597FB2EFDF5}" dt="2026-04-23T10:24:38.076" v="2891"/>
          <ac:spMkLst>
            <pc:docMk/>
            <pc:sldMk cId="3222089196" sldId="293"/>
            <ac:spMk id="33" creationId="{19735000-6F52-591F-E914-94A472427F64}"/>
          </ac:spMkLst>
        </pc:spChg>
        <pc:spChg chg="add mod">
          <ac:chgData name="Jake Duddy" userId="7a8a0c806e99fd3e" providerId="LiveId" clId="{CCFF1EDE-63BB-4842-AC66-0597FB2EFDF5}" dt="2026-04-23T12:49:45.673" v="3012" actId="20577"/>
          <ac:spMkLst>
            <pc:docMk/>
            <pc:sldMk cId="3222089196" sldId="293"/>
            <ac:spMk id="36" creationId="{86F17E58-FC62-B530-234B-51E035808CEB}"/>
          </ac:spMkLst>
        </pc:spChg>
        <pc:spChg chg="mod ord">
          <ac:chgData name="Jake Duddy" userId="7a8a0c806e99fd3e" providerId="LiveId" clId="{CCFF1EDE-63BB-4842-AC66-0597FB2EFDF5}" dt="2026-04-23T10:31:14.206" v="2933" actId="164"/>
          <ac:spMkLst>
            <pc:docMk/>
            <pc:sldMk cId="3222089196" sldId="293"/>
            <ac:spMk id="42" creationId="{CA01D7DD-5E95-67B6-1017-6D6C8E30F341}"/>
          </ac:spMkLst>
        </pc:spChg>
        <pc:spChg chg="add mod">
          <ac:chgData name="Jake Duddy" userId="7a8a0c806e99fd3e" providerId="LiveId" clId="{CCFF1EDE-63BB-4842-AC66-0597FB2EFDF5}" dt="2026-04-23T10:31:14.206" v="2933" actId="164"/>
          <ac:spMkLst>
            <pc:docMk/>
            <pc:sldMk cId="3222089196" sldId="293"/>
            <ac:spMk id="44" creationId="{8C41949A-1164-4ABF-B475-79B066373890}"/>
          </ac:spMkLst>
        </pc:spChg>
        <pc:grpChg chg="add mod">
          <ac:chgData name="Jake Duddy" userId="7a8a0c806e99fd3e" providerId="LiveId" clId="{CCFF1EDE-63BB-4842-AC66-0597FB2EFDF5}" dt="2026-04-21T21:16:52.783" v="420" actId="164"/>
          <ac:grpSpMkLst>
            <pc:docMk/>
            <pc:sldMk cId="3222089196" sldId="293"/>
            <ac:grpSpMk id="19" creationId="{0814253F-27E3-1B8E-405C-FAEA39986E23}"/>
          </ac:grpSpMkLst>
        </pc:grpChg>
        <pc:grpChg chg="add mod">
          <ac:chgData name="Jake Duddy" userId="7a8a0c806e99fd3e" providerId="LiveId" clId="{CCFF1EDE-63BB-4842-AC66-0597FB2EFDF5}" dt="2026-04-23T12:49:04.399" v="2992" actId="1036"/>
          <ac:grpSpMkLst>
            <pc:docMk/>
            <pc:sldMk cId="3222089196" sldId="293"/>
            <ac:grpSpMk id="45" creationId="{98DBC9EC-A279-4BF8-DF07-08992F7BE5D9}"/>
          </ac:grpSpMkLst>
        </pc:grpChg>
        <pc:picChg chg="add mod ord">
          <ac:chgData name="Jake Duddy" userId="7a8a0c806e99fd3e" providerId="LiveId" clId="{CCFF1EDE-63BB-4842-AC66-0597FB2EFDF5}" dt="2026-04-23T10:23:00.781" v="2856" actId="167"/>
          <ac:picMkLst>
            <pc:docMk/>
            <pc:sldMk cId="3222089196" sldId="293"/>
            <ac:picMk id="23" creationId="{89F91C7F-547E-E4C7-FA04-6DF6296ABA38}"/>
          </ac:picMkLst>
        </pc:picChg>
        <pc:picChg chg="add mod ord">
          <ac:chgData name="Jake Duddy" userId="7a8a0c806e99fd3e" providerId="LiveId" clId="{CCFF1EDE-63BB-4842-AC66-0597FB2EFDF5}" dt="2026-04-23T10:23:42.839" v="2872"/>
          <ac:picMkLst>
            <pc:docMk/>
            <pc:sldMk cId="3222089196" sldId="293"/>
            <ac:picMk id="32" creationId="{47ABB663-A7D1-3CB2-7731-A717D5AF0978}"/>
          </ac:picMkLst>
        </pc:picChg>
        <pc:picChg chg="add mod">
          <ac:chgData name="Jake Duddy" userId="7a8a0c806e99fd3e" providerId="LiveId" clId="{CCFF1EDE-63BB-4842-AC66-0597FB2EFDF5}" dt="2026-04-23T10:31:14.206" v="2933" actId="164"/>
          <ac:picMkLst>
            <pc:docMk/>
            <pc:sldMk cId="3222089196" sldId="293"/>
            <ac:picMk id="38" creationId="{E4959291-C0BF-F52F-9A17-2229CDE4CD3E}"/>
          </ac:picMkLst>
        </pc:picChg>
        <pc:cxnChg chg="add del mod">
          <ac:chgData name="Jake Duddy" userId="7a8a0c806e99fd3e" providerId="LiveId" clId="{CCFF1EDE-63BB-4842-AC66-0597FB2EFDF5}" dt="2026-04-21T21:16:52.783" v="420" actId="164"/>
          <ac:cxnSpMkLst>
            <pc:docMk/>
            <pc:sldMk cId="3222089196" sldId="293"/>
            <ac:cxnSpMk id="9" creationId="{EF9B35A7-9485-67ED-5DDA-32AE931312EB}"/>
          </ac:cxnSpMkLst>
        </pc:cxnChg>
        <pc:cxnChg chg="add del mod">
          <ac:chgData name="Jake Duddy" userId="7a8a0c806e99fd3e" providerId="LiveId" clId="{CCFF1EDE-63BB-4842-AC66-0597FB2EFDF5}" dt="2026-04-21T21:07:35.502" v="403" actId="478"/>
          <ac:cxnSpMkLst>
            <pc:docMk/>
            <pc:sldMk cId="3222089196" sldId="293"/>
            <ac:cxnSpMk id="10" creationId="{545D8359-9092-0E66-C00E-304B79AC390B}"/>
          </ac:cxnSpMkLst>
        </pc:cxnChg>
      </pc:sldChg>
      <pc:sldChg chg="addSp delSp modSp add mod">
        <pc:chgData name="Jake Duddy" userId="7a8a0c806e99fd3e" providerId="LiveId" clId="{CCFF1EDE-63BB-4842-AC66-0597FB2EFDF5}" dt="2026-04-23T12:46:19.977" v="2972" actId="207"/>
        <pc:sldMkLst>
          <pc:docMk/>
          <pc:sldMk cId="1140044440" sldId="294"/>
        </pc:sldMkLst>
        <pc:spChg chg="add mod">
          <ac:chgData name="Jake Duddy" userId="7a8a0c806e99fd3e" providerId="LiveId" clId="{CCFF1EDE-63BB-4842-AC66-0597FB2EFDF5}" dt="2026-04-23T12:46:19.977" v="2972" actId="207"/>
          <ac:spMkLst>
            <pc:docMk/>
            <pc:sldMk cId="1140044440" sldId="294"/>
            <ac:spMk id="2" creationId="{27DC11D7-0B7A-A76A-F63F-0DAA51CC0589}"/>
          </ac:spMkLst>
        </pc:spChg>
      </pc:sldChg>
      <pc:sldChg chg="addSp delSp modSp add mod ord modNotes modNotesTx">
        <pc:chgData name="Jake Duddy" userId="7a8a0c806e99fd3e" providerId="LiveId" clId="{CCFF1EDE-63BB-4842-AC66-0597FB2EFDF5}" dt="2026-04-23T12:45:53.595" v="2969" actId="207"/>
        <pc:sldMkLst>
          <pc:docMk/>
          <pc:sldMk cId="2856485608" sldId="295"/>
        </pc:sldMkLst>
        <pc:spChg chg="mod">
          <ac:chgData name="Jake Duddy" userId="7a8a0c806e99fd3e" providerId="LiveId" clId="{CCFF1EDE-63BB-4842-AC66-0597FB2EFDF5}" dt="2026-04-23T07:26:09.872" v="2084" actId="21"/>
          <ac:spMkLst>
            <pc:docMk/>
            <pc:sldMk cId="2856485608" sldId="295"/>
            <ac:spMk id="12" creationId="{C27755FE-5D42-BA76-309D-B436E67985EF}"/>
          </ac:spMkLst>
        </pc:spChg>
        <pc:spChg chg="add mod">
          <ac:chgData name="Jake Duddy" userId="7a8a0c806e99fd3e" providerId="LiveId" clId="{CCFF1EDE-63BB-4842-AC66-0597FB2EFDF5}" dt="2026-04-23T12:45:53.595" v="2969" actId="207"/>
          <ac:spMkLst>
            <pc:docMk/>
            <pc:sldMk cId="2856485608" sldId="295"/>
            <ac:spMk id="19" creationId="{8CF114BE-25C1-CC4C-C734-75D7320815C1}"/>
          </ac:spMkLst>
        </pc:spChg>
        <pc:picChg chg="add mod modCrop">
          <ac:chgData name="Jake Duddy" userId="7a8a0c806e99fd3e" providerId="LiveId" clId="{CCFF1EDE-63BB-4842-AC66-0597FB2EFDF5}" dt="2026-04-23T07:41:49.104" v="2667" actId="1076"/>
          <ac:picMkLst>
            <pc:docMk/>
            <pc:sldMk cId="2856485608" sldId="295"/>
            <ac:picMk id="16" creationId="{6D29A18B-7405-82A8-0936-ACD189782496}"/>
          </ac:picMkLst>
        </pc:picChg>
      </pc:sldChg>
      <pc:sldChg chg="modSp add mod ord">
        <pc:chgData name="Jake Duddy" userId="7a8a0c806e99fd3e" providerId="LiveId" clId="{CCFF1EDE-63BB-4842-AC66-0597FB2EFDF5}" dt="2026-04-25T10:29:57.493" v="3786" actId="20577"/>
        <pc:sldMkLst>
          <pc:docMk/>
          <pc:sldMk cId="3492570063" sldId="310"/>
        </pc:sldMkLst>
        <pc:spChg chg="mod">
          <ac:chgData name="Jake Duddy" userId="7a8a0c806e99fd3e" providerId="LiveId" clId="{CCFF1EDE-63BB-4842-AC66-0597FB2EFDF5}" dt="2026-04-25T10:29:57.493" v="3786" actId="20577"/>
          <ac:spMkLst>
            <pc:docMk/>
            <pc:sldMk cId="3492570063" sldId="310"/>
            <ac:spMk id="3" creationId="{1349E1C4-FF75-874E-58FB-057306D9CB7A}"/>
          </ac:spMkLst>
        </pc:spChg>
      </pc:sldChg>
      <pc:sldChg chg="add ord">
        <pc:chgData name="Jake Duddy" userId="7a8a0c806e99fd3e" providerId="LiveId" clId="{CCFF1EDE-63BB-4842-AC66-0597FB2EFDF5}" dt="2026-04-15T20:24:06.663" v="319"/>
        <pc:sldMkLst>
          <pc:docMk/>
          <pc:sldMk cId="603354167" sldId="317"/>
        </pc:sldMkLst>
      </pc:sldChg>
      <pc:sldChg chg="addSp delSp modSp add mod ord modAnim">
        <pc:chgData name="Jake Duddy" userId="7a8a0c806e99fd3e" providerId="LiveId" clId="{CCFF1EDE-63BB-4842-AC66-0597FB2EFDF5}" dt="2026-04-25T07:13:44.174" v="3479" actId="1076"/>
        <pc:sldMkLst>
          <pc:docMk/>
          <pc:sldMk cId="881227092" sldId="319"/>
        </pc:sldMkLst>
        <pc:spChg chg="del">
          <ac:chgData name="Jake Duddy" userId="7a8a0c806e99fd3e" providerId="LiveId" clId="{CCFF1EDE-63BB-4842-AC66-0597FB2EFDF5}" dt="2026-04-25T07:13:29.860" v="3475" actId="478"/>
          <ac:spMkLst>
            <pc:docMk/>
            <pc:sldMk cId="881227092" sldId="319"/>
            <ac:spMk id="2" creationId="{34672927-7B7D-255C-ADF9-B3346FA1CC62}"/>
          </ac:spMkLst>
        </pc:spChg>
        <pc:spChg chg="add mod">
          <ac:chgData name="Jake Duddy" userId="7a8a0c806e99fd3e" providerId="LiveId" clId="{CCFF1EDE-63BB-4842-AC66-0597FB2EFDF5}" dt="2026-04-25T07:13:44.174" v="3479" actId="1076"/>
          <ac:spMkLst>
            <pc:docMk/>
            <pc:sldMk cId="881227092" sldId="319"/>
            <ac:spMk id="3" creationId="{EF132C6C-C01E-AE59-2C00-6F9BB19ACA27}"/>
          </ac:spMkLst>
        </pc:spChg>
        <pc:spChg chg="add del mod">
          <ac:chgData name="Jake Duddy" userId="7a8a0c806e99fd3e" providerId="LiveId" clId="{CCFF1EDE-63BB-4842-AC66-0597FB2EFDF5}" dt="2026-04-25T07:13:31.953" v="3476" actId="478"/>
          <ac:spMkLst>
            <pc:docMk/>
            <pc:sldMk cId="881227092" sldId="319"/>
            <ac:spMk id="5" creationId="{2E23C4F6-0C52-BCEB-B2DA-C9B650705AAC}"/>
          </ac:spMkLst>
        </pc:spChg>
        <pc:picChg chg="add mod ord">
          <ac:chgData name="Jake Duddy" userId="7a8a0c806e99fd3e" providerId="LiveId" clId="{CCFF1EDE-63BB-4842-AC66-0597FB2EFDF5}" dt="2026-04-25T07:13:38.046" v="3478" actId="14100"/>
          <ac:picMkLst>
            <pc:docMk/>
            <pc:sldMk cId="881227092" sldId="319"/>
            <ac:picMk id="7" creationId="{CCF4C6A3-F190-1AB9-7696-DAE2881FA5AE}"/>
          </ac:picMkLst>
        </pc:picChg>
      </pc:sldChg>
      <pc:sldChg chg="addSp delSp modSp add mod ord">
        <pc:chgData name="Jake Duddy" userId="7a8a0c806e99fd3e" providerId="LiveId" clId="{CCFF1EDE-63BB-4842-AC66-0597FB2EFDF5}" dt="2026-04-23T15:18:35.649" v="3212" actId="1076"/>
        <pc:sldMkLst>
          <pc:docMk/>
          <pc:sldMk cId="2452943310" sldId="321"/>
        </pc:sldMkLst>
        <pc:spChg chg="mod">
          <ac:chgData name="Jake Duddy" userId="7a8a0c806e99fd3e" providerId="LiveId" clId="{CCFF1EDE-63BB-4842-AC66-0597FB2EFDF5}" dt="2026-04-21T22:29:02.470" v="967" actId="20577"/>
          <ac:spMkLst>
            <pc:docMk/>
            <pc:sldMk cId="2452943310" sldId="321"/>
            <ac:spMk id="2" creationId="{9C29AEC6-8BB7-7C66-1A82-BF65C85A50EA}"/>
          </ac:spMkLst>
        </pc:spChg>
        <pc:spChg chg="add mod">
          <ac:chgData name="Jake Duddy" userId="7a8a0c806e99fd3e" providerId="LiveId" clId="{CCFF1EDE-63BB-4842-AC66-0597FB2EFDF5}" dt="2026-04-23T15:18:35.649" v="3212" actId="1076"/>
          <ac:spMkLst>
            <pc:docMk/>
            <pc:sldMk cId="2452943310" sldId="321"/>
            <ac:spMk id="4" creationId="{8E1B7BAA-A365-CA8A-9B27-92C769ABE713}"/>
          </ac:spMkLst>
        </pc:spChg>
        <pc:spChg chg="mod">
          <ac:chgData name="Jake Duddy" userId="7a8a0c806e99fd3e" providerId="LiveId" clId="{CCFF1EDE-63BB-4842-AC66-0597FB2EFDF5}" dt="2026-04-22T10:15:25.778" v="1925" actId="20577"/>
          <ac:spMkLst>
            <pc:docMk/>
            <pc:sldMk cId="2452943310" sldId="321"/>
            <ac:spMk id="6" creationId="{49C9FE1F-1BCF-E9D2-EA46-FFC5DC94A9C3}"/>
          </ac:spMkLst>
        </pc:spChg>
        <pc:spChg chg="mod">
          <ac:chgData name="Jake Duddy" userId="7a8a0c806e99fd3e" providerId="LiveId" clId="{CCFF1EDE-63BB-4842-AC66-0597FB2EFDF5}" dt="2026-04-21T22:29:07.377" v="968" actId="1076"/>
          <ac:spMkLst>
            <pc:docMk/>
            <pc:sldMk cId="2452943310" sldId="321"/>
            <ac:spMk id="9" creationId="{1216F521-4245-5993-D613-782E59DD2EF2}"/>
          </ac:spMkLst>
        </pc:spChg>
        <pc:picChg chg="add mod">
          <ac:chgData name="Jake Duddy" userId="7a8a0c806e99fd3e" providerId="LiveId" clId="{CCFF1EDE-63BB-4842-AC66-0597FB2EFDF5}" dt="2026-04-21T22:29:07.377" v="968" actId="1076"/>
          <ac:picMkLst>
            <pc:docMk/>
            <pc:sldMk cId="2452943310" sldId="321"/>
            <ac:picMk id="8" creationId="{A20B4995-227A-48D4-F30D-5793C320288F}"/>
          </ac:picMkLst>
        </pc:picChg>
      </pc:sldChg>
      <pc:sldChg chg="modSp new del mod ord">
        <pc:chgData name="Jake Duddy" userId="7a8a0c806e99fd3e" providerId="LiveId" clId="{CCFF1EDE-63BB-4842-AC66-0597FB2EFDF5}" dt="2026-04-25T07:33:22.118" v="3654" actId="47"/>
        <pc:sldMkLst>
          <pc:docMk/>
          <pc:sldMk cId="2090078135" sldId="322"/>
        </pc:sldMkLst>
      </pc:sldChg>
      <pc:sldChg chg="addSp delSp modSp add mod">
        <pc:chgData name="Jake Duddy" userId="7a8a0c806e99fd3e" providerId="LiveId" clId="{CCFF1EDE-63BB-4842-AC66-0597FB2EFDF5}" dt="2026-04-21T22:47:11.715" v="1705" actId="1076"/>
        <pc:sldMkLst>
          <pc:docMk/>
          <pc:sldMk cId="3099725610" sldId="323"/>
        </pc:sldMkLst>
        <pc:spChg chg="mod">
          <ac:chgData name="Jake Duddy" userId="7a8a0c806e99fd3e" providerId="LiveId" clId="{CCFF1EDE-63BB-4842-AC66-0597FB2EFDF5}" dt="2026-04-21T22:44:36.950" v="1537"/>
          <ac:spMkLst>
            <pc:docMk/>
            <pc:sldMk cId="3099725610" sldId="323"/>
            <ac:spMk id="2" creationId="{9636151F-25CD-BC2B-F1CA-28C7CA05251B}"/>
          </ac:spMkLst>
        </pc:spChg>
        <pc:spChg chg="mod">
          <ac:chgData name="Jake Duddy" userId="7a8a0c806e99fd3e" providerId="LiveId" clId="{CCFF1EDE-63BB-4842-AC66-0597FB2EFDF5}" dt="2026-04-21T22:47:07.289" v="1704" actId="20577"/>
          <ac:spMkLst>
            <pc:docMk/>
            <pc:sldMk cId="3099725610" sldId="323"/>
            <ac:spMk id="3" creationId="{E63FA564-7894-0EB0-4CE6-9635DA7E5579}"/>
          </ac:spMkLst>
        </pc:spChg>
        <pc:picChg chg="add mod">
          <ac:chgData name="Jake Duddy" userId="7a8a0c806e99fd3e" providerId="LiveId" clId="{CCFF1EDE-63BB-4842-AC66-0597FB2EFDF5}" dt="2026-04-21T22:47:11.715" v="1705" actId="1076"/>
          <ac:picMkLst>
            <pc:docMk/>
            <pc:sldMk cId="3099725610" sldId="323"/>
            <ac:picMk id="5" creationId="{4295F0AC-2876-8F24-DA1F-1D2F1E707790}"/>
          </ac:picMkLst>
        </pc:picChg>
      </pc:sldChg>
      <pc:sldChg chg="modSp new del mod ord">
        <pc:chgData name="Jake Duddy" userId="7a8a0c806e99fd3e" providerId="LiveId" clId="{CCFF1EDE-63BB-4842-AC66-0597FB2EFDF5}" dt="2026-04-25T07:33:32.187" v="3657" actId="47"/>
        <pc:sldMkLst>
          <pc:docMk/>
          <pc:sldMk cId="3561273256" sldId="324"/>
        </pc:sldMkLst>
      </pc:sldChg>
      <pc:sldChg chg="addSp delSp modSp new mod">
        <pc:chgData name="Jake Duddy" userId="7a8a0c806e99fd3e" providerId="LiveId" clId="{CCFF1EDE-63BB-4842-AC66-0597FB2EFDF5}" dt="2026-04-21T22:51:15.292" v="1742" actId="1076"/>
        <pc:sldMkLst>
          <pc:docMk/>
          <pc:sldMk cId="2509991783" sldId="325"/>
        </pc:sldMkLst>
        <pc:spChg chg="mod">
          <ac:chgData name="Jake Duddy" userId="7a8a0c806e99fd3e" providerId="LiveId" clId="{CCFF1EDE-63BB-4842-AC66-0597FB2EFDF5}" dt="2026-04-21T22:50:55.611" v="1741" actId="20577"/>
          <ac:spMkLst>
            <pc:docMk/>
            <pc:sldMk cId="2509991783" sldId="325"/>
            <ac:spMk id="2" creationId="{86414142-4800-4CD4-235A-58F6B4B4ECC2}"/>
          </ac:spMkLst>
        </pc:spChg>
        <pc:picChg chg="add mod">
          <ac:chgData name="Jake Duddy" userId="7a8a0c806e99fd3e" providerId="LiveId" clId="{CCFF1EDE-63BB-4842-AC66-0597FB2EFDF5}" dt="2026-04-21T22:51:15.292" v="1742" actId="1076"/>
          <ac:picMkLst>
            <pc:docMk/>
            <pc:sldMk cId="2509991783" sldId="325"/>
            <ac:picMk id="3074" creationId="{27592D14-E70E-E181-D0A9-3475B58E9F0B}"/>
          </ac:picMkLst>
        </pc:picChg>
      </pc:sldChg>
      <pc:sldChg chg="addSp modSp new add del mod">
        <pc:chgData name="Jake Duddy" userId="7a8a0c806e99fd3e" providerId="LiveId" clId="{CCFF1EDE-63BB-4842-AC66-0597FB2EFDF5}" dt="2026-04-25T07:51:11.840" v="3785" actId="47"/>
        <pc:sldMkLst>
          <pc:docMk/>
          <pc:sldMk cId="3551220319" sldId="329"/>
        </pc:sldMkLst>
        <pc:spChg chg="mod">
          <ac:chgData name="Jake Duddy" userId="7a8a0c806e99fd3e" providerId="LiveId" clId="{CCFF1EDE-63BB-4842-AC66-0597FB2EFDF5}" dt="2026-04-23T07:36:25.827" v="2362" actId="20577"/>
          <ac:spMkLst>
            <pc:docMk/>
            <pc:sldMk cId="3551220319" sldId="329"/>
            <ac:spMk id="2" creationId="{1585D7E5-1282-903F-D66B-AB7C87DC5D23}"/>
          </ac:spMkLst>
        </pc:spChg>
        <pc:spChg chg="mod">
          <ac:chgData name="Jake Duddy" userId="7a8a0c806e99fd3e" providerId="LiveId" clId="{CCFF1EDE-63BB-4842-AC66-0597FB2EFDF5}" dt="2026-04-23T07:39:00.138" v="2596" actId="1076"/>
          <ac:spMkLst>
            <pc:docMk/>
            <pc:sldMk cId="3551220319" sldId="329"/>
            <ac:spMk id="3" creationId="{E8929B2A-AB8B-BFDA-398D-7E000605605D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5" creationId="{C615113B-4AC8-B601-5AE2-8C120D57D10A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6" creationId="{5972E282-E168-928D-98E9-6996A6CF6A1A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8" creationId="{64433B28-181E-6A29-DCC5-7C073D7EF315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9" creationId="{24BDAC2F-B3F3-D60C-1E13-6B84B1F528C2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11" creationId="{801FA562-325D-9F5B-694C-42421727C25F}"/>
          </ac:spMkLst>
        </pc:spChg>
        <pc:spChg chg="add mod">
          <ac:chgData name="Jake Duddy" userId="7a8a0c806e99fd3e" providerId="LiveId" clId="{CCFF1EDE-63BB-4842-AC66-0597FB2EFDF5}" dt="2026-04-23T07:39:47.448" v="2632" actId="1038"/>
          <ac:spMkLst>
            <pc:docMk/>
            <pc:sldMk cId="3551220319" sldId="329"/>
            <ac:spMk id="12" creationId="{8E125705-105F-B897-D59F-91F5B6A0EB84}"/>
          </ac:spMkLst>
        </pc:spChg>
        <pc:picChg chg="add mod">
          <ac:chgData name="Jake Duddy" userId="7a8a0c806e99fd3e" providerId="LiveId" clId="{CCFF1EDE-63BB-4842-AC66-0597FB2EFDF5}" dt="2026-04-23T07:39:47.448" v="2632" actId="1038"/>
          <ac:picMkLst>
            <pc:docMk/>
            <pc:sldMk cId="3551220319" sldId="329"/>
            <ac:picMk id="4" creationId="{192E444B-E1C5-1AC7-827F-33287CEDC294}"/>
          </ac:picMkLst>
        </pc:picChg>
        <pc:picChg chg="add mod">
          <ac:chgData name="Jake Duddy" userId="7a8a0c806e99fd3e" providerId="LiveId" clId="{CCFF1EDE-63BB-4842-AC66-0597FB2EFDF5}" dt="2026-04-23T07:39:47.448" v="2632" actId="1038"/>
          <ac:picMkLst>
            <pc:docMk/>
            <pc:sldMk cId="3551220319" sldId="329"/>
            <ac:picMk id="7" creationId="{3D6C3094-0F3C-B5D4-9DF1-D909B0483E87}"/>
          </ac:picMkLst>
        </pc:picChg>
        <pc:picChg chg="add mod">
          <ac:chgData name="Jake Duddy" userId="7a8a0c806e99fd3e" providerId="LiveId" clId="{CCFF1EDE-63BB-4842-AC66-0597FB2EFDF5}" dt="2026-04-23T07:39:47.448" v="2632" actId="1038"/>
          <ac:picMkLst>
            <pc:docMk/>
            <pc:sldMk cId="3551220319" sldId="329"/>
            <ac:picMk id="10" creationId="{456F8EF6-2625-EDFE-1E97-901B278B38C2}"/>
          </ac:picMkLst>
        </pc:picChg>
      </pc:sldChg>
      <pc:sldChg chg="addSp delSp modSp new mod">
        <pc:chgData name="Jake Duddy" userId="7a8a0c806e99fd3e" providerId="LiveId" clId="{CCFF1EDE-63BB-4842-AC66-0597FB2EFDF5}" dt="2026-04-23T13:06:52.730" v="3204" actId="404"/>
        <pc:sldMkLst>
          <pc:docMk/>
          <pc:sldMk cId="3189436279" sldId="330"/>
        </pc:sldMkLst>
        <pc:graphicFrameChg chg="add del mod modGraphic">
          <ac:chgData name="Jake Duddy" userId="7a8a0c806e99fd3e" providerId="LiveId" clId="{CCFF1EDE-63BB-4842-AC66-0597FB2EFDF5}" dt="2026-04-23T13:06:52.730" v="3204" actId="404"/>
          <ac:graphicFrameMkLst>
            <pc:docMk/>
            <pc:sldMk cId="3189436279" sldId="330"/>
            <ac:graphicFrameMk id="12" creationId="{1C62A54B-B282-D4F5-9E12-1B8D2029992B}"/>
          </ac:graphicFrameMkLst>
        </pc:graphicFrameChg>
      </pc:sldChg>
      <pc:sldChg chg="addSp delSp modSp add mod">
        <pc:chgData name="Jake Duddy" userId="7a8a0c806e99fd3e" providerId="LiveId" clId="{CCFF1EDE-63BB-4842-AC66-0597FB2EFDF5}" dt="2026-04-23T12:46:01.843" v="2970" actId="207"/>
        <pc:sldMkLst>
          <pc:docMk/>
          <pc:sldMk cId="1660432529" sldId="331"/>
        </pc:sldMkLst>
        <pc:spChg chg="add mod">
          <ac:chgData name="Jake Duddy" userId="7a8a0c806e99fd3e" providerId="LiveId" clId="{CCFF1EDE-63BB-4842-AC66-0597FB2EFDF5}" dt="2026-04-23T12:46:01.843" v="2970" actId="207"/>
          <ac:spMkLst>
            <pc:docMk/>
            <pc:sldMk cId="1660432529" sldId="331"/>
            <ac:spMk id="3" creationId="{D9FF7C38-BD8B-1E76-DE89-527F318B62FE}"/>
          </ac:spMkLst>
        </pc:spChg>
      </pc:sldChg>
      <pc:sldChg chg="modSp add mod">
        <pc:chgData name="Jake Duddy" userId="7a8a0c806e99fd3e" providerId="LiveId" clId="{CCFF1EDE-63BB-4842-AC66-0597FB2EFDF5}" dt="2026-04-23T12:46:11.713" v="2971" actId="207"/>
        <pc:sldMkLst>
          <pc:docMk/>
          <pc:sldMk cId="2080461415" sldId="332"/>
        </pc:sldMkLst>
        <pc:spChg chg="mod">
          <ac:chgData name="Jake Duddy" userId="7a8a0c806e99fd3e" providerId="LiveId" clId="{CCFF1EDE-63BB-4842-AC66-0597FB2EFDF5}" dt="2026-04-23T12:46:11.713" v="2971" actId="207"/>
          <ac:spMkLst>
            <pc:docMk/>
            <pc:sldMk cId="2080461415" sldId="332"/>
            <ac:spMk id="2" creationId="{C589801A-9DE3-0FDC-C6F9-D637E0C1917D}"/>
          </ac:spMkLst>
        </pc:spChg>
      </pc:sldChg>
      <pc:sldChg chg="addSp delSp modSp new del mod">
        <pc:chgData name="Jake Duddy" userId="7a8a0c806e99fd3e" providerId="LiveId" clId="{CCFF1EDE-63BB-4842-AC66-0597FB2EFDF5}" dt="2026-04-25T07:34:33.054" v="3687" actId="47"/>
        <pc:sldMkLst>
          <pc:docMk/>
          <pc:sldMk cId="1091648992" sldId="333"/>
        </pc:sldMkLst>
        <pc:spChg chg="del mod">
          <ac:chgData name="Jake Duddy" userId="7a8a0c806e99fd3e" providerId="LiveId" clId="{CCFF1EDE-63BB-4842-AC66-0597FB2EFDF5}" dt="2026-04-25T07:17:02.883" v="3529" actId="478"/>
          <ac:spMkLst>
            <pc:docMk/>
            <pc:sldMk cId="1091648992" sldId="333"/>
            <ac:spMk id="2" creationId="{7690AA38-3F1B-93D4-41A0-559DC0CABB24}"/>
          </ac:spMkLst>
        </pc:spChg>
        <pc:spChg chg="del mod">
          <ac:chgData name="Jake Duddy" userId="7a8a0c806e99fd3e" providerId="LiveId" clId="{CCFF1EDE-63BB-4842-AC66-0597FB2EFDF5}" dt="2026-04-25T07:16:57.280" v="3526" actId="478"/>
          <ac:spMkLst>
            <pc:docMk/>
            <pc:sldMk cId="1091648992" sldId="333"/>
            <ac:spMk id="3" creationId="{FA041C1E-97D6-3C8B-68DA-5155D1F55E16}"/>
          </ac:spMkLst>
        </pc:spChg>
        <pc:spChg chg="add del mod">
          <ac:chgData name="Jake Duddy" userId="7a8a0c806e99fd3e" providerId="LiveId" clId="{CCFF1EDE-63BB-4842-AC66-0597FB2EFDF5}" dt="2026-04-25T07:17:00.107" v="3527" actId="478"/>
          <ac:spMkLst>
            <pc:docMk/>
            <pc:sldMk cId="1091648992" sldId="333"/>
            <ac:spMk id="5" creationId="{CFA3C1F8-A210-3C6C-C751-14888C5371C4}"/>
          </ac:spMkLst>
        </pc:spChg>
        <pc:spChg chg="add del mod">
          <ac:chgData name="Jake Duddy" userId="7a8a0c806e99fd3e" providerId="LiveId" clId="{CCFF1EDE-63BB-4842-AC66-0597FB2EFDF5}" dt="2026-04-25T07:17:01.309" v="3528" actId="478"/>
          <ac:spMkLst>
            <pc:docMk/>
            <pc:sldMk cId="1091648992" sldId="333"/>
            <ac:spMk id="7" creationId="{B8ADF906-DABA-1200-0371-4164680C14BF}"/>
          </ac:spMkLst>
        </pc:spChg>
        <pc:spChg chg="add del mod">
          <ac:chgData name="Jake Duddy" userId="7a8a0c806e99fd3e" providerId="LiveId" clId="{CCFF1EDE-63BB-4842-AC66-0597FB2EFDF5}" dt="2026-04-25T07:17:04.649" v="3530" actId="478"/>
          <ac:spMkLst>
            <pc:docMk/>
            <pc:sldMk cId="1091648992" sldId="333"/>
            <ac:spMk id="9" creationId="{EEA6699B-538C-57AC-DA28-9C83ACBAE07F}"/>
          </ac:spMkLst>
        </pc:spChg>
        <pc:spChg chg="add del mod">
          <ac:chgData name="Jake Duddy" userId="7a8a0c806e99fd3e" providerId="LiveId" clId="{CCFF1EDE-63BB-4842-AC66-0597FB2EFDF5}" dt="2026-04-25T07:32:33.054" v="3644" actId="478"/>
          <ac:spMkLst>
            <pc:docMk/>
            <pc:sldMk cId="1091648992" sldId="333"/>
            <ac:spMk id="10" creationId="{25F3225B-878D-FE84-9BB2-F9C8AF8D650A}"/>
          </ac:spMkLst>
        </pc:spChg>
        <pc:spChg chg="add mod">
          <ac:chgData name="Jake Duddy" userId="7a8a0c806e99fd3e" providerId="LiveId" clId="{CCFF1EDE-63BB-4842-AC66-0597FB2EFDF5}" dt="2026-04-25T07:32:58.402" v="3647" actId="1076"/>
          <ac:spMkLst>
            <pc:docMk/>
            <pc:sldMk cId="1091648992" sldId="333"/>
            <ac:spMk id="11" creationId="{C7FC031D-A51D-7661-E0C2-DD4567417144}"/>
          </ac:spMkLst>
        </pc:spChg>
        <pc:spChg chg="add del mod">
          <ac:chgData name="Jake Duddy" userId="7a8a0c806e99fd3e" providerId="LiveId" clId="{CCFF1EDE-63BB-4842-AC66-0597FB2EFDF5}" dt="2026-04-25T07:32:34.957" v="3645" actId="478"/>
          <ac:spMkLst>
            <pc:docMk/>
            <pc:sldMk cId="1091648992" sldId="333"/>
            <ac:spMk id="13" creationId="{D2A0AE82-963E-4EC0-B0DD-F4A13B995F10}"/>
          </ac:spMkLst>
        </pc:spChg>
        <pc:graphicFrameChg chg="add del mod modGraphic">
          <ac:chgData name="Jake Duddy" userId="7a8a0c806e99fd3e" providerId="LiveId" clId="{CCFF1EDE-63BB-4842-AC66-0597FB2EFDF5}" dt="2026-04-25T07:32:39.315" v="3646" actId="478"/>
          <ac:graphicFrameMkLst>
            <pc:docMk/>
            <pc:sldMk cId="1091648992" sldId="333"/>
            <ac:graphicFrameMk id="4" creationId="{B14A0A81-419D-B30C-ADDD-E3AA574EEE96}"/>
          </ac:graphicFrameMkLst>
        </pc:graphicFrameChg>
      </pc:sldChg>
      <pc:sldChg chg="modSp add mod">
        <pc:chgData name="Jake Duddy" userId="7a8a0c806e99fd3e" providerId="LiveId" clId="{CCFF1EDE-63BB-4842-AC66-0597FB2EFDF5}" dt="2026-04-25T07:15:19.166" v="3484"/>
        <pc:sldMkLst>
          <pc:docMk/>
          <pc:sldMk cId="1269441167" sldId="334"/>
        </pc:sldMkLst>
        <pc:graphicFrameChg chg="mod modGraphic">
          <ac:chgData name="Jake Duddy" userId="7a8a0c806e99fd3e" providerId="LiveId" clId="{CCFF1EDE-63BB-4842-AC66-0597FB2EFDF5}" dt="2026-04-25T07:15:19.166" v="3484"/>
          <ac:graphicFrameMkLst>
            <pc:docMk/>
            <pc:sldMk cId="1269441167" sldId="334"/>
            <ac:graphicFrameMk id="12" creationId="{89A1947F-7179-A43D-CD66-E1F9F22B7A4D}"/>
          </ac:graphicFrameMkLst>
        </pc:graphicFrameChg>
      </pc:sldChg>
      <pc:sldChg chg="modSp add mod ord">
        <pc:chgData name="Jake Duddy" userId="7a8a0c806e99fd3e" providerId="LiveId" clId="{CCFF1EDE-63BB-4842-AC66-0597FB2EFDF5}" dt="2026-04-25T07:48:25.951" v="3723" actId="1076"/>
        <pc:sldMkLst>
          <pc:docMk/>
          <pc:sldMk cId="2844986868" sldId="335"/>
        </pc:sldMkLst>
        <pc:spChg chg="mod">
          <ac:chgData name="Jake Duddy" userId="7a8a0c806e99fd3e" providerId="LiveId" clId="{CCFF1EDE-63BB-4842-AC66-0597FB2EFDF5}" dt="2026-04-25T07:48:25.951" v="3723" actId="1076"/>
          <ac:spMkLst>
            <pc:docMk/>
            <pc:sldMk cId="2844986868" sldId="335"/>
            <ac:spMk id="11" creationId="{248050C1-BD03-2D94-ED27-5A28CB865134}"/>
          </ac:spMkLst>
        </pc:spChg>
      </pc:sldChg>
      <pc:sldChg chg="modSp add del mod ord">
        <pc:chgData name="Jake Duddy" userId="7a8a0c806e99fd3e" providerId="LiveId" clId="{CCFF1EDE-63BB-4842-AC66-0597FB2EFDF5}" dt="2026-04-25T07:34:39.131" v="3689" actId="47"/>
        <pc:sldMkLst>
          <pc:docMk/>
          <pc:sldMk cId="166068000" sldId="336"/>
        </pc:sldMkLst>
        <pc:spChg chg="mod">
          <ac:chgData name="Jake Duddy" userId="7a8a0c806e99fd3e" providerId="LiveId" clId="{CCFF1EDE-63BB-4842-AC66-0597FB2EFDF5}" dt="2026-04-25T07:33:45.925" v="3660" actId="207"/>
          <ac:spMkLst>
            <pc:docMk/>
            <pc:sldMk cId="166068000" sldId="336"/>
            <ac:spMk id="11" creationId="{52E22764-5BFF-7644-C7ED-6E84BAA92085}"/>
          </ac:spMkLst>
        </pc:spChg>
      </pc:sldChg>
      <pc:sldChg chg="modSp add del mod">
        <pc:chgData name="Jake Duddy" userId="7a8a0c806e99fd3e" providerId="LiveId" clId="{CCFF1EDE-63BB-4842-AC66-0597FB2EFDF5}" dt="2026-04-25T07:34:55.676" v="3692" actId="47"/>
        <pc:sldMkLst>
          <pc:docMk/>
          <pc:sldMk cId="935262517" sldId="337"/>
        </pc:sldMkLst>
        <pc:spChg chg="mod">
          <ac:chgData name="Jake Duddy" userId="7a8a0c806e99fd3e" providerId="LiveId" clId="{CCFF1EDE-63BB-4842-AC66-0597FB2EFDF5}" dt="2026-04-25T07:34:00.741" v="3663" actId="207"/>
          <ac:spMkLst>
            <pc:docMk/>
            <pc:sldMk cId="935262517" sldId="337"/>
            <ac:spMk id="11" creationId="{6488B09F-E1A4-AD4D-58C0-6C3B65685715}"/>
          </ac:spMkLst>
        </pc:spChg>
      </pc:sldChg>
      <pc:sldChg chg="modSp add del mod">
        <pc:chgData name="Jake Duddy" userId="7a8a0c806e99fd3e" providerId="LiveId" clId="{CCFF1EDE-63BB-4842-AC66-0597FB2EFDF5}" dt="2026-04-25T07:48:30.944" v="3725" actId="47"/>
        <pc:sldMkLst>
          <pc:docMk/>
          <pc:sldMk cId="3576596528" sldId="338"/>
        </pc:sldMkLst>
        <pc:spChg chg="mod">
          <ac:chgData name="Jake Duddy" userId="7a8a0c806e99fd3e" providerId="LiveId" clId="{CCFF1EDE-63BB-4842-AC66-0597FB2EFDF5}" dt="2026-04-25T07:34:31.189" v="3686" actId="207"/>
          <ac:spMkLst>
            <pc:docMk/>
            <pc:sldMk cId="3576596528" sldId="338"/>
            <ac:spMk id="11" creationId="{6E6547FC-382B-E5E8-F85E-512D890B5159}"/>
          </ac:spMkLst>
        </pc:spChg>
      </pc:sldChg>
      <pc:sldChg chg="modSp add del mod">
        <pc:chgData name="Jake Duddy" userId="7a8a0c806e99fd3e" providerId="LiveId" clId="{CCFF1EDE-63BB-4842-AC66-0597FB2EFDF5}" dt="2026-04-25T07:47:51.746" v="3701" actId="2696"/>
        <pc:sldMkLst>
          <pc:docMk/>
          <pc:sldMk cId="369484996" sldId="339"/>
        </pc:sldMkLst>
        <pc:spChg chg="mod">
          <ac:chgData name="Jake Duddy" userId="7a8a0c806e99fd3e" providerId="LiveId" clId="{CCFF1EDE-63BB-4842-AC66-0597FB2EFDF5}" dt="2026-04-25T07:34:43.621" v="3690" actId="207"/>
          <ac:spMkLst>
            <pc:docMk/>
            <pc:sldMk cId="369484996" sldId="339"/>
            <ac:spMk id="11" creationId="{667F887D-0796-F78B-1C7D-8E2A7D9AC00F}"/>
          </ac:spMkLst>
        </pc:spChg>
      </pc:sldChg>
      <pc:sldChg chg="modSp add del mod">
        <pc:chgData name="Jake Duddy" userId="7a8a0c806e99fd3e" providerId="LiveId" clId="{CCFF1EDE-63BB-4842-AC66-0597FB2EFDF5}" dt="2026-04-25T07:49:14.859" v="3735" actId="47"/>
        <pc:sldMkLst>
          <pc:docMk/>
          <pc:sldMk cId="571259309" sldId="340"/>
        </pc:sldMkLst>
        <pc:spChg chg="mod">
          <ac:chgData name="Jake Duddy" userId="7a8a0c806e99fd3e" providerId="LiveId" clId="{CCFF1EDE-63BB-4842-AC66-0597FB2EFDF5}" dt="2026-04-25T07:48:57.274" v="3731" actId="207"/>
          <ac:spMkLst>
            <pc:docMk/>
            <pc:sldMk cId="571259309" sldId="340"/>
            <ac:spMk id="11" creationId="{CAAFA7BD-2E77-D036-C804-86E33F0919F7}"/>
          </ac:spMkLst>
        </pc:spChg>
      </pc:sldChg>
      <pc:sldChg chg="modSp add del mod">
        <pc:chgData name="Jake Duddy" userId="7a8a0c806e99fd3e" providerId="LiveId" clId="{CCFF1EDE-63BB-4842-AC66-0597FB2EFDF5}" dt="2026-04-25T07:48:51.063" v="3729" actId="47"/>
        <pc:sldMkLst>
          <pc:docMk/>
          <pc:sldMk cId="588413949" sldId="341"/>
        </pc:sldMkLst>
        <pc:spChg chg="mod">
          <ac:chgData name="Jake Duddy" userId="7a8a0c806e99fd3e" providerId="LiveId" clId="{CCFF1EDE-63BB-4842-AC66-0597FB2EFDF5}" dt="2026-04-25T07:35:06.429" v="3695" actId="207"/>
          <ac:spMkLst>
            <pc:docMk/>
            <pc:sldMk cId="588413949" sldId="341"/>
            <ac:spMk id="11" creationId="{A3ABC859-7B78-201E-BE82-FB2025AF39A6}"/>
          </ac:spMkLst>
        </pc:spChg>
      </pc:sldChg>
      <pc:sldChg chg="addSp delSp modSp new del mod">
        <pc:chgData name="Jake Duddy" userId="7a8a0c806e99fd3e" providerId="LiveId" clId="{CCFF1EDE-63BB-4842-AC66-0597FB2EFDF5}" dt="2026-04-25T07:47:44.212" v="3700" actId="2696"/>
        <pc:sldMkLst>
          <pc:docMk/>
          <pc:sldMk cId="2712265786" sldId="342"/>
        </pc:sldMkLst>
        <pc:spChg chg="del">
          <ac:chgData name="Jake Duddy" userId="7a8a0c806e99fd3e" providerId="LiveId" clId="{CCFF1EDE-63BB-4842-AC66-0597FB2EFDF5}" dt="2026-04-25T07:35:23.506" v="3697"/>
          <ac:spMkLst>
            <pc:docMk/>
            <pc:sldMk cId="2712265786" sldId="342"/>
            <ac:spMk id="2" creationId="{5CFE7FB8-AC9F-6AE8-5029-0857EA633462}"/>
          </ac:spMkLst>
        </pc:spChg>
        <pc:spChg chg="mod">
          <ac:chgData name="Jake Duddy" userId="7a8a0c806e99fd3e" providerId="LiveId" clId="{CCFF1EDE-63BB-4842-AC66-0597FB2EFDF5}" dt="2026-04-25T07:46:28.940" v="3699"/>
          <ac:spMkLst>
            <pc:docMk/>
            <pc:sldMk cId="2712265786" sldId="342"/>
            <ac:spMk id="3" creationId="{EEC2EC06-DB7C-0FDA-8272-3A5370D54690}"/>
          </ac:spMkLst>
        </pc:spChg>
        <pc:spChg chg="add del mod">
          <ac:chgData name="Jake Duddy" userId="7a8a0c806e99fd3e" providerId="LiveId" clId="{CCFF1EDE-63BB-4842-AC66-0597FB2EFDF5}" dt="2026-04-25T07:46:27.676" v="3698" actId="478"/>
          <ac:spMkLst>
            <pc:docMk/>
            <pc:sldMk cId="2712265786" sldId="342"/>
            <ac:spMk id="4" creationId="{57619E67-5F86-A918-85FC-676E536F56CD}"/>
          </ac:spMkLst>
        </pc:spChg>
        <pc:spChg chg="add mod">
          <ac:chgData name="Jake Duddy" userId="7a8a0c806e99fd3e" providerId="LiveId" clId="{CCFF1EDE-63BB-4842-AC66-0597FB2EFDF5}" dt="2026-04-25T07:46:27.676" v="3698" actId="478"/>
          <ac:spMkLst>
            <pc:docMk/>
            <pc:sldMk cId="2712265786" sldId="342"/>
            <ac:spMk id="6" creationId="{ADC896B3-1D57-DF54-07F1-D42D0A156D22}"/>
          </ac:spMkLst>
        </pc:spChg>
      </pc:sldChg>
      <pc:sldChg chg="modSp add mod">
        <pc:chgData name="Jake Duddy" userId="7a8a0c806e99fd3e" providerId="LiveId" clId="{CCFF1EDE-63BB-4842-AC66-0597FB2EFDF5}" dt="2026-04-25T07:48:34.114" v="3726" actId="207"/>
        <pc:sldMkLst>
          <pc:docMk/>
          <pc:sldMk cId="4142789895" sldId="342"/>
        </pc:sldMkLst>
        <pc:spChg chg="mod">
          <ac:chgData name="Jake Duddy" userId="7a8a0c806e99fd3e" providerId="LiveId" clId="{CCFF1EDE-63BB-4842-AC66-0597FB2EFDF5}" dt="2026-04-25T07:48:34.114" v="3726" actId="207"/>
          <ac:spMkLst>
            <pc:docMk/>
            <pc:sldMk cId="4142789895" sldId="342"/>
            <ac:spMk id="11" creationId="{3D93CA3E-CAC0-4188-D125-0720D90F8CC4}"/>
          </ac:spMkLst>
        </pc:spChg>
      </pc:sldChg>
      <pc:sldChg chg="modSp add mod">
        <pc:chgData name="Jake Duddy" userId="7a8a0c806e99fd3e" providerId="LiveId" clId="{CCFF1EDE-63BB-4842-AC66-0597FB2EFDF5}" dt="2026-04-25T07:48:43.884" v="3728" actId="207"/>
        <pc:sldMkLst>
          <pc:docMk/>
          <pc:sldMk cId="2404072846" sldId="343"/>
        </pc:sldMkLst>
        <pc:spChg chg="mod">
          <ac:chgData name="Jake Duddy" userId="7a8a0c806e99fd3e" providerId="LiveId" clId="{CCFF1EDE-63BB-4842-AC66-0597FB2EFDF5}" dt="2026-04-25T07:48:43.884" v="3728" actId="207"/>
          <ac:spMkLst>
            <pc:docMk/>
            <pc:sldMk cId="2404072846" sldId="343"/>
            <ac:spMk id="11" creationId="{FEC4E2EB-DBF5-9A67-B0C7-8BB143525347}"/>
          </ac:spMkLst>
        </pc:spChg>
      </pc:sldChg>
      <pc:sldChg chg="modSp add mod">
        <pc:chgData name="Jake Duddy" userId="7a8a0c806e99fd3e" providerId="LiveId" clId="{CCFF1EDE-63BB-4842-AC66-0597FB2EFDF5}" dt="2026-04-25T07:49:11.984" v="3734" actId="207"/>
        <pc:sldMkLst>
          <pc:docMk/>
          <pc:sldMk cId="3066656554" sldId="344"/>
        </pc:sldMkLst>
        <pc:spChg chg="mod">
          <ac:chgData name="Jake Duddy" userId="7a8a0c806e99fd3e" providerId="LiveId" clId="{CCFF1EDE-63BB-4842-AC66-0597FB2EFDF5}" dt="2026-04-25T07:49:11.984" v="3734" actId="207"/>
          <ac:spMkLst>
            <pc:docMk/>
            <pc:sldMk cId="3066656554" sldId="344"/>
            <ac:spMk id="11" creationId="{7F99D677-DCF1-EC5D-5161-49A7BD01B3DA}"/>
          </ac:spMkLst>
        </pc:spChg>
      </pc:sldChg>
      <pc:sldChg chg="add del ord">
        <pc:chgData name="Jake Duddy" userId="7a8a0c806e99fd3e" providerId="LiveId" clId="{CCFF1EDE-63BB-4842-AC66-0597FB2EFDF5}" dt="2026-04-25T07:49:49.239" v="3739" actId="47"/>
        <pc:sldMkLst>
          <pc:docMk/>
          <pc:sldMk cId="1761049412" sldId="345"/>
        </pc:sldMkLst>
      </pc:sldChg>
      <pc:sldChg chg="modSp add del mod">
        <pc:chgData name="Jake Duddy" userId="7a8a0c806e99fd3e" providerId="LiveId" clId="{CCFF1EDE-63BB-4842-AC66-0597FB2EFDF5}" dt="2026-04-25T07:51:11.039" v="3784"/>
        <pc:sldMkLst>
          <pc:docMk/>
          <pc:sldMk cId="2092222535" sldId="345"/>
        </pc:sldMkLst>
        <pc:spChg chg="mod">
          <ac:chgData name="Jake Duddy" userId="7a8a0c806e99fd3e" providerId="LiveId" clId="{CCFF1EDE-63BB-4842-AC66-0597FB2EFDF5}" dt="2026-04-25T07:51:10.130" v="3783" actId="20577"/>
          <ac:spMkLst>
            <pc:docMk/>
            <pc:sldMk cId="2092222535" sldId="345"/>
            <ac:spMk id="2" creationId="{A6E81A1E-5131-AF16-4FF9-67DF65914574}"/>
          </ac:spMkLst>
        </pc:spChg>
        <pc:spChg chg="mod">
          <ac:chgData name="Jake Duddy" userId="7a8a0c806e99fd3e" providerId="LiveId" clId="{CCFF1EDE-63BB-4842-AC66-0597FB2EFDF5}" dt="2026-04-25T07:51:09.231" v="3782" actId="20577"/>
          <ac:spMkLst>
            <pc:docMk/>
            <pc:sldMk cId="2092222535" sldId="345"/>
            <ac:spMk id="3" creationId="{AC3F3BF1-C9EE-B538-9C25-396BA4E8E9E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663B8B-0656-451D-9309-8A563D0BA7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8452C46-FDC4-407C-8384-B31F648008F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400" dirty="0"/>
            <a:t>Colours</a:t>
          </a:r>
          <a:endParaRPr lang="en-US" sz="2400" dirty="0"/>
        </a:p>
      </dgm:t>
    </dgm:pt>
    <dgm:pt modelId="{A5715AB8-595B-4079-9B95-525610573B91}" type="parTrans" cxnId="{55F802EA-A2A1-4A16-90CE-7737CF709683}">
      <dgm:prSet/>
      <dgm:spPr/>
      <dgm:t>
        <a:bodyPr/>
        <a:lstStyle/>
        <a:p>
          <a:endParaRPr lang="en-US"/>
        </a:p>
      </dgm:t>
    </dgm:pt>
    <dgm:pt modelId="{9066683D-047B-4EE7-A6B6-17EE8AE4F734}" type="sibTrans" cxnId="{55F802EA-A2A1-4A16-90CE-7737CF709683}">
      <dgm:prSet/>
      <dgm:spPr/>
      <dgm:t>
        <a:bodyPr/>
        <a:lstStyle/>
        <a:p>
          <a:endParaRPr lang="en-US"/>
        </a:p>
      </dgm:t>
    </dgm:pt>
    <dgm:pt modelId="{3E1690C4-794C-4CD4-8382-5BF69E2B234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 dirty="0"/>
            <a:t>Elements</a:t>
          </a:r>
        </a:p>
        <a:p>
          <a:pPr>
            <a:lnSpc>
              <a:spcPct val="100000"/>
            </a:lnSpc>
            <a:defRPr cap="all"/>
          </a:pPr>
          <a:r>
            <a:rPr lang="en-US" sz="2400" dirty="0" err="1"/>
            <a:t>Defs</a:t>
          </a:r>
          <a:endParaRPr lang="en-US" sz="2400" dirty="0"/>
        </a:p>
        <a:p>
          <a:pPr>
            <a:lnSpc>
              <a:spcPct val="100000"/>
            </a:lnSpc>
            <a:defRPr cap="all"/>
          </a:pPr>
          <a:r>
            <a:rPr lang="en-US" sz="2400" dirty="0"/>
            <a:t>Attributes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Transforms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Scales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…</a:t>
          </a:r>
        </a:p>
      </dgm:t>
    </dgm:pt>
    <dgm:pt modelId="{C908755F-09A9-4EAB-87EF-731F4EB49D64}" type="parTrans" cxnId="{31A5593F-CFFA-4B79-BECA-3AC9F3C9D6B5}">
      <dgm:prSet/>
      <dgm:spPr/>
      <dgm:t>
        <a:bodyPr/>
        <a:lstStyle/>
        <a:p>
          <a:endParaRPr lang="en-US"/>
        </a:p>
      </dgm:t>
    </dgm:pt>
    <dgm:pt modelId="{2C43FE61-56A3-4B93-95F4-12F16F142028}" type="sibTrans" cxnId="{31A5593F-CFFA-4B79-BECA-3AC9F3C9D6B5}">
      <dgm:prSet/>
      <dgm:spPr/>
      <dgm:t>
        <a:bodyPr/>
        <a:lstStyle/>
        <a:p>
          <a:endParaRPr lang="en-US"/>
        </a:p>
      </dgm:t>
    </dgm:pt>
    <dgm:pt modelId="{F29719FA-8209-40F9-9A3F-CE604A769D9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400" dirty="0"/>
            <a:t>Compounds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Viz</a:t>
          </a:r>
        </a:p>
      </dgm:t>
    </dgm:pt>
    <dgm:pt modelId="{66AA8BB8-C155-49B9-A0E9-DDBB6E792A38}" type="parTrans" cxnId="{C7030074-838B-4FC2-B28A-439BDDFC9206}">
      <dgm:prSet/>
      <dgm:spPr/>
      <dgm:t>
        <a:bodyPr/>
        <a:lstStyle/>
        <a:p>
          <a:endParaRPr lang="en-US"/>
        </a:p>
      </dgm:t>
    </dgm:pt>
    <dgm:pt modelId="{00F41346-34DF-4A4E-A918-BB5CFED6C916}" type="sibTrans" cxnId="{C7030074-838B-4FC2-B28A-439BDDFC9206}">
      <dgm:prSet/>
      <dgm:spPr/>
      <dgm:t>
        <a:bodyPr/>
        <a:lstStyle/>
        <a:p>
          <a:endParaRPr lang="en-US"/>
        </a:p>
      </dgm:t>
    </dgm:pt>
    <dgm:pt modelId="{44E3C1EB-08DA-476F-9835-97C86062B0F0}" type="pres">
      <dgm:prSet presAssocID="{05663B8B-0656-451D-9309-8A563D0BA79D}" presName="root" presStyleCnt="0">
        <dgm:presLayoutVars>
          <dgm:dir/>
          <dgm:resizeHandles val="exact"/>
        </dgm:presLayoutVars>
      </dgm:prSet>
      <dgm:spPr/>
    </dgm:pt>
    <dgm:pt modelId="{AC0C6631-D2FC-4D40-A470-4E026FE24CCD}" type="pres">
      <dgm:prSet presAssocID="{3E1690C4-794C-4CD4-8382-5BF69E2B2340}" presName="compNode" presStyleCnt="0"/>
      <dgm:spPr/>
    </dgm:pt>
    <dgm:pt modelId="{81BA3B5E-27F5-400B-B64C-69771DEC7CB6}" type="pres">
      <dgm:prSet presAssocID="{3E1690C4-794C-4CD4-8382-5BF69E2B2340}" presName="iconBgRect" presStyleLbl="bgShp" presStyleIdx="0" presStyleCnt="3"/>
      <dgm:spPr>
        <a:solidFill>
          <a:srgbClr val="074D49"/>
        </a:solidFill>
      </dgm:spPr>
    </dgm:pt>
    <dgm:pt modelId="{3B5F9781-3B72-4797-8B4B-98CCF9940233}" type="pres">
      <dgm:prSet presAssocID="{3E1690C4-794C-4CD4-8382-5BF69E2B2340}" presName="iconRect" presStyleLbl="node1" presStyleIdx="0" presStyleCnt="3" custLinFactNeighborX="-4635" custLinFactNeighborY="-927"/>
      <dgm:spPr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  <a:ln>
          <a:noFill/>
        </a:ln>
      </dgm:spPr>
    </dgm:pt>
    <dgm:pt modelId="{872134DD-4F4B-477A-9DF5-1374B3ED7733}" type="pres">
      <dgm:prSet presAssocID="{3E1690C4-794C-4CD4-8382-5BF69E2B2340}" presName="spaceRect" presStyleCnt="0"/>
      <dgm:spPr/>
    </dgm:pt>
    <dgm:pt modelId="{964CB5E9-4A63-447A-9AAD-2F155C84C9CF}" type="pres">
      <dgm:prSet presAssocID="{3E1690C4-794C-4CD4-8382-5BF69E2B2340}" presName="textRect" presStyleLbl="revTx" presStyleIdx="0" presStyleCnt="3">
        <dgm:presLayoutVars>
          <dgm:chMax val="1"/>
          <dgm:chPref val="1"/>
        </dgm:presLayoutVars>
      </dgm:prSet>
      <dgm:spPr/>
    </dgm:pt>
    <dgm:pt modelId="{F827A216-EEF8-4962-9F5B-37594BB4F773}" type="pres">
      <dgm:prSet presAssocID="{2C43FE61-56A3-4B93-95F4-12F16F142028}" presName="sibTrans" presStyleCnt="0"/>
      <dgm:spPr/>
    </dgm:pt>
    <dgm:pt modelId="{A37B2B5B-1064-4B92-9A07-BC31BA58ADE7}" type="pres">
      <dgm:prSet presAssocID="{F29719FA-8209-40F9-9A3F-CE604A769D95}" presName="compNode" presStyleCnt="0"/>
      <dgm:spPr/>
    </dgm:pt>
    <dgm:pt modelId="{51C1A679-D36E-4F14-B24B-DD7573693231}" type="pres">
      <dgm:prSet presAssocID="{F29719FA-8209-40F9-9A3F-CE604A769D95}" presName="iconBgRect" presStyleLbl="bgShp" presStyleIdx="1" presStyleCnt="3"/>
      <dgm:spPr>
        <a:solidFill>
          <a:srgbClr val="074D49"/>
        </a:solidFill>
      </dgm:spPr>
    </dgm:pt>
    <dgm:pt modelId="{26093F25-BBDF-4D63-892A-D1EE409FF580}" type="pres">
      <dgm:prSet presAssocID="{F29719FA-8209-40F9-9A3F-CE604A769D95}" presName="iconRect" presStyleLbl="node1" presStyleIdx="1" presStyleCnt="3" custLinFactNeighborX="4289" custLinFactNeighborY="-5046"/>
      <dgm:spPr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>
          <a:noFill/>
        </a:ln>
      </dgm:spPr>
    </dgm:pt>
    <dgm:pt modelId="{C3678FCC-773F-43CF-A7D6-804A910EB8B0}" type="pres">
      <dgm:prSet presAssocID="{F29719FA-8209-40F9-9A3F-CE604A769D95}" presName="spaceRect" presStyleCnt="0"/>
      <dgm:spPr/>
    </dgm:pt>
    <dgm:pt modelId="{7828EE0C-E51D-4FBD-84AE-EE36585F0B01}" type="pres">
      <dgm:prSet presAssocID="{F29719FA-8209-40F9-9A3F-CE604A769D95}" presName="textRect" presStyleLbl="revTx" presStyleIdx="1" presStyleCnt="3">
        <dgm:presLayoutVars>
          <dgm:chMax val="1"/>
          <dgm:chPref val="1"/>
        </dgm:presLayoutVars>
      </dgm:prSet>
      <dgm:spPr/>
    </dgm:pt>
    <dgm:pt modelId="{10B41D96-D5D7-4495-993B-309847D7C959}" type="pres">
      <dgm:prSet presAssocID="{00F41346-34DF-4A4E-A918-BB5CFED6C916}" presName="sibTrans" presStyleCnt="0"/>
      <dgm:spPr/>
    </dgm:pt>
    <dgm:pt modelId="{A357C86D-AF89-4687-B07D-B3E1DC100720}" type="pres">
      <dgm:prSet presAssocID="{48452C46-FDC4-407C-8384-B31F648008F1}" presName="compNode" presStyleCnt="0"/>
      <dgm:spPr/>
    </dgm:pt>
    <dgm:pt modelId="{8B0937B2-0CBC-424D-926E-10CA4F989513}" type="pres">
      <dgm:prSet presAssocID="{48452C46-FDC4-407C-8384-B31F648008F1}" presName="iconBgRect" presStyleLbl="bgShp" presStyleIdx="2" presStyleCnt="3"/>
      <dgm:spPr>
        <a:solidFill>
          <a:srgbClr val="074D49"/>
        </a:solidFill>
      </dgm:spPr>
    </dgm:pt>
    <dgm:pt modelId="{18A44E5A-830B-41C9-A383-A965457620C8}" type="pres">
      <dgm:prSet presAssocID="{48452C46-FDC4-407C-8384-B31F648008F1}" presName="iconRect" presStyleLbl="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9999DFD4-7DB7-492F-BD2D-C41359A8ED6C}" type="pres">
      <dgm:prSet presAssocID="{48452C46-FDC4-407C-8384-B31F648008F1}" presName="spaceRect" presStyleCnt="0"/>
      <dgm:spPr/>
    </dgm:pt>
    <dgm:pt modelId="{532663B7-705A-4175-B63B-FB0055B1AB0E}" type="pres">
      <dgm:prSet presAssocID="{48452C46-FDC4-407C-8384-B31F648008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49C533-AD89-4410-B8E4-10C426634A9B}" type="presOf" srcId="{48452C46-FDC4-407C-8384-B31F648008F1}" destId="{532663B7-705A-4175-B63B-FB0055B1AB0E}" srcOrd="0" destOrd="0" presId="urn:microsoft.com/office/officeart/2018/5/layout/IconCircleLabelList"/>
    <dgm:cxn modelId="{31A5593F-CFFA-4B79-BECA-3AC9F3C9D6B5}" srcId="{05663B8B-0656-451D-9309-8A563D0BA79D}" destId="{3E1690C4-794C-4CD4-8382-5BF69E2B2340}" srcOrd="0" destOrd="0" parTransId="{C908755F-09A9-4EAB-87EF-731F4EB49D64}" sibTransId="{2C43FE61-56A3-4B93-95F4-12F16F142028}"/>
    <dgm:cxn modelId="{1905E66A-B845-4DC9-A80F-DB4A2ECDDFED}" type="presOf" srcId="{F29719FA-8209-40F9-9A3F-CE604A769D95}" destId="{7828EE0C-E51D-4FBD-84AE-EE36585F0B01}" srcOrd="0" destOrd="0" presId="urn:microsoft.com/office/officeart/2018/5/layout/IconCircleLabelList"/>
    <dgm:cxn modelId="{C7030074-838B-4FC2-B28A-439BDDFC9206}" srcId="{05663B8B-0656-451D-9309-8A563D0BA79D}" destId="{F29719FA-8209-40F9-9A3F-CE604A769D95}" srcOrd="1" destOrd="0" parTransId="{66AA8BB8-C155-49B9-A0E9-DDBB6E792A38}" sibTransId="{00F41346-34DF-4A4E-A918-BB5CFED6C916}"/>
    <dgm:cxn modelId="{8F9B8099-1983-4653-AD08-C9D2268E3B6F}" type="presOf" srcId="{05663B8B-0656-451D-9309-8A563D0BA79D}" destId="{44E3C1EB-08DA-476F-9835-97C86062B0F0}" srcOrd="0" destOrd="0" presId="urn:microsoft.com/office/officeart/2018/5/layout/IconCircleLabelList"/>
    <dgm:cxn modelId="{A47167A1-A6C3-4BE9-9BC3-565CEE19DA9D}" type="presOf" srcId="{3E1690C4-794C-4CD4-8382-5BF69E2B2340}" destId="{964CB5E9-4A63-447A-9AAD-2F155C84C9CF}" srcOrd="0" destOrd="0" presId="urn:microsoft.com/office/officeart/2018/5/layout/IconCircleLabelList"/>
    <dgm:cxn modelId="{55F802EA-A2A1-4A16-90CE-7737CF709683}" srcId="{05663B8B-0656-451D-9309-8A563D0BA79D}" destId="{48452C46-FDC4-407C-8384-B31F648008F1}" srcOrd="2" destOrd="0" parTransId="{A5715AB8-595B-4079-9B95-525610573B91}" sibTransId="{9066683D-047B-4EE7-A6B6-17EE8AE4F734}"/>
    <dgm:cxn modelId="{697D1CA1-71A1-4939-BBB7-1AB25B9F32F4}" type="presParOf" srcId="{44E3C1EB-08DA-476F-9835-97C86062B0F0}" destId="{AC0C6631-D2FC-4D40-A470-4E026FE24CCD}" srcOrd="0" destOrd="0" presId="urn:microsoft.com/office/officeart/2018/5/layout/IconCircleLabelList"/>
    <dgm:cxn modelId="{6B8922A9-026C-4E73-9C12-FE31D7056A46}" type="presParOf" srcId="{AC0C6631-D2FC-4D40-A470-4E026FE24CCD}" destId="{81BA3B5E-27F5-400B-B64C-69771DEC7CB6}" srcOrd="0" destOrd="0" presId="urn:microsoft.com/office/officeart/2018/5/layout/IconCircleLabelList"/>
    <dgm:cxn modelId="{FEF72604-D4CD-4F0C-95F1-B6170BF8BD25}" type="presParOf" srcId="{AC0C6631-D2FC-4D40-A470-4E026FE24CCD}" destId="{3B5F9781-3B72-4797-8B4B-98CCF9940233}" srcOrd="1" destOrd="0" presId="urn:microsoft.com/office/officeart/2018/5/layout/IconCircleLabelList"/>
    <dgm:cxn modelId="{4335599C-EA53-4609-9D81-5AB57F7EE1FB}" type="presParOf" srcId="{AC0C6631-D2FC-4D40-A470-4E026FE24CCD}" destId="{872134DD-4F4B-477A-9DF5-1374B3ED7733}" srcOrd="2" destOrd="0" presId="urn:microsoft.com/office/officeart/2018/5/layout/IconCircleLabelList"/>
    <dgm:cxn modelId="{F8DB4FBB-C51D-4B48-9D67-36B189442A22}" type="presParOf" srcId="{AC0C6631-D2FC-4D40-A470-4E026FE24CCD}" destId="{964CB5E9-4A63-447A-9AAD-2F155C84C9CF}" srcOrd="3" destOrd="0" presId="urn:microsoft.com/office/officeart/2018/5/layout/IconCircleLabelList"/>
    <dgm:cxn modelId="{5E37FEB1-373F-46DC-80C0-CB0D1AE70D41}" type="presParOf" srcId="{44E3C1EB-08DA-476F-9835-97C86062B0F0}" destId="{F827A216-EEF8-4962-9F5B-37594BB4F773}" srcOrd="1" destOrd="0" presId="urn:microsoft.com/office/officeart/2018/5/layout/IconCircleLabelList"/>
    <dgm:cxn modelId="{5BEF7C0E-E7B8-4C6F-A95F-45C787404AEF}" type="presParOf" srcId="{44E3C1EB-08DA-476F-9835-97C86062B0F0}" destId="{A37B2B5B-1064-4B92-9A07-BC31BA58ADE7}" srcOrd="2" destOrd="0" presId="urn:microsoft.com/office/officeart/2018/5/layout/IconCircleLabelList"/>
    <dgm:cxn modelId="{66A9FEFD-7111-4433-96EF-704FF518643E}" type="presParOf" srcId="{A37B2B5B-1064-4B92-9A07-BC31BA58ADE7}" destId="{51C1A679-D36E-4F14-B24B-DD7573693231}" srcOrd="0" destOrd="0" presId="urn:microsoft.com/office/officeart/2018/5/layout/IconCircleLabelList"/>
    <dgm:cxn modelId="{FA44A242-D793-4805-A45E-94F2DB94B42F}" type="presParOf" srcId="{A37B2B5B-1064-4B92-9A07-BC31BA58ADE7}" destId="{26093F25-BBDF-4D63-892A-D1EE409FF580}" srcOrd="1" destOrd="0" presId="urn:microsoft.com/office/officeart/2018/5/layout/IconCircleLabelList"/>
    <dgm:cxn modelId="{05610276-B276-4003-9025-4860AFB03C51}" type="presParOf" srcId="{A37B2B5B-1064-4B92-9A07-BC31BA58ADE7}" destId="{C3678FCC-773F-43CF-A7D6-804A910EB8B0}" srcOrd="2" destOrd="0" presId="urn:microsoft.com/office/officeart/2018/5/layout/IconCircleLabelList"/>
    <dgm:cxn modelId="{A741B596-4885-4EA5-9D48-FD0D4B5714C7}" type="presParOf" srcId="{A37B2B5B-1064-4B92-9A07-BC31BA58ADE7}" destId="{7828EE0C-E51D-4FBD-84AE-EE36585F0B01}" srcOrd="3" destOrd="0" presId="urn:microsoft.com/office/officeart/2018/5/layout/IconCircleLabelList"/>
    <dgm:cxn modelId="{65ACDBAF-BDA1-42B6-853E-A6346C2B9020}" type="presParOf" srcId="{44E3C1EB-08DA-476F-9835-97C86062B0F0}" destId="{10B41D96-D5D7-4495-993B-309847D7C959}" srcOrd="3" destOrd="0" presId="urn:microsoft.com/office/officeart/2018/5/layout/IconCircleLabelList"/>
    <dgm:cxn modelId="{6773CA92-5171-4DAD-B956-376CA53D30CF}" type="presParOf" srcId="{44E3C1EB-08DA-476F-9835-97C86062B0F0}" destId="{A357C86D-AF89-4687-B07D-B3E1DC100720}" srcOrd="4" destOrd="0" presId="urn:microsoft.com/office/officeart/2018/5/layout/IconCircleLabelList"/>
    <dgm:cxn modelId="{98FE6B7A-9818-4210-A1D7-0A88D20F4005}" type="presParOf" srcId="{A357C86D-AF89-4687-B07D-B3E1DC100720}" destId="{8B0937B2-0CBC-424D-926E-10CA4F989513}" srcOrd="0" destOrd="0" presId="urn:microsoft.com/office/officeart/2018/5/layout/IconCircleLabelList"/>
    <dgm:cxn modelId="{2E12ACAB-E081-436B-8C59-30FB8659B578}" type="presParOf" srcId="{A357C86D-AF89-4687-B07D-B3E1DC100720}" destId="{18A44E5A-830B-41C9-A383-A965457620C8}" srcOrd="1" destOrd="0" presId="urn:microsoft.com/office/officeart/2018/5/layout/IconCircleLabelList"/>
    <dgm:cxn modelId="{8214046D-853E-4D1C-82ED-DCFAF738DA9D}" type="presParOf" srcId="{A357C86D-AF89-4687-B07D-B3E1DC100720}" destId="{9999DFD4-7DB7-492F-BD2D-C41359A8ED6C}" srcOrd="2" destOrd="0" presId="urn:microsoft.com/office/officeart/2018/5/layout/IconCircleLabelList"/>
    <dgm:cxn modelId="{2055DC85-C5D1-4214-AA4F-53BEA400B29F}" type="presParOf" srcId="{A357C86D-AF89-4687-B07D-B3E1DC100720}" destId="{532663B7-705A-4175-B63B-FB0055B1AB0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663B8B-0656-451D-9309-8A563D0BA7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8452C46-FDC4-407C-8384-B31F648008F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400" dirty="0"/>
            <a:t>Colours</a:t>
          </a:r>
          <a:endParaRPr lang="en-US" sz="2400" dirty="0"/>
        </a:p>
      </dgm:t>
    </dgm:pt>
    <dgm:pt modelId="{A5715AB8-595B-4079-9B95-525610573B91}" type="parTrans" cxnId="{55F802EA-A2A1-4A16-90CE-7737CF709683}">
      <dgm:prSet/>
      <dgm:spPr/>
      <dgm:t>
        <a:bodyPr/>
        <a:lstStyle/>
        <a:p>
          <a:endParaRPr lang="en-US"/>
        </a:p>
      </dgm:t>
    </dgm:pt>
    <dgm:pt modelId="{9066683D-047B-4EE7-A6B6-17EE8AE4F734}" type="sibTrans" cxnId="{55F802EA-A2A1-4A16-90CE-7737CF709683}">
      <dgm:prSet/>
      <dgm:spPr/>
      <dgm:t>
        <a:bodyPr/>
        <a:lstStyle/>
        <a:p>
          <a:endParaRPr lang="en-US"/>
        </a:p>
      </dgm:t>
    </dgm:pt>
    <dgm:pt modelId="{3E1690C4-794C-4CD4-8382-5BF69E2B234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 dirty="0">
              <a:solidFill>
                <a:schemeClr val="bg1">
                  <a:lumMod val="65000"/>
                </a:schemeClr>
              </a:solidFill>
            </a:rPr>
            <a:t>Elements</a:t>
          </a:r>
        </a:p>
        <a:p>
          <a:pPr>
            <a:lnSpc>
              <a:spcPct val="100000"/>
            </a:lnSpc>
            <a:defRPr cap="all"/>
          </a:pPr>
          <a:r>
            <a:rPr lang="en-US" sz="2400" dirty="0" err="1">
              <a:solidFill>
                <a:schemeClr val="bg1">
                  <a:lumMod val="65000"/>
                </a:schemeClr>
              </a:solidFill>
            </a:rPr>
            <a:t>Defs</a:t>
          </a:r>
          <a:endParaRPr lang="en-US" sz="2400" dirty="0">
            <a:solidFill>
              <a:schemeClr val="bg1">
                <a:lumMod val="65000"/>
              </a:schemeClr>
            </a:solidFill>
          </a:endParaRPr>
        </a:p>
        <a:p>
          <a:pPr>
            <a:lnSpc>
              <a:spcPct val="100000"/>
            </a:lnSpc>
            <a:defRPr cap="all"/>
          </a:pPr>
          <a:r>
            <a:rPr lang="en-US" sz="2400" dirty="0">
              <a:solidFill>
                <a:schemeClr val="bg1">
                  <a:lumMod val="65000"/>
                </a:schemeClr>
              </a:solidFill>
            </a:rPr>
            <a:t>Attributes</a:t>
          </a:r>
        </a:p>
        <a:p>
          <a:pPr>
            <a:lnSpc>
              <a:spcPct val="100000"/>
            </a:lnSpc>
            <a:defRPr cap="all"/>
          </a:pPr>
          <a:r>
            <a:rPr lang="en-US" sz="2400" dirty="0">
              <a:solidFill>
                <a:schemeClr val="bg1">
                  <a:lumMod val="65000"/>
                </a:schemeClr>
              </a:solidFill>
            </a:rPr>
            <a:t>Transforms</a:t>
          </a:r>
        </a:p>
        <a:p>
          <a:pPr>
            <a:lnSpc>
              <a:spcPct val="100000"/>
            </a:lnSpc>
            <a:defRPr cap="all"/>
          </a:pPr>
          <a:r>
            <a:rPr lang="en-US" sz="2400" dirty="0">
              <a:solidFill>
                <a:schemeClr val="bg1">
                  <a:lumMod val="65000"/>
                </a:schemeClr>
              </a:solidFill>
            </a:rPr>
            <a:t>Scales</a:t>
          </a:r>
        </a:p>
        <a:p>
          <a:pPr>
            <a:lnSpc>
              <a:spcPct val="100000"/>
            </a:lnSpc>
            <a:defRPr cap="all"/>
          </a:pPr>
          <a:r>
            <a:rPr lang="en-US" sz="2400" dirty="0">
              <a:solidFill>
                <a:schemeClr val="bg1">
                  <a:lumMod val="65000"/>
                </a:schemeClr>
              </a:solidFill>
            </a:rPr>
            <a:t>…</a:t>
          </a:r>
        </a:p>
      </dgm:t>
    </dgm:pt>
    <dgm:pt modelId="{C908755F-09A9-4EAB-87EF-731F4EB49D64}" type="parTrans" cxnId="{31A5593F-CFFA-4B79-BECA-3AC9F3C9D6B5}">
      <dgm:prSet/>
      <dgm:spPr/>
      <dgm:t>
        <a:bodyPr/>
        <a:lstStyle/>
        <a:p>
          <a:endParaRPr lang="en-US"/>
        </a:p>
      </dgm:t>
    </dgm:pt>
    <dgm:pt modelId="{2C43FE61-56A3-4B93-95F4-12F16F142028}" type="sibTrans" cxnId="{31A5593F-CFFA-4B79-BECA-3AC9F3C9D6B5}">
      <dgm:prSet/>
      <dgm:spPr/>
      <dgm:t>
        <a:bodyPr/>
        <a:lstStyle/>
        <a:p>
          <a:endParaRPr lang="en-US"/>
        </a:p>
      </dgm:t>
    </dgm:pt>
    <dgm:pt modelId="{F29719FA-8209-40F9-9A3F-CE604A769D9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400" dirty="0"/>
            <a:t>Compounds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Viz</a:t>
          </a:r>
        </a:p>
      </dgm:t>
    </dgm:pt>
    <dgm:pt modelId="{66AA8BB8-C155-49B9-A0E9-DDBB6E792A38}" type="parTrans" cxnId="{C7030074-838B-4FC2-B28A-439BDDFC9206}">
      <dgm:prSet/>
      <dgm:spPr/>
      <dgm:t>
        <a:bodyPr/>
        <a:lstStyle/>
        <a:p>
          <a:endParaRPr lang="en-US"/>
        </a:p>
      </dgm:t>
    </dgm:pt>
    <dgm:pt modelId="{00F41346-34DF-4A4E-A918-BB5CFED6C916}" type="sibTrans" cxnId="{C7030074-838B-4FC2-B28A-439BDDFC9206}">
      <dgm:prSet/>
      <dgm:spPr/>
      <dgm:t>
        <a:bodyPr/>
        <a:lstStyle/>
        <a:p>
          <a:endParaRPr lang="en-US"/>
        </a:p>
      </dgm:t>
    </dgm:pt>
    <dgm:pt modelId="{44E3C1EB-08DA-476F-9835-97C86062B0F0}" type="pres">
      <dgm:prSet presAssocID="{05663B8B-0656-451D-9309-8A563D0BA79D}" presName="root" presStyleCnt="0">
        <dgm:presLayoutVars>
          <dgm:dir/>
          <dgm:resizeHandles val="exact"/>
        </dgm:presLayoutVars>
      </dgm:prSet>
      <dgm:spPr/>
    </dgm:pt>
    <dgm:pt modelId="{AC0C6631-D2FC-4D40-A470-4E026FE24CCD}" type="pres">
      <dgm:prSet presAssocID="{3E1690C4-794C-4CD4-8382-5BF69E2B2340}" presName="compNode" presStyleCnt="0"/>
      <dgm:spPr/>
    </dgm:pt>
    <dgm:pt modelId="{81BA3B5E-27F5-400B-B64C-69771DEC7CB6}" type="pres">
      <dgm:prSet presAssocID="{3E1690C4-794C-4CD4-8382-5BF69E2B2340}" presName="iconBgRect" presStyleLbl="bgShp" presStyleIdx="0" presStyleCnt="3"/>
      <dgm:spPr>
        <a:solidFill>
          <a:srgbClr val="074D49">
            <a:alpha val="25882"/>
          </a:srgbClr>
        </a:solidFill>
      </dgm:spPr>
    </dgm:pt>
    <dgm:pt modelId="{3B5F9781-3B72-4797-8B4B-98CCF9940233}" type="pres">
      <dgm:prSet presAssocID="{3E1690C4-794C-4CD4-8382-5BF69E2B2340}" presName="iconRect" presStyleLbl="node1" presStyleIdx="0" presStyleCnt="3" custLinFactNeighborX="-4635" custLinFactNeighborY="-927"/>
      <dgm:spPr>
        <a:blipFill>
          <a:blip xmlns:r="http://schemas.openxmlformats.org/officeDocument/2006/relationships" r:embed="rId1">
            <a:alphaModFix amt="50000"/>
          </a:blip>
          <a:srcRect/>
          <a:stretch>
            <a:fillRect l="-12000" r="-12000"/>
          </a:stretch>
        </a:blipFill>
        <a:ln>
          <a:noFill/>
        </a:ln>
      </dgm:spPr>
    </dgm:pt>
    <dgm:pt modelId="{872134DD-4F4B-477A-9DF5-1374B3ED7733}" type="pres">
      <dgm:prSet presAssocID="{3E1690C4-794C-4CD4-8382-5BF69E2B2340}" presName="spaceRect" presStyleCnt="0"/>
      <dgm:spPr/>
    </dgm:pt>
    <dgm:pt modelId="{964CB5E9-4A63-447A-9AAD-2F155C84C9CF}" type="pres">
      <dgm:prSet presAssocID="{3E1690C4-794C-4CD4-8382-5BF69E2B2340}" presName="textRect" presStyleLbl="revTx" presStyleIdx="0" presStyleCnt="3">
        <dgm:presLayoutVars>
          <dgm:chMax val="1"/>
          <dgm:chPref val="1"/>
        </dgm:presLayoutVars>
      </dgm:prSet>
      <dgm:spPr/>
    </dgm:pt>
    <dgm:pt modelId="{F827A216-EEF8-4962-9F5B-37594BB4F773}" type="pres">
      <dgm:prSet presAssocID="{2C43FE61-56A3-4B93-95F4-12F16F142028}" presName="sibTrans" presStyleCnt="0"/>
      <dgm:spPr/>
    </dgm:pt>
    <dgm:pt modelId="{A37B2B5B-1064-4B92-9A07-BC31BA58ADE7}" type="pres">
      <dgm:prSet presAssocID="{F29719FA-8209-40F9-9A3F-CE604A769D95}" presName="compNode" presStyleCnt="0"/>
      <dgm:spPr/>
    </dgm:pt>
    <dgm:pt modelId="{51C1A679-D36E-4F14-B24B-DD7573693231}" type="pres">
      <dgm:prSet presAssocID="{F29719FA-8209-40F9-9A3F-CE604A769D95}" presName="iconBgRect" presStyleLbl="bgShp" presStyleIdx="1" presStyleCnt="3"/>
      <dgm:spPr>
        <a:solidFill>
          <a:srgbClr val="074D49"/>
        </a:solidFill>
      </dgm:spPr>
    </dgm:pt>
    <dgm:pt modelId="{26093F25-BBDF-4D63-892A-D1EE409FF580}" type="pres">
      <dgm:prSet presAssocID="{F29719FA-8209-40F9-9A3F-CE604A769D95}" presName="iconRect" presStyleLbl="node1" presStyleIdx="1" presStyleCnt="3" custLinFactNeighborX="4289" custLinFactNeighborY="-5046"/>
      <dgm:spPr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>
          <a:noFill/>
        </a:ln>
      </dgm:spPr>
    </dgm:pt>
    <dgm:pt modelId="{C3678FCC-773F-43CF-A7D6-804A910EB8B0}" type="pres">
      <dgm:prSet presAssocID="{F29719FA-8209-40F9-9A3F-CE604A769D95}" presName="spaceRect" presStyleCnt="0"/>
      <dgm:spPr/>
    </dgm:pt>
    <dgm:pt modelId="{7828EE0C-E51D-4FBD-84AE-EE36585F0B01}" type="pres">
      <dgm:prSet presAssocID="{F29719FA-8209-40F9-9A3F-CE604A769D95}" presName="textRect" presStyleLbl="revTx" presStyleIdx="1" presStyleCnt="3">
        <dgm:presLayoutVars>
          <dgm:chMax val="1"/>
          <dgm:chPref val="1"/>
        </dgm:presLayoutVars>
      </dgm:prSet>
      <dgm:spPr/>
    </dgm:pt>
    <dgm:pt modelId="{10B41D96-D5D7-4495-993B-309847D7C959}" type="pres">
      <dgm:prSet presAssocID="{00F41346-34DF-4A4E-A918-BB5CFED6C916}" presName="sibTrans" presStyleCnt="0"/>
      <dgm:spPr/>
    </dgm:pt>
    <dgm:pt modelId="{A357C86D-AF89-4687-B07D-B3E1DC100720}" type="pres">
      <dgm:prSet presAssocID="{48452C46-FDC4-407C-8384-B31F648008F1}" presName="compNode" presStyleCnt="0"/>
      <dgm:spPr/>
    </dgm:pt>
    <dgm:pt modelId="{8B0937B2-0CBC-424D-926E-10CA4F989513}" type="pres">
      <dgm:prSet presAssocID="{48452C46-FDC4-407C-8384-B31F648008F1}" presName="iconBgRect" presStyleLbl="bgShp" presStyleIdx="2" presStyleCnt="3"/>
      <dgm:spPr>
        <a:solidFill>
          <a:srgbClr val="074D49"/>
        </a:solidFill>
      </dgm:spPr>
    </dgm:pt>
    <dgm:pt modelId="{18A44E5A-830B-41C9-A383-A965457620C8}" type="pres">
      <dgm:prSet presAssocID="{48452C46-FDC4-407C-8384-B31F648008F1}" presName="iconRect" presStyleLbl="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9999DFD4-7DB7-492F-BD2D-C41359A8ED6C}" type="pres">
      <dgm:prSet presAssocID="{48452C46-FDC4-407C-8384-B31F648008F1}" presName="spaceRect" presStyleCnt="0"/>
      <dgm:spPr/>
    </dgm:pt>
    <dgm:pt modelId="{532663B7-705A-4175-B63B-FB0055B1AB0E}" type="pres">
      <dgm:prSet presAssocID="{48452C46-FDC4-407C-8384-B31F648008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49C533-AD89-4410-B8E4-10C426634A9B}" type="presOf" srcId="{48452C46-FDC4-407C-8384-B31F648008F1}" destId="{532663B7-705A-4175-B63B-FB0055B1AB0E}" srcOrd="0" destOrd="0" presId="urn:microsoft.com/office/officeart/2018/5/layout/IconCircleLabelList"/>
    <dgm:cxn modelId="{31A5593F-CFFA-4B79-BECA-3AC9F3C9D6B5}" srcId="{05663B8B-0656-451D-9309-8A563D0BA79D}" destId="{3E1690C4-794C-4CD4-8382-5BF69E2B2340}" srcOrd="0" destOrd="0" parTransId="{C908755F-09A9-4EAB-87EF-731F4EB49D64}" sibTransId="{2C43FE61-56A3-4B93-95F4-12F16F142028}"/>
    <dgm:cxn modelId="{1905E66A-B845-4DC9-A80F-DB4A2ECDDFED}" type="presOf" srcId="{F29719FA-8209-40F9-9A3F-CE604A769D95}" destId="{7828EE0C-E51D-4FBD-84AE-EE36585F0B01}" srcOrd="0" destOrd="0" presId="urn:microsoft.com/office/officeart/2018/5/layout/IconCircleLabelList"/>
    <dgm:cxn modelId="{C7030074-838B-4FC2-B28A-439BDDFC9206}" srcId="{05663B8B-0656-451D-9309-8A563D0BA79D}" destId="{F29719FA-8209-40F9-9A3F-CE604A769D95}" srcOrd="1" destOrd="0" parTransId="{66AA8BB8-C155-49B9-A0E9-DDBB6E792A38}" sibTransId="{00F41346-34DF-4A4E-A918-BB5CFED6C916}"/>
    <dgm:cxn modelId="{8F9B8099-1983-4653-AD08-C9D2268E3B6F}" type="presOf" srcId="{05663B8B-0656-451D-9309-8A563D0BA79D}" destId="{44E3C1EB-08DA-476F-9835-97C86062B0F0}" srcOrd="0" destOrd="0" presId="urn:microsoft.com/office/officeart/2018/5/layout/IconCircleLabelList"/>
    <dgm:cxn modelId="{A47167A1-A6C3-4BE9-9BC3-565CEE19DA9D}" type="presOf" srcId="{3E1690C4-794C-4CD4-8382-5BF69E2B2340}" destId="{964CB5E9-4A63-447A-9AAD-2F155C84C9CF}" srcOrd="0" destOrd="0" presId="urn:microsoft.com/office/officeart/2018/5/layout/IconCircleLabelList"/>
    <dgm:cxn modelId="{55F802EA-A2A1-4A16-90CE-7737CF709683}" srcId="{05663B8B-0656-451D-9309-8A563D0BA79D}" destId="{48452C46-FDC4-407C-8384-B31F648008F1}" srcOrd="2" destOrd="0" parTransId="{A5715AB8-595B-4079-9B95-525610573B91}" sibTransId="{9066683D-047B-4EE7-A6B6-17EE8AE4F734}"/>
    <dgm:cxn modelId="{697D1CA1-71A1-4939-BBB7-1AB25B9F32F4}" type="presParOf" srcId="{44E3C1EB-08DA-476F-9835-97C86062B0F0}" destId="{AC0C6631-D2FC-4D40-A470-4E026FE24CCD}" srcOrd="0" destOrd="0" presId="urn:microsoft.com/office/officeart/2018/5/layout/IconCircleLabelList"/>
    <dgm:cxn modelId="{6B8922A9-026C-4E73-9C12-FE31D7056A46}" type="presParOf" srcId="{AC0C6631-D2FC-4D40-A470-4E026FE24CCD}" destId="{81BA3B5E-27F5-400B-B64C-69771DEC7CB6}" srcOrd="0" destOrd="0" presId="urn:microsoft.com/office/officeart/2018/5/layout/IconCircleLabelList"/>
    <dgm:cxn modelId="{FEF72604-D4CD-4F0C-95F1-B6170BF8BD25}" type="presParOf" srcId="{AC0C6631-D2FC-4D40-A470-4E026FE24CCD}" destId="{3B5F9781-3B72-4797-8B4B-98CCF9940233}" srcOrd="1" destOrd="0" presId="urn:microsoft.com/office/officeart/2018/5/layout/IconCircleLabelList"/>
    <dgm:cxn modelId="{4335599C-EA53-4609-9D81-5AB57F7EE1FB}" type="presParOf" srcId="{AC0C6631-D2FC-4D40-A470-4E026FE24CCD}" destId="{872134DD-4F4B-477A-9DF5-1374B3ED7733}" srcOrd="2" destOrd="0" presId="urn:microsoft.com/office/officeart/2018/5/layout/IconCircleLabelList"/>
    <dgm:cxn modelId="{F8DB4FBB-C51D-4B48-9D67-36B189442A22}" type="presParOf" srcId="{AC0C6631-D2FC-4D40-A470-4E026FE24CCD}" destId="{964CB5E9-4A63-447A-9AAD-2F155C84C9CF}" srcOrd="3" destOrd="0" presId="urn:microsoft.com/office/officeart/2018/5/layout/IconCircleLabelList"/>
    <dgm:cxn modelId="{5E37FEB1-373F-46DC-80C0-CB0D1AE70D41}" type="presParOf" srcId="{44E3C1EB-08DA-476F-9835-97C86062B0F0}" destId="{F827A216-EEF8-4962-9F5B-37594BB4F773}" srcOrd="1" destOrd="0" presId="urn:microsoft.com/office/officeart/2018/5/layout/IconCircleLabelList"/>
    <dgm:cxn modelId="{5BEF7C0E-E7B8-4C6F-A95F-45C787404AEF}" type="presParOf" srcId="{44E3C1EB-08DA-476F-9835-97C86062B0F0}" destId="{A37B2B5B-1064-4B92-9A07-BC31BA58ADE7}" srcOrd="2" destOrd="0" presId="urn:microsoft.com/office/officeart/2018/5/layout/IconCircleLabelList"/>
    <dgm:cxn modelId="{66A9FEFD-7111-4433-96EF-704FF518643E}" type="presParOf" srcId="{A37B2B5B-1064-4B92-9A07-BC31BA58ADE7}" destId="{51C1A679-D36E-4F14-B24B-DD7573693231}" srcOrd="0" destOrd="0" presId="urn:microsoft.com/office/officeart/2018/5/layout/IconCircleLabelList"/>
    <dgm:cxn modelId="{FA44A242-D793-4805-A45E-94F2DB94B42F}" type="presParOf" srcId="{A37B2B5B-1064-4B92-9A07-BC31BA58ADE7}" destId="{26093F25-BBDF-4D63-892A-D1EE409FF580}" srcOrd="1" destOrd="0" presId="urn:microsoft.com/office/officeart/2018/5/layout/IconCircleLabelList"/>
    <dgm:cxn modelId="{05610276-B276-4003-9025-4860AFB03C51}" type="presParOf" srcId="{A37B2B5B-1064-4B92-9A07-BC31BA58ADE7}" destId="{C3678FCC-773F-43CF-A7D6-804A910EB8B0}" srcOrd="2" destOrd="0" presId="urn:microsoft.com/office/officeart/2018/5/layout/IconCircleLabelList"/>
    <dgm:cxn modelId="{A741B596-4885-4EA5-9D48-FD0D4B5714C7}" type="presParOf" srcId="{A37B2B5B-1064-4B92-9A07-BC31BA58ADE7}" destId="{7828EE0C-E51D-4FBD-84AE-EE36585F0B01}" srcOrd="3" destOrd="0" presId="urn:microsoft.com/office/officeart/2018/5/layout/IconCircleLabelList"/>
    <dgm:cxn modelId="{65ACDBAF-BDA1-42B6-853E-A6346C2B9020}" type="presParOf" srcId="{44E3C1EB-08DA-476F-9835-97C86062B0F0}" destId="{10B41D96-D5D7-4495-993B-309847D7C959}" srcOrd="3" destOrd="0" presId="urn:microsoft.com/office/officeart/2018/5/layout/IconCircleLabelList"/>
    <dgm:cxn modelId="{6773CA92-5171-4DAD-B956-376CA53D30CF}" type="presParOf" srcId="{44E3C1EB-08DA-476F-9835-97C86062B0F0}" destId="{A357C86D-AF89-4687-B07D-B3E1DC100720}" srcOrd="4" destOrd="0" presId="urn:microsoft.com/office/officeart/2018/5/layout/IconCircleLabelList"/>
    <dgm:cxn modelId="{98FE6B7A-9818-4210-A1D7-0A88D20F4005}" type="presParOf" srcId="{A357C86D-AF89-4687-B07D-B3E1DC100720}" destId="{8B0937B2-0CBC-424D-926E-10CA4F989513}" srcOrd="0" destOrd="0" presId="urn:microsoft.com/office/officeart/2018/5/layout/IconCircleLabelList"/>
    <dgm:cxn modelId="{2E12ACAB-E081-436B-8C59-30FB8659B578}" type="presParOf" srcId="{A357C86D-AF89-4687-B07D-B3E1DC100720}" destId="{18A44E5A-830B-41C9-A383-A965457620C8}" srcOrd="1" destOrd="0" presId="urn:microsoft.com/office/officeart/2018/5/layout/IconCircleLabelList"/>
    <dgm:cxn modelId="{8214046D-853E-4D1C-82ED-DCFAF738DA9D}" type="presParOf" srcId="{A357C86D-AF89-4687-B07D-B3E1DC100720}" destId="{9999DFD4-7DB7-492F-BD2D-C41359A8ED6C}" srcOrd="2" destOrd="0" presId="urn:microsoft.com/office/officeart/2018/5/layout/IconCircleLabelList"/>
    <dgm:cxn modelId="{2055DC85-C5D1-4214-AA4F-53BEA400B29F}" type="presParOf" srcId="{A357C86D-AF89-4687-B07D-B3E1DC100720}" destId="{532663B7-705A-4175-B63B-FB0055B1AB0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A3B5E-27F5-400B-B64C-69771DEC7CB6}">
      <dsp:nvSpPr>
        <dsp:cNvPr id="0" name=""/>
        <dsp:cNvSpPr/>
      </dsp:nvSpPr>
      <dsp:spPr>
        <a:xfrm>
          <a:off x="740941" y="118965"/>
          <a:ext cx="2093062" cy="2093062"/>
        </a:xfrm>
        <a:prstGeom prst="ellipse">
          <a:avLst/>
        </a:prstGeom>
        <a:solidFill>
          <a:srgbClr val="074D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F9781-3B72-4797-8B4B-98CCF9940233}">
      <dsp:nvSpPr>
        <dsp:cNvPr id="0" name=""/>
        <dsp:cNvSpPr/>
      </dsp:nvSpPr>
      <dsp:spPr>
        <a:xfrm>
          <a:off x="1131340" y="553895"/>
          <a:ext cx="1200937" cy="120093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CB5E9-4A63-447A-9AAD-2F155C84C9CF}">
      <dsp:nvSpPr>
        <dsp:cNvPr id="0" name=""/>
        <dsp:cNvSpPr/>
      </dsp:nvSpPr>
      <dsp:spPr>
        <a:xfrm>
          <a:off x="71847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Elements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 err="1"/>
            <a:t>Defs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Attributes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Transforms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Scales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…</a:t>
          </a:r>
        </a:p>
      </dsp:txBody>
      <dsp:txXfrm>
        <a:off x="71847" y="2863965"/>
        <a:ext cx="3431250" cy="2970000"/>
      </dsp:txXfrm>
    </dsp:sp>
    <dsp:sp modelId="{51C1A679-D36E-4F14-B24B-DD7573693231}">
      <dsp:nvSpPr>
        <dsp:cNvPr id="0" name=""/>
        <dsp:cNvSpPr/>
      </dsp:nvSpPr>
      <dsp:spPr>
        <a:xfrm>
          <a:off x="4772660" y="118965"/>
          <a:ext cx="2093062" cy="2093062"/>
        </a:xfrm>
        <a:prstGeom prst="ellipse">
          <a:avLst/>
        </a:prstGeom>
        <a:solidFill>
          <a:srgbClr val="074D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93F25-BBDF-4D63-892A-D1EE409FF580}">
      <dsp:nvSpPr>
        <dsp:cNvPr id="0" name=""/>
        <dsp:cNvSpPr/>
      </dsp:nvSpPr>
      <dsp:spPr>
        <a:xfrm>
          <a:off x="5270230" y="504428"/>
          <a:ext cx="1200937" cy="1200937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8EE0C-E51D-4FBD-84AE-EE36585F0B01}">
      <dsp:nvSpPr>
        <dsp:cNvPr id="0" name=""/>
        <dsp:cNvSpPr/>
      </dsp:nvSpPr>
      <dsp:spPr>
        <a:xfrm>
          <a:off x="4103566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kern="1200" dirty="0"/>
            <a:t>Compounds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Viz</a:t>
          </a:r>
        </a:p>
      </dsp:txBody>
      <dsp:txXfrm>
        <a:off x="4103566" y="2863965"/>
        <a:ext cx="3431250" cy="2970000"/>
      </dsp:txXfrm>
    </dsp:sp>
    <dsp:sp modelId="{8B0937B2-0CBC-424D-926E-10CA4F989513}">
      <dsp:nvSpPr>
        <dsp:cNvPr id="0" name=""/>
        <dsp:cNvSpPr/>
      </dsp:nvSpPr>
      <dsp:spPr>
        <a:xfrm>
          <a:off x="8804379" y="118965"/>
          <a:ext cx="2093062" cy="2093062"/>
        </a:xfrm>
        <a:prstGeom prst="ellipse">
          <a:avLst/>
        </a:prstGeom>
        <a:solidFill>
          <a:srgbClr val="074D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44E5A-830B-41C9-A383-A965457620C8}">
      <dsp:nvSpPr>
        <dsp:cNvPr id="0" name=""/>
        <dsp:cNvSpPr/>
      </dsp:nvSpPr>
      <dsp:spPr>
        <a:xfrm>
          <a:off x="9250441" y="565028"/>
          <a:ext cx="1200937" cy="1200937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663B7-705A-4175-B63B-FB0055B1AB0E}">
      <dsp:nvSpPr>
        <dsp:cNvPr id="0" name=""/>
        <dsp:cNvSpPr/>
      </dsp:nvSpPr>
      <dsp:spPr>
        <a:xfrm>
          <a:off x="8135285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kern="1200" dirty="0"/>
            <a:t>Colours</a:t>
          </a:r>
          <a:endParaRPr lang="en-US" sz="2400" kern="1200" dirty="0"/>
        </a:p>
      </dsp:txBody>
      <dsp:txXfrm>
        <a:off x="8135285" y="2863965"/>
        <a:ext cx="3431250" cy="297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A3B5E-27F5-400B-B64C-69771DEC7CB6}">
      <dsp:nvSpPr>
        <dsp:cNvPr id="0" name=""/>
        <dsp:cNvSpPr/>
      </dsp:nvSpPr>
      <dsp:spPr>
        <a:xfrm>
          <a:off x="740941" y="118965"/>
          <a:ext cx="2093062" cy="2093062"/>
        </a:xfrm>
        <a:prstGeom prst="ellipse">
          <a:avLst/>
        </a:prstGeom>
        <a:solidFill>
          <a:srgbClr val="074D49">
            <a:alpha val="2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F9781-3B72-4797-8B4B-98CCF9940233}">
      <dsp:nvSpPr>
        <dsp:cNvPr id="0" name=""/>
        <dsp:cNvSpPr/>
      </dsp:nvSpPr>
      <dsp:spPr>
        <a:xfrm>
          <a:off x="1131340" y="553895"/>
          <a:ext cx="1200937" cy="1200937"/>
        </a:xfrm>
        <a:prstGeom prst="rect">
          <a:avLst/>
        </a:prstGeom>
        <a:blipFill>
          <a:blip xmlns:r="http://schemas.openxmlformats.org/officeDocument/2006/relationships" r:embed="rId1">
            <a:alphaModFix amt="50000"/>
          </a:blip>
          <a:srcRect/>
          <a:stretch>
            <a:fillRect l="-12000" r="-12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CB5E9-4A63-447A-9AAD-2F155C84C9CF}">
      <dsp:nvSpPr>
        <dsp:cNvPr id="0" name=""/>
        <dsp:cNvSpPr/>
      </dsp:nvSpPr>
      <dsp:spPr>
        <a:xfrm>
          <a:off x="71847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65000"/>
                </a:schemeClr>
              </a:solidFill>
            </a:rPr>
            <a:t>Elements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 err="1">
              <a:solidFill>
                <a:schemeClr val="bg1">
                  <a:lumMod val="65000"/>
                </a:schemeClr>
              </a:solidFill>
            </a:rPr>
            <a:t>Defs</a:t>
          </a:r>
          <a:endParaRPr lang="en-US" sz="2400" kern="1200" dirty="0">
            <a:solidFill>
              <a:schemeClr val="bg1">
                <a:lumMod val="65000"/>
              </a:schemeClr>
            </a:solidFill>
          </a:endParaRP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65000"/>
                </a:schemeClr>
              </a:solidFill>
            </a:rPr>
            <a:t>Attributes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65000"/>
                </a:schemeClr>
              </a:solidFill>
            </a:rPr>
            <a:t>Transforms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65000"/>
                </a:schemeClr>
              </a:solidFill>
            </a:rPr>
            <a:t>Scales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65000"/>
                </a:schemeClr>
              </a:solidFill>
            </a:rPr>
            <a:t>…</a:t>
          </a:r>
        </a:p>
      </dsp:txBody>
      <dsp:txXfrm>
        <a:off x="71847" y="2863965"/>
        <a:ext cx="3431250" cy="2970000"/>
      </dsp:txXfrm>
    </dsp:sp>
    <dsp:sp modelId="{51C1A679-D36E-4F14-B24B-DD7573693231}">
      <dsp:nvSpPr>
        <dsp:cNvPr id="0" name=""/>
        <dsp:cNvSpPr/>
      </dsp:nvSpPr>
      <dsp:spPr>
        <a:xfrm>
          <a:off x="4772660" y="118965"/>
          <a:ext cx="2093062" cy="2093062"/>
        </a:xfrm>
        <a:prstGeom prst="ellipse">
          <a:avLst/>
        </a:prstGeom>
        <a:solidFill>
          <a:srgbClr val="074D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93F25-BBDF-4D63-892A-D1EE409FF580}">
      <dsp:nvSpPr>
        <dsp:cNvPr id="0" name=""/>
        <dsp:cNvSpPr/>
      </dsp:nvSpPr>
      <dsp:spPr>
        <a:xfrm>
          <a:off x="5270230" y="504428"/>
          <a:ext cx="1200937" cy="1200937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8EE0C-E51D-4FBD-84AE-EE36585F0B01}">
      <dsp:nvSpPr>
        <dsp:cNvPr id="0" name=""/>
        <dsp:cNvSpPr/>
      </dsp:nvSpPr>
      <dsp:spPr>
        <a:xfrm>
          <a:off x="4103566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kern="1200" dirty="0"/>
            <a:t>Compounds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Viz</a:t>
          </a:r>
        </a:p>
      </dsp:txBody>
      <dsp:txXfrm>
        <a:off x="4103566" y="2863965"/>
        <a:ext cx="3431250" cy="2970000"/>
      </dsp:txXfrm>
    </dsp:sp>
    <dsp:sp modelId="{8B0937B2-0CBC-424D-926E-10CA4F989513}">
      <dsp:nvSpPr>
        <dsp:cNvPr id="0" name=""/>
        <dsp:cNvSpPr/>
      </dsp:nvSpPr>
      <dsp:spPr>
        <a:xfrm>
          <a:off x="8804379" y="118965"/>
          <a:ext cx="2093062" cy="2093062"/>
        </a:xfrm>
        <a:prstGeom prst="ellipse">
          <a:avLst/>
        </a:prstGeom>
        <a:solidFill>
          <a:srgbClr val="074D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44E5A-830B-41C9-A383-A965457620C8}">
      <dsp:nvSpPr>
        <dsp:cNvPr id="0" name=""/>
        <dsp:cNvSpPr/>
      </dsp:nvSpPr>
      <dsp:spPr>
        <a:xfrm>
          <a:off x="9250441" y="565028"/>
          <a:ext cx="1200937" cy="1200937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663B7-705A-4175-B63B-FB0055B1AB0E}">
      <dsp:nvSpPr>
        <dsp:cNvPr id="0" name=""/>
        <dsp:cNvSpPr/>
      </dsp:nvSpPr>
      <dsp:spPr>
        <a:xfrm>
          <a:off x="8135285" y="2863965"/>
          <a:ext cx="3431250" cy="29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400" kern="1200" dirty="0"/>
            <a:t>Colours</a:t>
          </a:r>
          <a:endParaRPr lang="en-US" sz="2400" kern="1200" dirty="0"/>
        </a:p>
      </dsp:txBody>
      <dsp:txXfrm>
        <a:off x="8135285" y="2863965"/>
        <a:ext cx="3431250" cy="29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B0A20-B27C-41F0-AF86-9E10FFF00627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5D093-C4E0-49D4-8D63-CB9B74C43B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81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oncontext.github.io/posts/SVG-Violin/?h=vio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we are all up the speed. How about if you didn't have to have all this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5D093-C4E0-49D4-8D63-CB9B74C43B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439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30F0-02E8-1E22-1F6C-737449D6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267FA-0AE4-7984-F7A3-6CE82ABBF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92CA1-3171-A6C3-632B-84117E1AF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we are all up the speed. How about if you didn't have to have all this knowledge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4B00-8170-5618-947E-5A3FDAF72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5D093-C4E0-49D4-8D63-CB9B74C43B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31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5D093-C4E0-49D4-8D63-CB9B74C43B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45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look at Compound, Context and Granularity we can first see that there isn't a huge difference between warm and hot cache. This hints that each measure is likely relying on a lot of Formula Engine (FE) vs Storage Engine (SE), which is not unexpected. All of the daxlib.svg.compound.* functions have a similar construction and although I have tried to calculate a data table early to aid with generating a reusable data cache, there is still a decent amount of string manipulation which will require a reasonable amount of FE involvement. Secondly we can see the impact of the choice of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xAxis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increased granularity of 'date'[Date] vs 'date'[Year Month] has a large effect for many of the daxlib.svg.compound.* functions. The Heatmap and Violin plots are the slowest, which is to be expected since they have additional processing over the other daxlib.svg.compound.* functions. They both need to sample data across the data range; see my previous blog post on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SVG Violin plot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info on how and why this sampling occurs.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5D093-C4E0-49D4-8D63-CB9B74C43BFF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4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76FF-6F59-BA9B-8C71-F78574D71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480C7-67C5-461D-ABA6-C8D541FEE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74851-8EB2-9404-D063-836BACFB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9CDF-8FFB-0C72-91C6-A92F30CB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E36BD-1720-4377-0EB5-81885662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53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E782-3BC8-09A5-67A1-453A2E8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1558-D141-DC32-C0B9-21EA7F2A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FDE4F-056A-354D-DFF1-15599DE3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D1770-F9EC-F284-00E2-B7E5367F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743D-6B2D-17DC-9A64-88B7D260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68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B1DF-1AFC-8426-7B71-56A445E3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1AD24-0D76-B551-24E2-9464A95BC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707F6-E43F-E6D2-143E-C2C1D3AA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E7DC-D4B1-8442-4036-33249F23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0B24-9C7B-9E15-7BE2-A8558400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B9DB-4569-F0FD-2D66-B4107D50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6BFCC-0A2B-F585-30B0-91EBAFD63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EDB9B-B7F2-5377-D6B3-15853E476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8B48E-346D-8604-6072-1B6CABB5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B8AAB-F3CA-99B0-648A-BCDAB934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49FB1-14D0-66A3-7F08-E2122DE2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19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1812-1077-ADE9-9ABA-C2B8A7EC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7642-27E2-61E7-CA59-29FFEE4C7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3DE2C-87B6-B372-D226-FF6DCFFB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7CC56F-21A6-9E37-EF47-AA1D5FF62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D5357-B13C-8C75-103B-7DF4A6B86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F38F3-9C96-A6B4-7E19-832DA41F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4BFF7-0A73-3993-EB38-B647DF25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34D6E-7429-EB74-0164-7145F56E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2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4ABB-7C22-80E2-B61E-574BC93D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BB817-6FEA-9D77-E5A8-2428199F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4B8B0-A956-A9BE-2E9F-45006357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80F1F-693C-808C-B465-0DCDC2E6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5F4C7-41CA-6755-DA97-50C71812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11683-3062-5F75-7EC6-ED809E3E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37351-1C7F-CA88-12C8-20779733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1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67DD-8738-84A3-1BEE-D21B7ACD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764A-B3D8-8496-9C70-9967409A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AC862-06FE-CF03-9A11-29EC92C24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C747E-195B-D770-FC3B-F042C071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54FFF-CE38-9DEF-6383-7F3CDFEA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D476A-EC19-C103-9DBB-4892A80D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83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02BA-E661-9EB4-557F-32B6CA62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D5939-0A54-6D24-C995-95EA72AA3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47A11-615C-7AB7-32EC-436F2A106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8512-DD08-85E9-DA2E-C4A7F9F5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F787D-E184-206C-4A50-008D2512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F08D3-DEA2-6508-6D6D-CA5C6AF5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13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E7CC-05AB-B6EE-D90E-56102BF8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B20D3-8424-59EC-E1AF-D11DE0FC2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D1D70-AABB-B72C-4721-6FDFE6D4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BF06-3290-AFB1-2E77-CF4BECA3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8B88C-9583-F77A-662C-ECE29D7C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08A40-D136-6934-0400-4EBBE70FB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9D7B5-B31F-6FF8-58EE-24300CB35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EBEC4-9659-A0E2-4CE1-50235D64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2392-86E7-3C39-2007-12896C49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CA5C-8A72-DD8C-9F66-B4C8640A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22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8FFB1-482D-28D6-8CD0-74AF3BF2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A6F14-6CFA-3007-1A03-FAF26FE26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66DB4-9954-974B-2973-EDD2361EC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13DB3-B531-487B-9152-813793DE8DD1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D8BFB-CA3B-1631-73AE-8743BFEBE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E76C3-FA0F-B539-583B-444810B05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7B359-1CD7-42CA-8592-73FF2FFB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61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oncontext.github.io/posts/SVG-Violin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hyperlink" Target="https://upload.wikimedia.org/wikipedia/commons/1/15/Bezier_All_anim.gi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oncontext.github.io/posts/SVG-Violin/?h=vio#end-result-cod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github.com/sql-bi/Contoso-Data-Generator-V2-data/releases/tag/ready-to-use-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toolbox/tree/main/tools/DAXPerformanceTest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xlib/dev-daxlib-svg" TargetMode="External"/><Relationship Id="rId2" Type="http://schemas.openxmlformats.org/officeDocument/2006/relationships/hyperlink" Target="https://docs.daxlib.org/contribute/daxlib-librari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22617F-D3A4-600C-A967-1FEC73F068D5}"/>
              </a:ext>
            </a:extLst>
          </p:cNvPr>
          <p:cNvSpPr txBox="1">
            <a:spLocks/>
          </p:cNvSpPr>
          <p:nvPr/>
        </p:nvSpPr>
        <p:spPr>
          <a:xfrm>
            <a:off x="838200" y="2709908"/>
            <a:ext cx="105939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 err="1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DaxLib.SVG</a:t>
            </a:r>
            <a:endParaRPr lang="en-GB" sz="4800" b="1" dirty="0">
              <a:solidFill>
                <a:srgbClr val="074D49"/>
              </a:solidFill>
              <a:highlight>
                <a:srgbClr val="FFFFFF"/>
              </a:highlight>
              <a:latin typeface="Graphik Meetup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FF10E9-901D-B0D8-E914-F83F0E9DBE35}"/>
              </a:ext>
            </a:extLst>
          </p:cNvPr>
          <p:cNvSpPr txBox="1">
            <a:spLocks/>
          </p:cNvSpPr>
          <p:nvPr/>
        </p:nvSpPr>
        <p:spPr>
          <a:xfrm>
            <a:off x="838200" y="4082143"/>
            <a:ext cx="10515600" cy="209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478F8C"/>
                </a:solidFill>
              </a:rPr>
              <a:t>Jake Duddy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478F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3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C634A8-FD24-1278-57E6-1B795418A9B2}"/>
              </a:ext>
            </a:extLst>
          </p:cNvPr>
          <p:cNvGrpSpPr>
            <a:grpSpLocks noChangeAspect="1"/>
          </p:cNvGrpSpPr>
          <p:nvPr/>
        </p:nvGrpSpPr>
        <p:grpSpPr>
          <a:xfrm>
            <a:off x="4065107" y="3929294"/>
            <a:ext cx="2418048" cy="2751008"/>
            <a:chOff x="1029322" y="2455893"/>
            <a:chExt cx="1803040" cy="20513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46F8F05-72A5-AB58-A312-EB89180D2D1A}"/>
                </a:ext>
              </a:extLst>
            </p:cNvPr>
            <p:cNvSpPr/>
            <p:nvPr/>
          </p:nvSpPr>
          <p:spPr>
            <a:xfrm>
              <a:off x="1029322" y="2491317"/>
              <a:ext cx="1803040" cy="1767616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6BAA50-2A78-C82A-8B9B-510728C8A5BF}"/>
                </a:ext>
              </a:extLst>
            </p:cNvPr>
            <p:cNvGrpSpPr/>
            <p:nvPr/>
          </p:nvGrpSpPr>
          <p:grpSpPr>
            <a:xfrm>
              <a:off x="1029322" y="2455893"/>
              <a:ext cx="1803040" cy="2051315"/>
              <a:chOff x="4328299" y="4325248"/>
              <a:chExt cx="1803040" cy="205131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486058-3292-0424-9154-99B74094213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8299" y="4325248"/>
                <a:ext cx="1803040" cy="1803040"/>
                <a:chOff x="6310385" y="1254510"/>
                <a:chExt cx="3240161" cy="3240161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87321143-AEAF-2B4F-06E9-EFBC06E3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074D49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6310385" y="1254510"/>
                  <a:ext cx="3240161" cy="3240161"/>
                </a:xfrm>
                <a:prstGeom prst="rect">
                  <a:avLst/>
                </a:prstGeom>
              </p:spPr>
            </p:pic>
            <p:pic>
              <p:nvPicPr>
                <p:cNvPr id="17" name="Picture 2" descr="avatar">
                  <a:extLst>
                    <a:ext uri="{FF2B5EF4-FFF2-40B4-BE49-F238E27FC236}">
                      <a16:creationId xmlns:a16="http://schemas.microsoft.com/office/drawing/2014/main" id="{9F3A2C4C-B6AA-6C2F-9179-B43A4C4E17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4529" y="2578853"/>
                  <a:ext cx="731871" cy="7318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94DADC-0DAC-B903-DBDB-72ED3C38F7D7}"/>
                  </a:ext>
                </a:extLst>
              </p:cNvPr>
              <p:cNvSpPr txBox="1"/>
              <p:nvPr/>
            </p:nvSpPr>
            <p:spPr>
              <a:xfrm>
                <a:off x="4328299" y="6145731"/>
                <a:ext cx="180304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evaluationcontext.github.io/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3B2667-7E4D-163F-E3ED-CEC7A13994DF}"/>
              </a:ext>
            </a:extLst>
          </p:cNvPr>
          <p:cNvGrpSpPr>
            <a:grpSpLocks noChangeAspect="1"/>
          </p:cNvGrpSpPr>
          <p:nvPr/>
        </p:nvGrpSpPr>
        <p:grpSpPr>
          <a:xfrm>
            <a:off x="6949399" y="3929294"/>
            <a:ext cx="2482218" cy="2797874"/>
            <a:chOff x="1037916" y="4617388"/>
            <a:chExt cx="1850889" cy="20862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DC3B964-7A81-9CB7-996E-21DFB39DB900}"/>
                </a:ext>
              </a:extLst>
            </p:cNvPr>
            <p:cNvSpPr/>
            <p:nvPr/>
          </p:nvSpPr>
          <p:spPr>
            <a:xfrm>
              <a:off x="1057704" y="4652377"/>
              <a:ext cx="1803040" cy="1803040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564478-B326-4E2F-558B-D5D0DE4A528E}"/>
                </a:ext>
              </a:extLst>
            </p:cNvPr>
            <p:cNvGrpSpPr/>
            <p:nvPr/>
          </p:nvGrpSpPr>
          <p:grpSpPr>
            <a:xfrm>
              <a:off x="1037916" y="4617388"/>
              <a:ext cx="1850889" cy="2086261"/>
              <a:chOff x="6471477" y="4301323"/>
              <a:chExt cx="1850889" cy="208626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CDBA567-4C06-88FC-AA13-B3F8BEA928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71477" y="4301323"/>
                <a:ext cx="1850889" cy="1850889"/>
                <a:chOff x="1559491" y="1198144"/>
                <a:chExt cx="3240162" cy="3240162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FE96CA94-402E-6829-E4DA-CBCA002627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4567AC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1559491" y="1198144"/>
                  <a:ext cx="3240162" cy="3240162"/>
                </a:xfrm>
                <a:prstGeom prst="rect">
                  <a:avLst/>
                </a:prstGeom>
              </p:spPr>
            </p:pic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3B2317A-20BF-BFB3-5771-09283A42D0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794181" y="2508654"/>
                  <a:ext cx="731871" cy="731871"/>
                  <a:chOff x="2611313" y="2374495"/>
                  <a:chExt cx="997356" cy="997356"/>
                </a:xfrm>
              </p:grpSpPr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B36B85B-9FAD-B8C9-C914-3825532000E9}"/>
                      </a:ext>
                    </a:extLst>
                  </p:cNvPr>
                  <p:cNvSpPr/>
                  <p:nvPr/>
                </p:nvSpPr>
                <p:spPr>
                  <a:xfrm>
                    <a:off x="2611313" y="2374495"/>
                    <a:ext cx="997356" cy="997356"/>
                  </a:xfrm>
                  <a:prstGeom prst="rect">
                    <a:avLst/>
                  </a:prstGeom>
                  <a:solidFill>
                    <a:srgbClr val="4567A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0399DC86-4A81-15B5-FA83-D382D07FD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9006" t="9049" r="6976" b="9333"/>
                  <a:stretch/>
                </p:blipFill>
                <p:spPr>
                  <a:xfrm>
                    <a:off x="2707664" y="2470159"/>
                    <a:ext cx="837945" cy="81653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6E8A50-F8D5-684E-FCCE-5F24B4E22663}"/>
                  </a:ext>
                </a:extLst>
              </p:cNvPr>
              <p:cNvSpPr txBox="1"/>
              <p:nvPr/>
            </p:nvSpPr>
            <p:spPr>
              <a:xfrm>
                <a:off x="6471477" y="6156752"/>
                <a:ext cx="185088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linkedin.com/in/jakeduddy/</a:t>
                </a:r>
              </a:p>
            </p:txBody>
          </p:sp>
        </p:grp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0D6FE6D-FF96-CD36-62FA-AE6B83D81826}"/>
              </a:ext>
            </a:extLst>
          </p:cNvPr>
          <p:cNvSpPr txBox="1">
            <a:spLocks/>
          </p:cNvSpPr>
          <p:nvPr/>
        </p:nvSpPr>
        <p:spPr>
          <a:xfrm>
            <a:off x="4039146" y="2173978"/>
            <a:ext cx="9532646" cy="170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Platform Microsoft MVP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Fabric Community Super User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EvaluationContext Blog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Devon and Cornwall Power BI Group Co-organizer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9E33E9-2FC8-2C8B-4B31-93597D74870D}"/>
              </a:ext>
            </a:extLst>
          </p:cNvPr>
          <p:cNvSpPr txBox="1"/>
          <p:nvPr/>
        </p:nvSpPr>
        <p:spPr>
          <a:xfrm>
            <a:off x="4039146" y="1349659"/>
            <a:ext cx="3675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Jake Duddy</a:t>
            </a:r>
          </a:p>
        </p:txBody>
      </p:sp>
      <p:pic>
        <p:nvPicPr>
          <p:cNvPr id="63" name="Picture 6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D4FF37A-F504-DE90-569E-E6E08B0F7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47" y="0"/>
            <a:ext cx="2289053" cy="923546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07688CE-8FE4-F063-3809-C5F2E2C27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959" y="1298465"/>
            <a:ext cx="2984968" cy="27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C140-FEB8-2B8E-BB03-E896202E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27755FE-5D42-BA76-309D-B436E67985EF}"/>
              </a:ext>
            </a:extLst>
          </p:cNvPr>
          <p:cNvSpPr txBox="1">
            <a:spLocks/>
          </p:cNvSpPr>
          <p:nvPr/>
        </p:nvSpPr>
        <p:spPr>
          <a:xfrm>
            <a:off x="271529" y="0"/>
            <a:ext cx="105939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>
              <a:solidFill>
                <a:srgbClr val="074D49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29A18B-7405-82A8-0936-ACD18978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641"/>
          <a:stretch>
            <a:fillRect/>
          </a:stretch>
        </p:blipFill>
        <p:spPr>
          <a:xfrm>
            <a:off x="842540" y="687861"/>
            <a:ext cx="10022966" cy="42471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F114BE-25C1-CC4C-C734-75D7320815C1}"/>
              </a:ext>
            </a:extLst>
          </p:cNvPr>
          <p:cNvSpPr txBox="1"/>
          <p:nvPr/>
        </p:nvSpPr>
        <p:spPr>
          <a:xfrm>
            <a:off x="2722062" y="5462253"/>
            <a:ext cx="67478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en-GB" sz="40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</a:t>
            </a:r>
            <a:r>
              <a:rPr lang="en-GB" sz="40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DAX UDF Library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creating </a:t>
            </a:r>
            <a:r>
              <a:rPr lang="en-GB" sz="40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SVG</a:t>
            </a:r>
            <a:endParaRPr lang="en-GB" sz="3200" dirty="0">
              <a:solidFill>
                <a:srgbClr val="D057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48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11C0-D727-BF4E-87A8-329E4E04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1CDF291-907E-EA62-BC5B-312DD04F3A34}"/>
              </a:ext>
            </a:extLst>
          </p:cNvPr>
          <p:cNvSpPr txBox="1">
            <a:spLocks/>
          </p:cNvSpPr>
          <p:nvPr/>
        </p:nvSpPr>
        <p:spPr>
          <a:xfrm>
            <a:off x="271529" y="0"/>
            <a:ext cx="105939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>
              <a:solidFill>
                <a:srgbClr val="074D4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F7C38-BD8B-1E76-DE89-527F318B62FE}"/>
              </a:ext>
            </a:extLst>
          </p:cNvPr>
          <p:cNvSpPr txBox="1"/>
          <p:nvPr/>
        </p:nvSpPr>
        <p:spPr>
          <a:xfrm>
            <a:off x="2780522" y="249322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en-GB" sz="5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</a:t>
            </a:r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DAX UDF Library </a:t>
            </a: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creating </a:t>
            </a:r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SVG</a:t>
            </a:r>
            <a:endParaRPr lang="en-GB" sz="4400" dirty="0">
              <a:solidFill>
                <a:srgbClr val="D057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43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587D-3328-5E66-9D60-7C7868B6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What Are SVGs</a:t>
            </a:r>
            <a:endParaRPr lang="en-GB" sz="3600" dirty="0">
              <a:solidFill>
                <a:srgbClr val="074D49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41E635-FC2F-EFC2-BB01-27615B9A92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559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9072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3141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Raster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Vector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0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JPEG, PNG etc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Colour per pixel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Blurry or pixelated when scaled up or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SVG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Defined as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Scales to any size without losing quality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Animation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86529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A4CC03B-0ECA-4EC2-D04B-A6EC5B6D1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775" y="3520122"/>
            <a:ext cx="2381250" cy="259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B57FB-0D7D-50A3-593E-ABFADF43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46" y="3520122"/>
            <a:ext cx="5228136" cy="742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400E05-2D83-03B9-2A62-3C224837D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532" y="4463003"/>
            <a:ext cx="1482195" cy="14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6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CAA2-49DE-9E44-8C04-89A18ED4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9F91C7F-547E-E4C7-FA04-6DF6296AB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81" y="1788436"/>
            <a:ext cx="3619849" cy="202855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7ABB663-A7D1-3CB2-7731-A717D5AF097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48163" y="1803013"/>
            <a:ext cx="2233967" cy="2028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CDDBE6-FAC4-E7E7-31FA-84E7BF694910}"/>
              </a:ext>
            </a:extLst>
          </p:cNvPr>
          <p:cNvSpPr txBox="1"/>
          <p:nvPr/>
        </p:nvSpPr>
        <p:spPr>
          <a:xfrm>
            <a:off x="1379988" y="4921808"/>
            <a:ext cx="102177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GB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='300'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GB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='130'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GB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='http://www.w3.org/2000/svg'</a:t>
            </a:r>
            <a:r>
              <a:rPr lang="en-GB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GB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51195-54E4-C0FB-498B-9FE4453CDC69}"/>
              </a:ext>
            </a:extLst>
          </p:cNvPr>
          <p:cNvSpPr/>
          <p:nvPr/>
        </p:nvSpPr>
        <p:spPr>
          <a:xfrm>
            <a:off x="3414319" y="1754284"/>
            <a:ext cx="4534250" cy="239086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5D8359-9092-0E66-C00E-304B79AC390B}"/>
              </a:ext>
            </a:extLst>
          </p:cNvPr>
          <p:cNvCxnSpPr>
            <a:cxnSpLocks/>
          </p:cNvCxnSpPr>
          <p:nvPr/>
        </p:nvCxnSpPr>
        <p:spPr>
          <a:xfrm>
            <a:off x="3443681" y="1656826"/>
            <a:ext cx="4504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14253F-27E3-1B8E-405C-FAEA39986E23}"/>
              </a:ext>
            </a:extLst>
          </p:cNvPr>
          <p:cNvGrpSpPr/>
          <p:nvPr/>
        </p:nvGrpSpPr>
        <p:grpSpPr>
          <a:xfrm>
            <a:off x="2733524" y="1599087"/>
            <a:ext cx="554960" cy="2618979"/>
            <a:chOff x="2733524" y="1599087"/>
            <a:chExt cx="554960" cy="261897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9B35A7-9485-67ED-5DDA-32AE931312EB}"/>
                </a:ext>
              </a:extLst>
            </p:cNvPr>
            <p:cNvCxnSpPr/>
            <p:nvPr/>
          </p:nvCxnSpPr>
          <p:spPr>
            <a:xfrm>
              <a:off x="3288484" y="1754284"/>
              <a:ext cx="0" cy="23908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D27B65-55A7-2BAF-1452-81ABC8C681E6}"/>
                </a:ext>
              </a:extLst>
            </p:cNvPr>
            <p:cNvSpPr txBox="1"/>
            <p:nvPr/>
          </p:nvSpPr>
          <p:spPr>
            <a:xfrm>
              <a:off x="2980386" y="159908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403A18-1391-16AB-439A-3609218990C8}"/>
                </a:ext>
              </a:extLst>
            </p:cNvPr>
            <p:cNvSpPr txBox="1"/>
            <p:nvPr/>
          </p:nvSpPr>
          <p:spPr>
            <a:xfrm>
              <a:off x="2733524" y="384873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130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A218F3D-566C-7773-9ED8-2A067C915A18}"/>
              </a:ext>
            </a:extLst>
          </p:cNvPr>
          <p:cNvSpPr txBox="1"/>
          <p:nvPr/>
        </p:nvSpPr>
        <p:spPr>
          <a:xfrm>
            <a:off x="7548806" y="128749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B1A1B-5875-3F39-96B2-7472CA15A694}"/>
              </a:ext>
            </a:extLst>
          </p:cNvPr>
          <p:cNvSpPr txBox="1"/>
          <p:nvPr/>
        </p:nvSpPr>
        <p:spPr>
          <a:xfrm>
            <a:off x="3289632" y="13362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2B9BC-43F2-341A-4ED1-D9088E0C21DC}"/>
              </a:ext>
            </a:extLst>
          </p:cNvPr>
          <p:cNvSpPr txBox="1"/>
          <p:nvPr/>
        </p:nvSpPr>
        <p:spPr>
          <a:xfrm>
            <a:off x="1379987" y="5201174"/>
            <a:ext cx="10217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='blue'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/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FE622EB-45E1-70C5-3013-59EE453F3979}"/>
              </a:ext>
            </a:extLst>
          </p:cNvPr>
          <p:cNvSpPr/>
          <p:nvPr/>
        </p:nvSpPr>
        <p:spPr>
          <a:xfrm>
            <a:off x="3899415" y="2220494"/>
            <a:ext cx="468000" cy="468000"/>
          </a:xfrm>
          <a:prstGeom prst="ellipse">
            <a:avLst/>
          </a:prstGeom>
          <a:noFill/>
          <a:ln w="571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F23227-00DA-A4C1-D844-8F733D79CCAB}"/>
              </a:ext>
            </a:extLst>
          </p:cNvPr>
          <p:cNvSpPr/>
          <p:nvPr/>
        </p:nvSpPr>
        <p:spPr>
          <a:xfrm>
            <a:off x="4793158" y="2220496"/>
            <a:ext cx="468000" cy="468000"/>
          </a:xfrm>
          <a:prstGeom prst="ellipse">
            <a:avLst/>
          </a:prstGeom>
          <a:noFill/>
          <a:ln w="571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053D24C-07AB-70D6-F6E9-F8DF08123060}"/>
              </a:ext>
            </a:extLst>
          </p:cNvPr>
          <p:cNvSpPr/>
          <p:nvPr/>
        </p:nvSpPr>
        <p:spPr>
          <a:xfrm>
            <a:off x="3897269" y="2971760"/>
            <a:ext cx="468000" cy="468000"/>
          </a:xfrm>
          <a:prstGeom prst="ellipse">
            <a:avLst/>
          </a:prstGeom>
          <a:noFill/>
          <a:ln w="571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BD6C179-61BD-1EF2-3F81-1C7D79CB0580}"/>
              </a:ext>
            </a:extLst>
          </p:cNvPr>
          <p:cNvSpPr/>
          <p:nvPr/>
        </p:nvSpPr>
        <p:spPr>
          <a:xfrm>
            <a:off x="4791012" y="2971762"/>
            <a:ext cx="468000" cy="468000"/>
          </a:xfrm>
          <a:prstGeom prst="ellipse">
            <a:avLst/>
          </a:prstGeom>
          <a:noFill/>
          <a:ln w="571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A561E0-5400-F489-6FFD-3A3A10C6F544}"/>
              </a:ext>
            </a:extLst>
          </p:cNvPr>
          <p:cNvSpPr txBox="1"/>
          <p:nvPr/>
        </p:nvSpPr>
        <p:spPr>
          <a:xfrm>
            <a:off x="1379987" y="5201174"/>
            <a:ext cx="9990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=‘100'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=‘green'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/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735000-6F52-591F-E914-94A472427F64}"/>
              </a:ext>
            </a:extLst>
          </p:cNvPr>
          <p:cNvSpPr txBox="1"/>
          <p:nvPr/>
        </p:nvSpPr>
        <p:spPr>
          <a:xfrm>
            <a:off x="1159163" y="4658945"/>
            <a:ext cx="9990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data:image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/svg+xml;utf8,</a:t>
            </a:r>
            <a:endParaRPr lang="en-GB" dirty="0">
              <a:latin typeface="Consolas" panose="020B0609020204030204" pitchFamily="49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8DBC9EC-A279-4BF8-DF07-08992F7BE5D9}"/>
              </a:ext>
            </a:extLst>
          </p:cNvPr>
          <p:cNvGrpSpPr/>
          <p:nvPr/>
        </p:nvGrpSpPr>
        <p:grpSpPr>
          <a:xfrm>
            <a:off x="8235820" y="2002061"/>
            <a:ext cx="3539413" cy="1851810"/>
            <a:chOff x="8235820" y="1803013"/>
            <a:chExt cx="3539413" cy="1851810"/>
          </a:xfrm>
        </p:grpSpPr>
        <p:sp>
          <p:nvSpPr>
            <p:cNvPr id="42" name="Free-form: Shape 41">
              <a:extLst>
                <a:ext uri="{FF2B5EF4-FFF2-40B4-BE49-F238E27FC236}">
                  <a16:creationId xmlns:a16="http://schemas.microsoft.com/office/drawing/2014/main" id="{CA01D7DD-5E95-67B6-1017-6D6C8E30F341}"/>
                </a:ext>
              </a:extLst>
            </p:cNvPr>
            <p:cNvSpPr/>
            <p:nvPr/>
          </p:nvSpPr>
          <p:spPr>
            <a:xfrm>
              <a:off x="8235820" y="1803013"/>
              <a:ext cx="3539413" cy="564029"/>
            </a:xfrm>
            <a:custGeom>
              <a:avLst/>
              <a:gdLst>
                <a:gd name="csX0" fmla="*/ 289406 w 3539413"/>
                <a:gd name="csY0" fmla="*/ 0 h 564029"/>
                <a:gd name="csX1" fmla="*/ 3250007 w 3539413"/>
                <a:gd name="csY1" fmla="*/ 0 h 564029"/>
                <a:gd name="csX2" fmla="*/ 3539413 w 3539413"/>
                <a:gd name="csY2" fmla="*/ 289406 h 564029"/>
                <a:gd name="csX3" fmla="*/ 3539413 w 3539413"/>
                <a:gd name="csY3" fmla="*/ 564029 h 564029"/>
                <a:gd name="csX4" fmla="*/ 0 w 3539413"/>
                <a:gd name="csY4" fmla="*/ 564029 h 564029"/>
                <a:gd name="csX5" fmla="*/ 0 w 3539413"/>
                <a:gd name="csY5" fmla="*/ 289406 h 564029"/>
                <a:gd name="csX6" fmla="*/ 289406 w 3539413"/>
                <a:gd name="csY6" fmla="*/ 0 h 564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39413" h="564029">
                  <a:moveTo>
                    <a:pt x="289406" y="0"/>
                  </a:moveTo>
                  <a:lnTo>
                    <a:pt x="3250007" y="0"/>
                  </a:lnTo>
                  <a:cubicBezTo>
                    <a:pt x="3409842" y="0"/>
                    <a:pt x="3539413" y="129571"/>
                    <a:pt x="3539413" y="289406"/>
                  </a:cubicBezTo>
                  <a:lnTo>
                    <a:pt x="3539413" y="564029"/>
                  </a:lnTo>
                  <a:lnTo>
                    <a:pt x="0" y="564029"/>
                  </a:lnTo>
                  <a:lnTo>
                    <a:pt x="0" y="289406"/>
                  </a:lnTo>
                  <a:cubicBezTo>
                    <a:pt x="0" y="129571"/>
                    <a:pt x="129571" y="0"/>
                    <a:pt x="289406" y="0"/>
                  </a:cubicBezTo>
                  <a:close/>
                </a:path>
              </a:pathLst>
            </a:custGeom>
            <a:solidFill>
              <a:srgbClr val="EEF8F6"/>
            </a:solidFill>
            <a:ln>
              <a:solidFill>
                <a:srgbClr val="5BBE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F17E58-FC62-B530-234B-51E035808CEB}"/>
                </a:ext>
              </a:extLst>
            </p:cNvPr>
            <p:cNvSpPr txBox="1"/>
            <p:nvPr/>
          </p:nvSpPr>
          <p:spPr>
            <a:xfrm>
              <a:off x="8285582" y="2454494"/>
              <a:ext cx="337324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Consolas" panose="020B0609020204030204" pitchFamily="49" charset="0"/>
                </a:rPr>
                <a:t>Any measures that use SVGs must have </a:t>
              </a:r>
              <a:r>
                <a:rPr lang="en-GB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DataCategory</a:t>
              </a:r>
              <a:r>
                <a:rPr lang="en-GB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"</a:t>
              </a:r>
              <a:r>
                <a:rPr lang="en-GB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ImageUrl</a:t>
              </a:r>
              <a:r>
                <a:rPr lang="en-GB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"</a:t>
              </a:r>
            </a:p>
            <a:p>
              <a:endParaRPr lang="en-GB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4959291-C0BF-F52F-9A17-2229CDE4C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9253" y="1865005"/>
              <a:ext cx="983100" cy="470722"/>
            </a:xfrm>
            <a:prstGeom prst="rect">
              <a:avLst/>
            </a:prstGeom>
          </p:spPr>
        </p:pic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C41949A-1164-4ABF-B475-79B066373890}"/>
                </a:ext>
              </a:extLst>
            </p:cNvPr>
            <p:cNvSpPr/>
            <p:nvPr/>
          </p:nvSpPr>
          <p:spPr>
            <a:xfrm>
              <a:off x="8235820" y="1803013"/>
              <a:ext cx="3539413" cy="1851810"/>
            </a:xfrm>
            <a:prstGeom prst="roundRect">
              <a:avLst/>
            </a:prstGeom>
            <a:noFill/>
            <a:ln>
              <a:solidFill>
                <a:srgbClr val="56BC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2208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1" grpId="1"/>
      <p:bldP spid="24" grpId="0" animBg="1"/>
      <p:bldP spid="25" grpId="0" animBg="1"/>
      <p:bldP spid="27" grpId="0" animBg="1"/>
      <p:bldP spid="28" grpId="0" animBg="1"/>
      <p:bldP spid="31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D1A4-FBB7-533C-E425-A80AF57D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DB2F-D070-C208-8336-08B71C6A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Our Lego Blocks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36DF-6F79-CBC8-D01E-C92B6F521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Shapes</a:t>
            </a:r>
          </a:p>
          <a:p>
            <a:pPr lvl="1"/>
            <a:r>
              <a:rPr lang="en-GB" dirty="0"/>
              <a:t>Rectangles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 err="1">
                <a:solidFill>
                  <a:srgbClr val="B64986"/>
                </a:solidFill>
                <a:latin typeface="Consolas" panose="020B0609020204030204" pitchFamily="49" charset="0"/>
              </a:rPr>
              <a:t>rect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Circles 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circle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Ellipses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ellipse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Lines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line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Polygons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polygon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Path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path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Text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>
                <a:solidFill>
                  <a:srgbClr val="B64986"/>
                </a:solidFill>
                <a:latin typeface="Consolas" panose="020B0609020204030204" pitchFamily="49" charset="0"/>
              </a:rPr>
              <a:t>text</a:t>
            </a:r>
            <a:r>
              <a:rPr lang="en-GB" sz="1700" dirty="0">
                <a:latin typeface="Consolas" panose="020B0609020204030204" pitchFamily="49" charset="0"/>
              </a:rPr>
              <a:t>&gt;</a:t>
            </a:r>
          </a:p>
          <a:p>
            <a:r>
              <a:rPr lang="en-GB" dirty="0"/>
              <a:t>Filters			</a:t>
            </a:r>
            <a:r>
              <a:rPr lang="en-GB" sz="1700" dirty="0">
                <a:latin typeface="Consolas" panose="020B0609020204030204" pitchFamily="49" charset="0"/>
              </a:rPr>
              <a:t>&lt;</a:t>
            </a:r>
            <a:r>
              <a:rPr lang="en-GB" sz="1700" dirty="0" err="1">
                <a:solidFill>
                  <a:srgbClr val="B64986"/>
                </a:solidFill>
                <a:latin typeface="Consolas" panose="020B0609020204030204" pitchFamily="49" charset="0"/>
              </a:rPr>
              <a:t>feGaussianBlur</a:t>
            </a:r>
            <a:r>
              <a:rPr lang="en-GB" sz="1700" dirty="0">
                <a:latin typeface="Consolas" panose="020B0609020204030204" pitchFamily="49" charset="0"/>
              </a:rPr>
              <a:t>&gt; &lt;</a:t>
            </a:r>
            <a:r>
              <a:rPr lang="en-GB" sz="1700" dirty="0" err="1">
                <a:solidFill>
                  <a:srgbClr val="B64986"/>
                </a:solidFill>
                <a:latin typeface="Consolas" panose="020B0609020204030204" pitchFamily="49" charset="0"/>
              </a:rPr>
              <a:t>feComponentTransfer</a:t>
            </a:r>
            <a:r>
              <a:rPr lang="en-GB" sz="1700" dirty="0">
                <a:latin typeface="Consolas" panose="020B0609020204030204" pitchFamily="49" charset="0"/>
              </a:rPr>
              <a:t>&gt; …</a:t>
            </a:r>
          </a:p>
          <a:p>
            <a:r>
              <a:rPr lang="en-GB" dirty="0"/>
              <a:t>Animation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5F295-313B-F651-E649-11E3D65E1A23}"/>
              </a:ext>
            </a:extLst>
          </p:cNvPr>
          <p:cNvSpPr/>
          <p:nvPr/>
        </p:nvSpPr>
        <p:spPr>
          <a:xfrm>
            <a:off x="6229350" y="2368550"/>
            <a:ext cx="360000" cy="25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5052F1-5A85-3138-07D5-2A30806C3E94}"/>
              </a:ext>
            </a:extLst>
          </p:cNvPr>
          <p:cNvSpPr/>
          <p:nvPr/>
        </p:nvSpPr>
        <p:spPr>
          <a:xfrm>
            <a:off x="6283350" y="2762250"/>
            <a:ext cx="252000" cy="2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84A0A8-A032-3F26-5DFB-6A3CA7763C5F}"/>
              </a:ext>
            </a:extLst>
          </p:cNvPr>
          <p:cNvSpPr/>
          <p:nvPr/>
        </p:nvSpPr>
        <p:spPr>
          <a:xfrm>
            <a:off x="6251600" y="3134900"/>
            <a:ext cx="324000" cy="2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479BB7-2D9C-232D-CE3F-AC53AC9C9974}"/>
              </a:ext>
            </a:extLst>
          </p:cNvPr>
          <p:cNvCxnSpPr/>
          <p:nvPr/>
        </p:nvCxnSpPr>
        <p:spPr>
          <a:xfrm>
            <a:off x="6283350" y="3676650"/>
            <a:ext cx="30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entagon 11">
            <a:extLst>
              <a:ext uri="{FF2B5EF4-FFF2-40B4-BE49-F238E27FC236}">
                <a16:creationId xmlns:a16="http://schemas.microsoft.com/office/drawing/2014/main" id="{3B3C2520-37A6-BAF9-6832-CF74D16EE86D}"/>
              </a:ext>
            </a:extLst>
          </p:cNvPr>
          <p:cNvSpPr/>
          <p:nvPr/>
        </p:nvSpPr>
        <p:spPr>
          <a:xfrm>
            <a:off x="6283350" y="3854450"/>
            <a:ext cx="337750" cy="251996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CF7EC-D0EC-3AA3-7897-FDE3EC1E3A4C}"/>
              </a:ext>
            </a:extLst>
          </p:cNvPr>
          <p:cNvSpPr txBox="1"/>
          <p:nvPr/>
        </p:nvSpPr>
        <p:spPr>
          <a:xfrm>
            <a:off x="6184900" y="464937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foo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958B698B-4B8C-DF55-2C1B-A0BD38218E4B}"/>
              </a:ext>
            </a:extLst>
          </p:cNvPr>
          <p:cNvSpPr/>
          <p:nvPr/>
        </p:nvSpPr>
        <p:spPr>
          <a:xfrm>
            <a:off x="6115050" y="4394191"/>
            <a:ext cx="736600" cy="125363"/>
          </a:xfrm>
          <a:custGeom>
            <a:avLst/>
            <a:gdLst>
              <a:gd name="connsiteX0" fmla="*/ 0 w 736600"/>
              <a:gd name="connsiteY0" fmla="*/ 114309 h 125363"/>
              <a:gd name="connsiteX1" fmla="*/ 165100 w 736600"/>
              <a:gd name="connsiteY1" fmla="*/ 9 h 125363"/>
              <a:gd name="connsiteX2" fmla="*/ 323850 w 736600"/>
              <a:gd name="connsiteY2" fmla="*/ 107959 h 125363"/>
              <a:gd name="connsiteX3" fmla="*/ 603250 w 736600"/>
              <a:gd name="connsiteY3" fmla="*/ 114309 h 125363"/>
              <a:gd name="connsiteX4" fmla="*/ 736600 w 736600"/>
              <a:gd name="connsiteY4" fmla="*/ 9 h 125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125363">
                <a:moveTo>
                  <a:pt x="0" y="114309"/>
                </a:moveTo>
                <a:cubicBezTo>
                  <a:pt x="55562" y="57688"/>
                  <a:pt x="111125" y="1067"/>
                  <a:pt x="165100" y="9"/>
                </a:cubicBezTo>
                <a:cubicBezTo>
                  <a:pt x="219075" y="-1049"/>
                  <a:pt x="250825" y="88909"/>
                  <a:pt x="323850" y="107959"/>
                </a:cubicBezTo>
                <a:cubicBezTo>
                  <a:pt x="396875" y="127009"/>
                  <a:pt x="534458" y="132301"/>
                  <a:pt x="603250" y="114309"/>
                </a:cubicBezTo>
                <a:cubicBezTo>
                  <a:pt x="672042" y="96317"/>
                  <a:pt x="704321" y="48163"/>
                  <a:pt x="736600" y="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00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B411-A047-DEDC-6B19-98383DC4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6863-E881-8982-9510-2C41E404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Progress Bar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DA82B-9544-3151-F42F-31C8105A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94" y="2408941"/>
            <a:ext cx="9561411" cy="1093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6B5EF1-9A2D-0146-7697-9F44622B3F9F}"/>
              </a:ext>
            </a:extLst>
          </p:cNvPr>
          <p:cNvSpPr txBox="1"/>
          <p:nvPr/>
        </p:nvSpPr>
        <p:spPr>
          <a:xfrm>
            <a:off x="838200" y="4537079"/>
            <a:ext cx="11031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='59'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xmlns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='http://www.w3.org/2000/svg'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='475'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='12.5'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='0.5'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='#E1DFDD'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='380'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='12.5'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='0.5'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='#E044A7'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990055"/>
                </a:solidFill>
                <a:latin typeface="Consolas" panose="020B0609020204030204" pitchFamily="49" charset="0"/>
              </a:rPr>
              <a:t>/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51309A-B6DD-4A31-6543-D194CD99395A}"/>
              </a:ext>
            </a:extLst>
          </p:cNvPr>
          <p:cNvSpPr/>
          <p:nvPr/>
        </p:nvSpPr>
        <p:spPr>
          <a:xfrm>
            <a:off x="1203054" y="2228850"/>
            <a:ext cx="9782934" cy="14259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71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5DDD-8CB5-63A6-A6EA-C9C95884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38F0-1178-7BDD-CFA1-2F38FCE96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Bar Chart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AA1A8-4F2E-E9D4-1228-D23FA4B15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17" y="1891752"/>
            <a:ext cx="6194873" cy="24729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DC426F3-D835-A259-6C61-7C4309FE3032}"/>
              </a:ext>
            </a:extLst>
          </p:cNvPr>
          <p:cNvSpPr/>
          <p:nvPr/>
        </p:nvSpPr>
        <p:spPr>
          <a:xfrm>
            <a:off x="2721217" y="1802686"/>
            <a:ext cx="6071090" cy="26069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C8F14-565E-2504-2E5E-019C4FAEADB0}"/>
              </a:ext>
            </a:extLst>
          </p:cNvPr>
          <p:cNvSpPr txBox="1"/>
          <p:nvPr/>
        </p:nvSpPr>
        <p:spPr>
          <a:xfrm>
            <a:off x="781050" y="4699736"/>
            <a:ext cx="110317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xmlns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='http://www.w3.org/2000/svg'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='6.12'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='13.98'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='13.2'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='182'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='#E044A7'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  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rect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='6.12'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='5.6'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='20.9'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='182'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rx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ry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='3'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='#E044A7'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990055"/>
                </a:solidFill>
                <a:latin typeface="Consolas" panose="020B0609020204030204" pitchFamily="49" charset="0"/>
              </a:rPr>
              <a:t>/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4439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0915-8D09-A479-D6F3-FE88591F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14C3-48E7-4278-BC11-7F0465F2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Violin Plot</a:t>
            </a:r>
            <a:endParaRPr lang="en-GB" dirty="0"/>
          </a:p>
        </p:txBody>
      </p:sp>
      <p:pic>
        <p:nvPicPr>
          <p:cNvPr id="8194" name="Picture 2" descr="SVG Violin Plot">
            <a:extLst>
              <a:ext uri="{FF2B5EF4-FFF2-40B4-BE49-F238E27FC236}">
                <a16:creationId xmlns:a16="http://schemas.microsoft.com/office/drawing/2014/main" id="{732E4F4A-B770-E21E-3233-FE3A66875F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8" t="35685" r="37297"/>
          <a:stretch/>
        </p:blipFill>
        <p:spPr bwMode="auto">
          <a:xfrm>
            <a:off x="7829550" y="1777334"/>
            <a:ext cx="2711259" cy="426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D2035B-640F-E620-5193-CFBBEAE857C4}"/>
              </a:ext>
            </a:extLst>
          </p:cNvPr>
          <p:cNvSpPr txBox="1"/>
          <p:nvPr/>
        </p:nvSpPr>
        <p:spPr>
          <a:xfrm>
            <a:off x="165100" y="6438384"/>
            <a:ext cx="11868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74D49"/>
                </a:solidFill>
                <a:hlinkClick r:id="rId3"/>
              </a:rPr>
              <a:t>https://evaluationcontext.github.io/posts/SVG-Violin/</a:t>
            </a:r>
            <a:endParaRPr lang="en-GB" dirty="0">
              <a:solidFill>
                <a:srgbClr val="074D49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099CB5-DCAD-1F8B-BD9B-ABAC5B0152E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05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Shows distribution of data across a scale</a:t>
            </a:r>
          </a:p>
          <a:p>
            <a:r>
              <a:rPr lang="en-GB" dirty="0"/>
              <a:t>Good at identifying multiple data groupings, which can be missed with box and whisker</a:t>
            </a:r>
          </a:p>
        </p:txBody>
      </p:sp>
    </p:spTree>
    <p:extLst>
      <p:ext uri="{BB962C8B-B14F-4D97-AF65-F5344CB8AC3E}">
        <p14:creationId xmlns:p14="http://schemas.microsoft.com/office/powerpoint/2010/main" val="92354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9495-D7B8-96BB-634C-854E9E65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Kernel Density Estimation (KDE)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322C3A-2CC0-6154-6A4C-C9436B39B141}"/>
              </a:ext>
            </a:extLst>
          </p:cNvPr>
          <p:cNvCxnSpPr>
            <a:cxnSpLocks/>
          </p:cNvCxnSpPr>
          <p:nvPr/>
        </p:nvCxnSpPr>
        <p:spPr>
          <a:xfrm>
            <a:off x="1384421" y="3464158"/>
            <a:ext cx="968238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57C0FD-CCD5-2125-ECB9-684D06064306}"/>
              </a:ext>
            </a:extLst>
          </p:cNvPr>
          <p:cNvSpPr txBox="1">
            <a:spLocks/>
          </p:cNvSpPr>
          <p:nvPr/>
        </p:nvSpPr>
        <p:spPr>
          <a:xfrm>
            <a:off x="5358569" y="3547104"/>
            <a:ext cx="1474862" cy="3693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dirty="0">
                <a:solidFill>
                  <a:srgbClr val="074D49"/>
                </a:solidFill>
                <a:latin typeface="Consolas" panose="020B0609020204030204" pitchFamily="49" charset="0"/>
              </a:rPr>
              <a:t>Value</a:t>
            </a:r>
            <a:endParaRPr lang="en-GB" sz="2000" dirty="0">
              <a:solidFill>
                <a:srgbClr val="074D49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F425E7-E139-C8EB-A9D0-3CC372C5A5E9}"/>
              </a:ext>
            </a:extLst>
          </p:cNvPr>
          <p:cNvSpPr/>
          <p:nvPr/>
        </p:nvSpPr>
        <p:spPr>
          <a:xfrm>
            <a:off x="2061660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481A81-5745-6823-BC30-7D345B8BD38E}"/>
              </a:ext>
            </a:extLst>
          </p:cNvPr>
          <p:cNvSpPr/>
          <p:nvPr/>
        </p:nvSpPr>
        <p:spPr>
          <a:xfrm>
            <a:off x="3465344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543791-DC17-A0D6-CB0D-86E1C901B148}"/>
              </a:ext>
            </a:extLst>
          </p:cNvPr>
          <p:cNvSpPr/>
          <p:nvPr/>
        </p:nvSpPr>
        <p:spPr>
          <a:xfrm>
            <a:off x="3846344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F545A8-1583-E905-278D-3A85A46A8166}"/>
              </a:ext>
            </a:extLst>
          </p:cNvPr>
          <p:cNvSpPr/>
          <p:nvPr/>
        </p:nvSpPr>
        <p:spPr>
          <a:xfrm>
            <a:off x="5304569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D37EDB-1436-83CE-2B8E-9194D57E0E19}"/>
              </a:ext>
            </a:extLst>
          </p:cNvPr>
          <p:cNvSpPr/>
          <p:nvPr/>
        </p:nvSpPr>
        <p:spPr>
          <a:xfrm>
            <a:off x="6171612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93D7F5-EF85-47EA-4481-4EE4854B9FFF}"/>
              </a:ext>
            </a:extLst>
          </p:cNvPr>
          <p:cNvSpPr/>
          <p:nvPr/>
        </p:nvSpPr>
        <p:spPr>
          <a:xfrm>
            <a:off x="9336543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utoShape 8" descr="Normal distribution">
            <a:extLst>
              <a:ext uri="{FF2B5EF4-FFF2-40B4-BE49-F238E27FC236}">
                <a16:creationId xmlns:a16="http://schemas.microsoft.com/office/drawing/2014/main" id="{35131FBD-575C-9BA4-DDC4-CC8947B91B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9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Free-form: Shape 25">
            <a:extLst>
              <a:ext uri="{FF2B5EF4-FFF2-40B4-BE49-F238E27FC236}">
                <a16:creationId xmlns:a16="http://schemas.microsoft.com/office/drawing/2014/main" id="{F9DFF413-64DE-1483-DFAE-95DD6309A49D}"/>
              </a:ext>
            </a:extLst>
          </p:cNvPr>
          <p:cNvSpPr/>
          <p:nvPr/>
        </p:nvSpPr>
        <p:spPr>
          <a:xfrm>
            <a:off x="1276605" y="2733077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-form: Shape 31">
            <a:extLst>
              <a:ext uri="{FF2B5EF4-FFF2-40B4-BE49-F238E27FC236}">
                <a16:creationId xmlns:a16="http://schemas.microsoft.com/office/drawing/2014/main" id="{E9FC44FE-4529-EAF1-D40D-9CDE0EA26271}"/>
              </a:ext>
            </a:extLst>
          </p:cNvPr>
          <p:cNvSpPr/>
          <p:nvPr/>
        </p:nvSpPr>
        <p:spPr>
          <a:xfrm>
            <a:off x="8552029" y="2706987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-form: Shape 32">
            <a:extLst>
              <a:ext uri="{FF2B5EF4-FFF2-40B4-BE49-F238E27FC236}">
                <a16:creationId xmlns:a16="http://schemas.microsoft.com/office/drawing/2014/main" id="{E1C23F0A-B030-D380-A23D-FB01291923B9}"/>
              </a:ext>
            </a:extLst>
          </p:cNvPr>
          <p:cNvSpPr/>
          <p:nvPr/>
        </p:nvSpPr>
        <p:spPr>
          <a:xfrm>
            <a:off x="3060352" y="2738734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-form: Shape 33">
            <a:extLst>
              <a:ext uri="{FF2B5EF4-FFF2-40B4-BE49-F238E27FC236}">
                <a16:creationId xmlns:a16="http://schemas.microsoft.com/office/drawing/2014/main" id="{0BFD19EE-6AE2-9FED-32D6-FC6D09DCB62A}"/>
              </a:ext>
            </a:extLst>
          </p:cNvPr>
          <p:cNvSpPr/>
          <p:nvPr/>
        </p:nvSpPr>
        <p:spPr>
          <a:xfrm>
            <a:off x="4521419" y="2721327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34">
            <a:extLst>
              <a:ext uri="{FF2B5EF4-FFF2-40B4-BE49-F238E27FC236}">
                <a16:creationId xmlns:a16="http://schemas.microsoft.com/office/drawing/2014/main" id="{EDC92962-493F-5AB7-3F2D-D24AE1998368}"/>
              </a:ext>
            </a:extLst>
          </p:cNvPr>
          <p:cNvSpPr/>
          <p:nvPr/>
        </p:nvSpPr>
        <p:spPr>
          <a:xfrm>
            <a:off x="5387098" y="2711459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-form: Shape 36">
            <a:extLst>
              <a:ext uri="{FF2B5EF4-FFF2-40B4-BE49-F238E27FC236}">
                <a16:creationId xmlns:a16="http://schemas.microsoft.com/office/drawing/2014/main" id="{40AECB06-EDF7-5933-63F7-096E38B91739}"/>
              </a:ext>
            </a:extLst>
          </p:cNvPr>
          <p:cNvSpPr/>
          <p:nvPr/>
        </p:nvSpPr>
        <p:spPr>
          <a:xfrm>
            <a:off x="2680830" y="2733077"/>
            <a:ext cx="1677028" cy="729764"/>
          </a:xfrm>
          <a:custGeom>
            <a:avLst/>
            <a:gdLst>
              <a:gd name="connsiteX0" fmla="*/ 0 w 4581994"/>
              <a:gd name="connsiteY0" fmla="*/ 2835024 h 2835024"/>
              <a:gd name="connsiteX1" fmla="*/ 219856 w 4581994"/>
              <a:gd name="connsiteY1" fmla="*/ 2690119 h 2835024"/>
              <a:gd name="connsiteX2" fmla="*/ 514663 w 4581994"/>
              <a:gd name="connsiteY2" fmla="*/ 2345345 h 2835024"/>
              <a:gd name="connsiteX3" fmla="*/ 849443 w 4581994"/>
              <a:gd name="connsiteY3" fmla="*/ 1950604 h 2835024"/>
              <a:gd name="connsiteX4" fmla="*/ 1204210 w 4581994"/>
              <a:gd name="connsiteY4" fmla="*/ 1385975 h 2835024"/>
              <a:gd name="connsiteX5" fmla="*/ 1593954 w 4581994"/>
              <a:gd name="connsiteY5" fmla="*/ 626473 h 2835024"/>
              <a:gd name="connsiteX6" fmla="*/ 1938728 w 4581994"/>
              <a:gd name="connsiteY6" fmla="*/ 146788 h 2835024"/>
              <a:gd name="connsiteX7" fmla="*/ 2263515 w 4581994"/>
              <a:gd name="connsiteY7" fmla="*/ 1883 h 2835024"/>
              <a:gd name="connsiteX8" fmla="*/ 2598295 w 4581994"/>
              <a:gd name="connsiteY8" fmla="*/ 86827 h 2835024"/>
              <a:gd name="connsiteX9" fmla="*/ 2878112 w 4581994"/>
              <a:gd name="connsiteY9" fmla="*/ 391627 h 2835024"/>
              <a:gd name="connsiteX10" fmla="*/ 3142938 w 4581994"/>
              <a:gd name="connsiteY10" fmla="*/ 866316 h 2835024"/>
              <a:gd name="connsiteX11" fmla="*/ 3342807 w 4581994"/>
              <a:gd name="connsiteY11" fmla="*/ 1261057 h 2835024"/>
              <a:gd name="connsiteX12" fmla="*/ 3572656 w 4581994"/>
              <a:gd name="connsiteY12" fmla="*/ 1630814 h 2835024"/>
              <a:gd name="connsiteX13" fmla="*/ 3792512 w 4581994"/>
              <a:gd name="connsiteY13" fmla="*/ 1990578 h 2835024"/>
              <a:gd name="connsiteX14" fmla="*/ 4092315 w 4581994"/>
              <a:gd name="connsiteY14" fmla="*/ 2320362 h 2835024"/>
              <a:gd name="connsiteX15" fmla="*/ 4497049 w 4581994"/>
              <a:gd name="connsiteY15" fmla="*/ 2735089 h 2835024"/>
              <a:gd name="connsiteX16" fmla="*/ 4581994 w 4581994"/>
              <a:gd name="connsiteY16" fmla="*/ 2800047 h 283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1994" h="2835024">
                <a:moveTo>
                  <a:pt x="0" y="2835024"/>
                </a:moveTo>
                <a:cubicBezTo>
                  <a:pt x="67039" y="2803378"/>
                  <a:pt x="134079" y="2771732"/>
                  <a:pt x="219856" y="2690119"/>
                </a:cubicBezTo>
                <a:cubicBezTo>
                  <a:pt x="305633" y="2608506"/>
                  <a:pt x="514663" y="2345345"/>
                  <a:pt x="514663" y="2345345"/>
                </a:cubicBezTo>
                <a:cubicBezTo>
                  <a:pt x="619594" y="2222092"/>
                  <a:pt x="734519" y="2110499"/>
                  <a:pt x="849443" y="1950604"/>
                </a:cubicBezTo>
                <a:cubicBezTo>
                  <a:pt x="964367" y="1790709"/>
                  <a:pt x="1080125" y="1606664"/>
                  <a:pt x="1204210" y="1385975"/>
                </a:cubicBezTo>
                <a:cubicBezTo>
                  <a:pt x="1328295" y="1165286"/>
                  <a:pt x="1471534" y="833004"/>
                  <a:pt x="1593954" y="626473"/>
                </a:cubicBezTo>
                <a:cubicBezTo>
                  <a:pt x="1716374" y="419942"/>
                  <a:pt x="1827135" y="250886"/>
                  <a:pt x="1938728" y="146788"/>
                </a:cubicBezTo>
                <a:cubicBezTo>
                  <a:pt x="2050322" y="42690"/>
                  <a:pt x="2153587" y="11876"/>
                  <a:pt x="2263515" y="1883"/>
                </a:cubicBezTo>
                <a:cubicBezTo>
                  <a:pt x="2373443" y="-8111"/>
                  <a:pt x="2495862" y="21870"/>
                  <a:pt x="2598295" y="86827"/>
                </a:cubicBezTo>
                <a:cubicBezTo>
                  <a:pt x="2700728" y="151784"/>
                  <a:pt x="2787338" y="261712"/>
                  <a:pt x="2878112" y="391627"/>
                </a:cubicBezTo>
                <a:cubicBezTo>
                  <a:pt x="2968886" y="521542"/>
                  <a:pt x="3065489" y="721411"/>
                  <a:pt x="3142938" y="866316"/>
                </a:cubicBezTo>
                <a:cubicBezTo>
                  <a:pt x="3220387" y="1011221"/>
                  <a:pt x="3271187" y="1133641"/>
                  <a:pt x="3342807" y="1261057"/>
                </a:cubicBezTo>
                <a:cubicBezTo>
                  <a:pt x="3414427" y="1388473"/>
                  <a:pt x="3497705" y="1509227"/>
                  <a:pt x="3572656" y="1630814"/>
                </a:cubicBezTo>
                <a:cubicBezTo>
                  <a:pt x="3647607" y="1752401"/>
                  <a:pt x="3705902" y="1875653"/>
                  <a:pt x="3792512" y="1990578"/>
                </a:cubicBezTo>
                <a:cubicBezTo>
                  <a:pt x="3879122" y="2105503"/>
                  <a:pt x="3974892" y="2196277"/>
                  <a:pt x="4092315" y="2320362"/>
                </a:cubicBezTo>
                <a:cubicBezTo>
                  <a:pt x="4209738" y="2444447"/>
                  <a:pt x="4415436" y="2655141"/>
                  <a:pt x="4497049" y="2735089"/>
                </a:cubicBezTo>
                <a:cubicBezTo>
                  <a:pt x="4578662" y="2815036"/>
                  <a:pt x="4580328" y="2807541"/>
                  <a:pt x="4581994" y="28000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-form: Shape 38">
            <a:extLst>
              <a:ext uri="{FF2B5EF4-FFF2-40B4-BE49-F238E27FC236}">
                <a16:creationId xmlns:a16="http://schemas.microsoft.com/office/drawing/2014/main" id="{31BCA545-082D-7E61-6E4A-33AC5A284AFC}"/>
              </a:ext>
            </a:extLst>
          </p:cNvPr>
          <p:cNvSpPr/>
          <p:nvPr/>
        </p:nvSpPr>
        <p:spPr>
          <a:xfrm>
            <a:off x="1239146" y="2119142"/>
            <a:ext cx="9031102" cy="1353913"/>
          </a:xfrm>
          <a:custGeom>
            <a:avLst/>
            <a:gdLst>
              <a:gd name="connsiteX0" fmla="*/ 0 w 9031102"/>
              <a:gd name="connsiteY0" fmla="*/ 1236365 h 1254015"/>
              <a:gd name="connsiteX1" fmla="*/ 264826 w 9031102"/>
              <a:gd name="connsiteY1" fmla="*/ 1066477 h 1254015"/>
              <a:gd name="connsiteX2" fmla="*/ 549639 w 9031102"/>
              <a:gd name="connsiteY2" fmla="*/ 731697 h 1254015"/>
              <a:gd name="connsiteX3" fmla="*/ 799475 w 9031102"/>
              <a:gd name="connsiteY3" fmla="*/ 511841 h 1254015"/>
              <a:gd name="connsiteX4" fmla="*/ 1039318 w 9031102"/>
              <a:gd name="connsiteY4" fmla="*/ 556811 h 1254015"/>
              <a:gd name="connsiteX5" fmla="*/ 1259174 w 9031102"/>
              <a:gd name="connsiteY5" fmla="*/ 836628 h 1254015"/>
              <a:gd name="connsiteX6" fmla="*/ 1434059 w 9031102"/>
              <a:gd name="connsiteY6" fmla="*/ 1026503 h 1254015"/>
              <a:gd name="connsiteX7" fmla="*/ 1618938 w 9031102"/>
              <a:gd name="connsiteY7" fmla="*/ 1046490 h 1254015"/>
              <a:gd name="connsiteX8" fmla="*/ 1753849 w 9031102"/>
              <a:gd name="connsiteY8" fmla="*/ 981533 h 1254015"/>
              <a:gd name="connsiteX9" fmla="*/ 2013679 w 9031102"/>
              <a:gd name="connsiteY9" fmla="*/ 541821 h 1254015"/>
              <a:gd name="connsiteX10" fmla="*/ 2243528 w 9031102"/>
              <a:gd name="connsiteY10" fmla="*/ 157074 h 1254015"/>
              <a:gd name="connsiteX11" fmla="*/ 2563318 w 9031102"/>
              <a:gd name="connsiteY11" fmla="*/ 2175 h 1254015"/>
              <a:gd name="connsiteX12" fmla="*/ 2873115 w 9031102"/>
              <a:gd name="connsiteY12" fmla="*/ 257008 h 1254015"/>
              <a:gd name="connsiteX13" fmla="*/ 3043003 w 9031102"/>
              <a:gd name="connsiteY13" fmla="*/ 646752 h 1254015"/>
              <a:gd name="connsiteX14" fmla="*/ 3222885 w 9031102"/>
              <a:gd name="connsiteY14" fmla="*/ 1021506 h 1254015"/>
              <a:gd name="connsiteX15" fmla="*/ 3462728 w 9031102"/>
              <a:gd name="connsiteY15" fmla="*/ 1086464 h 1254015"/>
              <a:gd name="connsiteX16" fmla="*/ 3777521 w 9031102"/>
              <a:gd name="connsiteY16" fmla="*/ 796654 h 1254015"/>
              <a:gd name="connsiteX17" fmla="*/ 3902439 w 9031102"/>
              <a:gd name="connsiteY17" fmla="*/ 606779 h 1254015"/>
              <a:gd name="connsiteX18" fmla="*/ 4262203 w 9031102"/>
              <a:gd name="connsiteY18" fmla="*/ 142083 h 1254015"/>
              <a:gd name="connsiteX19" fmla="*/ 4751882 w 9031102"/>
              <a:gd name="connsiteY19" fmla="*/ 47146 h 1254015"/>
              <a:gd name="connsiteX20" fmla="*/ 5106649 w 9031102"/>
              <a:gd name="connsiteY20" fmla="*/ 281992 h 1254015"/>
              <a:gd name="connsiteX21" fmla="*/ 5281534 w 9031102"/>
              <a:gd name="connsiteY21" fmla="*/ 706713 h 1254015"/>
              <a:gd name="connsiteX22" fmla="*/ 5561351 w 9031102"/>
              <a:gd name="connsiteY22" fmla="*/ 1061480 h 1254015"/>
              <a:gd name="connsiteX23" fmla="*/ 5851161 w 9031102"/>
              <a:gd name="connsiteY23" fmla="*/ 1241362 h 1254015"/>
              <a:gd name="connsiteX24" fmla="*/ 7390151 w 9031102"/>
              <a:gd name="connsiteY24" fmla="*/ 1146424 h 1254015"/>
              <a:gd name="connsiteX25" fmla="*/ 7874833 w 9031102"/>
              <a:gd name="connsiteY25" fmla="*/ 676733 h 1254015"/>
              <a:gd name="connsiteX26" fmla="*/ 8069705 w 9031102"/>
              <a:gd name="connsiteY26" fmla="*/ 481861 h 1254015"/>
              <a:gd name="connsiteX27" fmla="*/ 8339528 w 9031102"/>
              <a:gd name="connsiteY27" fmla="*/ 561808 h 1254015"/>
              <a:gd name="connsiteX28" fmla="*/ 8614348 w 9031102"/>
              <a:gd name="connsiteY28" fmla="*/ 901585 h 1254015"/>
              <a:gd name="connsiteX29" fmla="*/ 8984105 w 9031102"/>
              <a:gd name="connsiteY29" fmla="*/ 1216379 h 1254015"/>
              <a:gd name="connsiteX30" fmla="*/ 9014085 w 9031102"/>
              <a:gd name="connsiteY30" fmla="*/ 1236365 h 1254015"/>
              <a:gd name="connsiteX0" fmla="*/ 0 w 9031102"/>
              <a:gd name="connsiteY0" fmla="*/ 1236365 h 1254015"/>
              <a:gd name="connsiteX1" fmla="*/ 264826 w 9031102"/>
              <a:gd name="connsiteY1" fmla="*/ 1066477 h 1254015"/>
              <a:gd name="connsiteX2" fmla="*/ 549639 w 9031102"/>
              <a:gd name="connsiteY2" fmla="*/ 731697 h 1254015"/>
              <a:gd name="connsiteX3" fmla="*/ 799475 w 9031102"/>
              <a:gd name="connsiteY3" fmla="*/ 511841 h 1254015"/>
              <a:gd name="connsiteX4" fmla="*/ 1039318 w 9031102"/>
              <a:gd name="connsiteY4" fmla="*/ 556811 h 1254015"/>
              <a:gd name="connsiteX5" fmla="*/ 1259174 w 9031102"/>
              <a:gd name="connsiteY5" fmla="*/ 836628 h 1254015"/>
              <a:gd name="connsiteX6" fmla="*/ 1434059 w 9031102"/>
              <a:gd name="connsiteY6" fmla="*/ 1026503 h 1254015"/>
              <a:gd name="connsiteX7" fmla="*/ 1618938 w 9031102"/>
              <a:gd name="connsiteY7" fmla="*/ 1046490 h 1254015"/>
              <a:gd name="connsiteX8" fmla="*/ 1753849 w 9031102"/>
              <a:gd name="connsiteY8" fmla="*/ 981533 h 1254015"/>
              <a:gd name="connsiteX9" fmla="*/ 2013679 w 9031102"/>
              <a:gd name="connsiteY9" fmla="*/ 541821 h 1254015"/>
              <a:gd name="connsiteX10" fmla="*/ 2243528 w 9031102"/>
              <a:gd name="connsiteY10" fmla="*/ 157074 h 1254015"/>
              <a:gd name="connsiteX11" fmla="*/ 2563318 w 9031102"/>
              <a:gd name="connsiteY11" fmla="*/ 2175 h 1254015"/>
              <a:gd name="connsiteX12" fmla="*/ 2873115 w 9031102"/>
              <a:gd name="connsiteY12" fmla="*/ 257008 h 1254015"/>
              <a:gd name="connsiteX13" fmla="*/ 3043003 w 9031102"/>
              <a:gd name="connsiteY13" fmla="*/ 646752 h 1254015"/>
              <a:gd name="connsiteX14" fmla="*/ 3222885 w 9031102"/>
              <a:gd name="connsiteY14" fmla="*/ 1021506 h 1254015"/>
              <a:gd name="connsiteX15" fmla="*/ 3462728 w 9031102"/>
              <a:gd name="connsiteY15" fmla="*/ 1086464 h 1254015"/>
              <a:gd name="connsiteX16" fmla="*/ 3777521 w 9031102"/>
              <a:gd name="connsiteY16" fmla="*/ 796654 h 1254015"/>
              <a:gd name="connsiteX17" fmla="*/ 3902439 w 9031102"/>
              <a:gd name="connsiteY17" fmla="*/ 606779 h 1254015"/>
              <a:gd name="connsiteX18" fmla="*/ 4262203 w 9031102"/>
              <a:gd name="connsiteY18" fmla="*/ 142083 h 1254015"/>
              <a:gd name="connsiteX19" fmla="*/ 4751882 w 9031102"/>
              <a:gd name="connsiteY19" fmla="*/ 47146 h 1254015"/>
              <a:gd name="connsiteX20" fmla="*/ 5106649 w 9031102"/>
              <a:gd name="connsiteY20" fmla="*/ 281992 h 1254015"/>
              <a:gd name="connsiteX21" fmla="*/ 5281534 w 9031102"/>
              <a:gd name="connsiteY21" fmla="*/ 706713 h 1254015"/>
              <a:gd name="connsiteX22" fmla="*/ 5561351 w 9031102"/>
              <a:gd name="connsiteY22" fmla="*/ 1061480 h 1254015"/>
              <a:gd name="connsiteX23" fmla="*/ 6515725 w 9031102"/>
              <a:gd name="connsiteY23" fmla="*/ 1236366 h 1254015"/>
              <a:gd name="connsiteX24" fmla="*/ 7390151 w 9031102"/>
              <a:gd name="connsiteY24" fmla="*/ 1146424 h 1254015"/>
              <a:gd name="connsiteX25" fmla="*/ 7874833 w 9031102"/>
              <a:gd name="connsiteY25" fmla="*/ 676733 h 1254015"/>
              <a:gd name="connsiteX26" fmla="*/ 8069705 w 9031102"/>
              <a:gd name="connsiteY26" fmla="*/ 481861 h 1254015"/>
              <a:gd name="connsiteX27" fmla="*/ 8339528 w 9031102"/>
              <a:gd name="connsiteY27" fmla="*/ 561808 h 1254015"/>
              <a:gd name="connsiteX28" fmla="*/ 8614348 w 9031102"/>
              <a:gd name="connsiteY28" fmla="*/ 901585 h 1254015"/>
              <a:gd name="connsiteX29" fmla="*/ 8984105 w 9031102"/>
              <a:gd name="connsiteY29" fmla="*/ 1216379 h 1254015"/>
              <a:gd name="connsiteX30" fmla="*/ 9014085 w 9031102"/>
              <a:gd name="connsiteY30" fmla="*/ 1236365 h 1254015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3043003 w 9031102"/>
              <a:gd name="connsiteY13" fmla="*/ 646752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751882 w 9031102"/>
              <a:gd name="connsiteY19" fmla="*/ 47146 h 1261699"/>
              <a:gd name="connsiteX20" fmla="*/ 5106649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3043003 w 9031102"/>
              <a:gd name="connsiteY13" fmla="*/ 646752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751882 w 9031102"/>
              <a:gd name="connsiteY19" fmla="*/ 47146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3043003 w 9031102"/>
              <a:gd name="connsiteY13" fmla="*/ 646752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586990 w 9031102"/>
              <a:gd name="connsiteY19" fmla="*/ 47146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3043003 w 9031102"/>
              <a:gd name="connsiteY13" fmla="*/ 646752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661941 w 9031102"/>
              <a:gd name="connsiteY19" fmla="*/ 37152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3043003 w 9031102"/>
              <a:gd name="connsiteY13" fmla="*/ 646752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661941 w 9031102"/>
              <a:gd name="connsiteY19" fmla="*/ 37152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73115 w 9031102"/>
              <a:gd name="connsiteY12" fmla="*/ 257008 h 1261699"/>
              <a:gd name="connsiteX13" fmla="*/ 2973049 w 9031102"/>
              <a:gd name="connsiteY13" fmla="*/ 656746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661941 w 9031102"/>
              <a:gd name="connsiteY19" fmla="*/ 37152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365 h 1261699"/>
              <a:gd name="connsiteX1" fmla="*/ 264826 w 9031102"/>
              <a:gd name="connsiteY1" fmla="*/ 1066477 h 1261699"/>
              <a:gd name="connsiteX2" fmla="*/ 549639 w 9031102"/>
              <a:gd name="connsiteY2" fmla="*/ 731697 h 1261699"/>
              <a:gd name="connsiteX3" fmla="*/ 799475 w 9031102"/>
              <a:gd name="connsiteY3" fmla="*/ 511841 h 1261699"/>
              <a:gd name="connsiteX4" fmla="*/ 1039318 w 9031102"/>
              <a:gd name="connsiteY4" fmla="*/ 556811 h 1261699"/>
              <a:gd name="connsiteX5" fmla="*/ 1259174 w 9031102"/>
              <a:gd name="connsiteY5" fmla="*/ 836628 h 1261699"/>
              <a:gd name="connsiteX6" fmla="*/ 1434059 w 9031102"/>
              <a:gd name="connsiteY6" fmla="*/ 1026503 h 1261699"/>
              <a:gd name="connsiteX7" fmla="*/ 1618938 w 9031102"/>
              <a:gd name="connsiteY7" fmla="*/ 1046490 h 1261699"/>
              <a:gd name="connsiteX8" fmla="*/ 1753849 w 9031102"/>
              <a:gd name="connsiteY8" fmla="*/ 981533 h 1261699"/>
              <a:gd name="connsiteX9" fmla="*/ 2013679 w 9031102"/>
              <a:gd name="connsiteY9" fmla="*/ 541821 h 1261699"/>
              <a:gd name="connsiteX10" fmla="*/ 2243528 w 9031102"/>
              <a:gd name="connsiteY10" fmla="*/ 157074 h 1261699"/>
              <a:gd name="connsiteX11" fmla="*/ 2563318 w 9031102"/>
              <a:gd name="connsiteY11" fmla="*/ 2175 h 1261699"/>
              <a:gd name="connsiteX12" fmla="*/ 2828145 w 9031102"/>
              <a:gd name="connsiteY12" fmla="*/ 257008 h 1261699"/>
              <a:gd name="connsiteX13" fmla="*/ 2973049 w 9031102"/>
              <a:gd name="connsiteY13" fmla="*/ 656746 h 1261699"/>
              <a:gd name="connsiteX14" fmla="*/ 3222885 w 9031102"/>
              <a:gd name="connsiteY14" fmla="*/ 1021506 h 1261699"/>
              <a:gd name="connsiteX15" fmla="*/ 3462728 w 9031102"/>
              <a:gd name="connsiteY15" fmla="*/ 1086464 h 1261699"/>
              <a:gd name="connsiteX16" fmla="*/ 3777521 w 9031102"/>
              <a:gd name="connsiteY16" fmla="*/ 796654 h 1261699"/>
              <a:gd name="connsiteX17" fmla="*/ 3902439 w 9031102"/>
              <a:gd name="connsiteY17" fmla="*/ 606779 h 1261699"/>
              <a:gd name="connsiteX18" fmla="*/ 4262203 w 9031102"/>
              <a:gd name="connsiteY18" fmla="*/ 142083 h 1261699"/>
              <a:gd name="connsiteX19" fmla="*/ 4661941 w 9031102"/>
              <a:gd name="connsiteY19" fmla="*/ 37152 h 1261699"/>
              <a:gd name="connsiteX20" fmla="*/ 5006714 w 9031102"/>
              <a:gd name="connsiteY20" fmla="*/ 281992 h 1261699"/>
              <a:gd name="connsiteX21" fmla="*/ 5281534 w 9031102"/>
              <a:gd name="connsiteY21" fmla="*/ 706713 h 1261699"/>
              <a:gd name="connsiteX22" fmla="*/ 5786203 w 9031102"/>
              <a:gd name="connsiteY22" fmla="*/ 1211382 h 1261699"/>
              <a:gd name="connsiteX23" fmla="*/ 6515725 w 9031102"/>
              <a:gd name="connsiteY23" fmla="*/ 1236366 h 1261699"/>
              <a:gd name="connsiteX24" fmla="*/ 7390151 w 9031102"/>
              <a:gd name="connsiteY24" fmla="*/ 1146424 h 1261699"/>
              <a:gd name="connsiteX25" fmla="*/ 7874833 w 9031102"/>
              <a:gd name="connsiteY25" fmla="*/ 676733 h 1261699"/>
              <a:gd name="connsiteX26" fmla="*/ 8069705 w 9031102"/>
              <a:gd name="connsiteY26" fmla="*/ 481861 h 1261699"/>
              <a:gd name="connsiteX27" fmla="*/ 8339528 w 9031102"/>
              <a:gd name="connsiteY27" fmla="*/ 561808 h 1261699"/>
              <a:gd name="connsiteX28" fmla="*/ 8614348 w 9031102"/>
              <a:gd name="connsiteY28" fmla="*/ 901585 h 1261699"/>
              <a:gd name="connsiteX29" fmla="*/ 8984105 w 9031102"/>
              <a:gd name="connsiteY29" fmla="*/ 1216379 h 1261699"/>
              <a:gd name="connsiteX30" fmla="*/ 9014085 w 9031102"/>
              <a:gd name="connsiteY30" fmla="*/ 1236365 h 1261699"/>
              <a:gd name="connsiteX0" fmla="*/ 0 w 9031102"/>
              <a:gd name="connsiteY0" fmla="*/ 1236551 h 1261885"/>
              <a:gd name="connsiteX1" fmla="*/ 264826 w 9031102"/>
              <a:gd name="connsiteY1" fmla="*/ 1066663 h 1261885"/>
              <a:gd name="connsiteX2" fmla="*/ 549639 w 9031102"/>
              <a:gd name="connsiteY2" fmla="*/ 731883 h 1261885"/>
              <a:gd name="connsiteX3" fmla="*/ 799475 w 9031102"/>
              <a:gd name="connsiteY3" fmla="*/ 512027 h 1261885"/>
              <a:gd name="connsiteX4" fmla="*/ 1039318 w 9031102"/>
              <a:gd name="connsiteY4" fmla="*/ 556997 h 1261885"/>
              <a:gd name="connsiteX5" fmla="*/ 1259174 w 9031102"/>
              <a:gd name="connsiteY5" fmla="*/ 836814 h 1261885"/>
              <a:gd name="connsiteX6" fmla="*/ 1434059 w 9031102"/>
              <a:gd name="connsiteY6" fmla="*/ 1026689 h 1261885"/>
              <a:gd name="connsiteX7" fmla="*/ 1618938 w 9031102"/>
              <a:gd name="connsiteY7" fmla="*/ 1046676 h 1261885"/>
              <a:gd name="connsiteX8" fmla="*/ 1753849 w 9031102"/>
              <a:gd name="connsiteY8" fmla="*/ 981719 h 1261885"/>
              <a:gd name="connsiteX9" fmla="*/ 2013679 w 9031102"/>
              <a:gd name="connsiteY9" fmla="*/ 542007 h 1261885"/>
              <a:gd name="connsiteX10" fmla="*/ 2243528 w 9031102"/>
              <a:gd name="connsiteY10" fmla="*/ 157260 h 1261885"/>
              <a:gd name="connsiteX11" fmla="*/ 2563318 w 9031102"/>
              <a:gd name="connsiteY11" fmla="*/ 2361 h 1261885"/>
              <a:gd name="connsiteX12" fmla="*/ 2788171 w 9031102"/>
              <a:gd name="connsiteY12" fmla="*/ 262190 h 1261885"/>
              <a:gd name="connsiteX13" fmla="*/ 2973049 w 9031102"/>
              <a:gd name="connsiteY13" fmla="*/ 656932 h 1261885"/>
              <a:gd name="connsiteX14" fmla="*/ 3222885 w 9031102"/>
              <a:gd name="connsiteY14" fmla="*/ 1021692 h 1261885"/>
              <a:gd name="connsiteX15" fmla="*/ 3462728 w 9031102"/>
              <a:gd name="connsiteY15" fmla="*/ 1086650 h 1261885"/>
              <a:gd name="connsiteX16" fmla="*/ 3777521 w 9031102"/>
              <a:gd name="connsiteY16" fmla="*/ 796840 h 1261885"/>
              <a:gd name="connsiteX17" fmla="*/ 3902439 w 9031102"/>
              <a:gd name="connsiteY17" fmla="*/ 606965 h 1261885"/>
              <a:gd name="connsiteX18" fmla="*/ 4262203 w 9031102"/>
              <a:gd name="connsiteY18" fmla="*/ 142269 h 1261885"/>
              <a:gd name="connsiteX19" fmla="*/ 4661941 w 9031102"/>
              <a:gd name="connsiteY19" fmla="*/ 37338 h 1261885"/>
              <a:gd name="connsiteX20" fmla="*/ 5006714 w 9031102"/>
              <a:gd name="connsiteY20" fmla="*/ 282178 h 1261885"/>
              <a:gd name="connsiteX21" fmla="*/ 5281534 w 9031102"/>
              <a:gd name="connsiteY21" fmla="*/ 706899 h 1261885"/>
              <a:gd name="connsiteX22" fmla="*/ 5786203 w 9031102"/>
              <a:gd name="connsiteY22" fmla="*/ 1211568 h 1261885"/>
              <a:gd name="connsiteX23" fmla="*/ 6515725 w 9031102"/>
              <a:gd name="connsiteY23" fmla="*/ 1236552 h 1261885"/>
              <a:gd name="connsiteX24" fmla="*/ 7390151 w 9031102"/>
              <a:gd name="connsiteY24" fmla="*/ 1146610 h 1261885"/>
              <a:gd name="connsiteX25" fmla="*/ 7874833 w 9031102"/>
              <a:gd name="connsiteY25" fmla="*/ 676919 h 1261885"/>
              <a:gd name="connsiteX26" fmla="*/ 8069705 w 9031102"/>
              <a:gd name="connsiteY26" fmla="*/ 482047 h 1261885"/>
              <a:gd name="connsiteX27" fmla="*/ 8339528 w 9031102"/>
              <a:gd name="connsiteY27" fmla="*/ 561994 h 1261885"/>
              <a:gd name="connsiteX28" fmla="*/ 8614348 w 9031102"/>
              <a:gd name="connsiteY28" fmla="*/ 901771 h 1261885"/>
              <a:gd name="connsiteX29" fmla="*/ 8984105 w 9031102"/>
              <a:gd name="connsiteY29" fmla="*/ 1216565 h 1261885"/>
              <a:gd name="connsiteX30" fmla="*/ 9014085 w 9031102"/>
              <a:gd name="connsiteY30" fmla="*/ 1236551 h 1261885"/>
              <a:gd name="connsiteX0" fmla="*/ 0 w 9031102"/>
              <a:gd name="connsiteY0" fmla="*/ 1315547 h 1340881"/>
              <a:gd name="connsiteX1" fmla="*/ 264826 w 9031102"/>
              <a:gd name="connsiteY1" fmla="*/ 1145659 h 1340881"/>
              <a:gd name="connsiteX2" fmla="*/ 549639 w 9031102"/>
              <a:gd name="connsiteY2" fmla="*/ 810879 h 1340881"/>
              <a:gd name="connsiteX3" fmla="*/ 799475 w 9031102"/>
              <a:gd name="connsiteY3" fmla="*/ 591023 h 1340881"/>
              <a:gd name="connsiteX4" fmla="*/ 1039318 w 9031102"/>
              <a:gd name="connsiteY4" fmla="*/ 635993 h 1340881"/>
              <a:gd name="connsiteX5" fmla="*/ 1259174 w 9031102"/>
              <a:gd name="connsiteY5" fmla="*/ 915810 h 1340881"/>
              <a:gd name="connsiteX6" fmla="*/ 1434059 w 9031102"/>
              <a:gd name="connsiteY6" fmla="*/ 1105685 h 1340881"/>
              <a:gd name="connsiteX7" fmla="*/ 1618938 w 9031102"/>
              <a:gd name="connsiteY7" fmla="*/ 1125672 h 1340881"/>
              <a:gd name="connsiteX8" fmla="*/ 1753849 w 9031102"/>
              <a:gd name="connsiteY8" fmla="*/ 1060715 h 1340881"/>
              <a:gd name="connsiteX9" fmla="*/ 2013679 w 9031102"/>
              <a:gd name="connsiteY9" fmla="*/ 621003 h 1340881"/>
              <a:gd name="connsiteX10" fmla="*/ 2243528 w 9031102"/>
              <a:gd name="connsiteY10" fmla="*/ 236256 h 1340881"/>
              <a:gd name="connsiteX11" fmla="*/ 2518347 w 9031102"/>
              <a:gd name="connsiteY11" fmla="*/ 1409 h 1340881"/>
              <a:gd name="connsiteX12" fmla="*/ 2788171 w 9031102"/>
              <a:gd name="connsiteY12" fmla="*/ 341186 h 1340881"/>
              <a:gd name="connsiteX13" fmla="*/ 2973049 w 9031102"/>
              <a:gd name="connsiteY13" fmla="*/ 735928 h 1340881"/>
              <a:gd name="connsiteX14" fmla="*/ 3222885 w 9031102"/>
              <a:gd name="connsiteY14" fmla="*/ 1100688 h 1340881"/>
              <a:gd name="connsiteX15" fmla="*/ 3462728 w 9031102"/>
              <a:gd name="connsiteY15" fmla="*/ 1165646 h 1340881"/>
              <a:gd name="connsiteX16" fmla="*/ 3777521 w 9031102"/>
              <a:gd name="connsiteY16" fmla="*/ 875836 h 1340881"/>
              <a:gd name="connsiteX17" fmla="*/ 3902439 w 9031102"/>
              <a:gd name="connsiteY17" fmla="*/ 685961 h 1340881"/>
              <a:gd name="connsiteX18" fmla="*/ 4262203 w 9031102"/>
              <a:gd name="connsiteY18" fmla="*/ 221265 h 1340881"/>
              <a:gd name="connsiteX19" fmla="*/ 4661941 w 9031102"/>
              <a:gd name="connsiteY19" fmla="*/ 116334 h 1340881"/>
              <a:gd name="connsiteX20" fmla="*/ 5006714 w 9031102"/>
              <a:gd name="connsiteY20" fmla="*/ 361174 h 1340881"/>
              <a:gd name="connsiteX21" fmla="*/ 5281534 w 9031102"/>
              <a:gd name="connsiteY21" fmla="*/ 785895 h 1340881"/>
              <a:gd name="connsiteX22" fmla="*/ 5786203 w 9031102"/>
              <a:gd name="connsiteY22" fmla="*/ 1290564 h 1340881"/>
              <a:gd name="connsiteX23" fmla="*/ 6515725 w 9031102"/>
              <a:gd name="connsiteY23" fmla="*/ 1315548 h 1340881"/>
              <a:gd name="connsiteX24" fmla="*/ 7390151 w 9031102"/>
              <a:gd name="connsiteY24" fmla="*/ 1225606 h 1340881"/>
              <a:gd name="connsiteX25" fmla="*/ 7874833 w 9031102"/>
              <a:gd name="connsiteY25" fmla="*/ 755915 h 1340881"/>
              <a:gd name="connsiteX26" fmla="*/ 8069705 w 9031102"/>
              <a:gd name="connsiteY26" fmla="*/ 561043 h 1340881"/>
              <a:gd name="connsiteX27" fmla="*/ 8339528 w 9031102"/>
              <a:gd name="connsiteY27" fmla="*/ 640990 h 1340881"/>
              <a:gd name="connsiteX28" fmla="*/ 8614348 w 9031102"/>
              <a:gd name="connsiteY28" fmla="*/ 980767 h 1340881"/>
              <a:gd name="connsiteX29" fmla="*/ 8984105 w 9031102"/>
              <a:gd name="connsiteY29" fmla="*/ 1295561 h 1340881"/>
              <a:gd name="connsiteX30" fmla="*/ 9014085 w 9031102"/>
              <a:gd name="connsiteY30" fmla="*/ 1315547 h 1340881"/>
              <a:gd name="connsiteX0" fmla="*/ 0 w 9031102"/>
              <a:gd name="connsiteY0" fmla="*/ 1314429 h 1339763"/>
              <a:gd name="connsiteX1" fmla="*/ 264826 w 9031102"/>
              <a:gd name="connsiteY1" fmla="*/ 1144541 h 1339763"/>
              <a:gd name="connsiteX2" fmla="*/ 549639 w 9031102"/>
              <a:gd name="connsiteY2" fmla="*/ 809761 h 1339763"/>
              <a:gd name="connsiteX3" fmla="*/ 799475 w 9031102"/>
              <a:gd name="connsiteY3" fmla="*/ 589905 h 1339763"/>
              <a:gd name="connsiteX4" fmla="*/ 1039318 w 9031102"/>
              <a:gd name="connsiteY4" fmla="*/ 634875 h 1339763"/>
              <a:gd name="connsiteX5" fmla="*/ 1259174 w 9031102"/>
              <a:gd name="connsiteY5" fmla="*/ 914692 h 1339763"/>
              <a:gd name="connsiteX6" fmla="*/ 1434059 w 9031102"/>
              <a:gd name="connsiteY6" fmla="*/ 1104567 h 1339763"/>
              <a:gd name="connsiteX7" fmla="*/ 1618938 w 9031102"/>
              <a:gd name="connsiteY7" fmla="*/ 1124554 h 1339763"/>
              <a:gd name="connsiteX8" fmla="*/ 1753849 w 9031102"/>
              <a:gd name="connsiteY8" fmla="*/ 1059597 h 1339763"/>
              <a:gd name="connsiteX9" fmla="*/ 2013679 w 9031102"/>
              <a:gd name="connsiteY9" fmla="*/ 619885 h 1339763"/>
              <a:gd name="connsiteX10" fmla="*/ 2243528 w 9031102"/>
              <a:gd name="connsiteY10" fmla="*/ 235138 h 1339763"/>
              <a:gd name="connsiteX11" fmla="*/ 2518347 w 9031102"/>
              <a:gd name="connsiteY11" fmla="*/ 291 h 1339763"/>
              <a:gd name="connsiteX12" fmla="*/ 2788171 w 9031102"/>
              <a:gd name="connsiteY12" fmla="*/ 340068 h 1339763"/>
              <a:gd name="connsiteX13" fmla="*/ 2973049 w 9031102"/>
              <a:gd name="connsiteY13" fmla="*/ 734810 h 1339763"/>
              <a:gd name="connsiteX14" fmla="*/ 3222885 w 9031102"/>
              <a:gd name="connsiteY14" fmla="*/ 1099570 h 1339763"/>
              <a:gd name="connsiteX15" fmla="*/ 3462728 w 9031102"/>
              <a:gd name="connsiteY15" fmla="*/ 1164528 h 1339763"/>
              <a:gd name="connsiteX16" fmla="*/ 3777521 w 9031102"/>
              <a:gd name="connsiteY16" fmla="*/ 874718 h 1339763"/>
              <a:gd name="connsiteX17" fmla="*/ 3902439 w 9031102"/>
              <a:gd name="connsiteY17" fmla="*/ 684843 h 1339763"/>
              <a:gd name="connsiteX18" fmla="*/ 4262203 w 9031102"/>
              <a:gd name="connsiteY18" fmla="*/ 220147 h 1339763"/>
              <a:gd name="connsiteX19" fmla="*/ 4661941 w 9031102"/>
              <a:gd name="connsiteY19" fmla="*/ 115216 h 1339763"/>
              <a:gd name="connsiteX20" fmla="*/ 5006714 w 9031102"/>
              <a:gd name="connsiteY20" fmla="*/ 360056 h 1339763"/>
              <a:gd name="connsiteX21" fmla="*/ 5281534 w 9031102"/>
              <a:gd name="connsiteY21" fmla="*/ 784777 h 1339763"/>
              <a:gd name="connsiteX22" fmla="*/ 5786203 w 9031102"/>
              <a:gd name="connsiteY22" fmla="*/ 1289446 h 1339763"/>
              <a:gd name="connsiteX23" fmla="*/ 6515725 w 9031102"/>
              <a:gd name="connsiteY23" fmla="*/ 1314430 h 1339763"/>
              <a:gd name="connsiteX24" fmla="*/ 7390151 w 9031102"/>
              <a:gd name="connsiteY24" fmla="*/ 1224488 h 1339763"/>
              <a:gd name="connsiteX25" fmla="*/ 7874833 w 9031102"/>
              <a:gd name="connsiteY25" fmla="*/ 754797 h 1339763"/>
              <a:gd name="connsiteX26" fmla="*/ 8069705 w 9031102"/>
              <a:gd name="connsiteY26" fmla="*/ 559925 h 1339763"/>
              <a:gd name="connsiteX27" fmla="*/ 8339528 w 9031102"/>
              <a:gd name="connsiteY27" fmla="*/ 639872 h 1339763"/>
              <a:gd name="connsiteX28" fmla="*/ 8614348 w 9031102"/>
              <a:gd name="connsiteY28" fmla="*/ 979649 h 1339763"/>
              <a:gd name="connsiteX29" fmla="*/ 8984105 w 9031102"/>
              <a:gd name="connsiteY29" fmla="*/ 1294443 h 1339763"/>
              <a:gd name="connsiteX30" fmla="*/ 9014085 w 9031102"/>
              <a:gd name="connsiteY30" fmla="*/ 1314429 h 1339763"/>
              <a:gd name="connsiteX0" fmla="*/ 0 w 9031102"/>
              <a:gd name="connsiteY0" fmla="*/ 1314429 h 1338540"/>
              <a:gd name="connsiteX1" fmla="*/ 264826 w 9031102"/>
              <a:gd name="connsiteY1" fmla="*/ 1144541 h 1338540"/>
              <a:gd name="connsiteX2" fmla="*/ 549639 w 9031102"/>
              <a:gd name="connsiteY2" fmla="*/ 809761 h 1338540"/>
              <a:gd name="connsiteX3" fmla="*/ 799475 w 9031102"/>
              <a:gd name="connsiteY3" fmla="*/ 589905 h 1338540"/>
              <a:gd name="connsiteX4" fmla="*/ 1039318 w 9031102"/>
              <a:gd name="connsiteY4" fmla="*/ 634875 h 1338540"/>
              <a:gd name="connsiteX5" fmla="*/ 1259174 w 9031102"/>
              <a:gd name="connsiteY5" fmla="*/ 914692 h 1338540"/>
              <a:gd name="connsiteX6" fmla="*/ 1434059 w 9031102"/>
              <a:gd name="connsiteY6" fmla="*/ 1104567 h 1338540"/>
              <a:gd name="connsiteX7" fmla="*/ 1618938 w 9031102"/>
              <a:gd name="connsiteY7" fmla="*/ 1124554 h 1338540"/>
              <a:gd name="connsiteX8" fmla="*/ 1753849 w 9031102"/>
              <a:gd name="connsiteY8" fmla="*/ 1059597 h 1338540"/>
              <a:gd name="connsiteX9" fmla="*/ 2013679 w 9031102"/>
              <a:gd name="connsiteY9" fmla="*/ 619885 h 1338540"/>
              <a:gd name="connsiteX10" fmla="*/ 2243528 w 9031102"/>
              <a:gd name="connsiteY10" fmla="*/ 235138 h 1338540"/>
              <a:gd name="connsiteX11" fmla="*/ 2518347 w 9031102"/>
              <a:gd name="connsiteY11" fmla="*/ 291 h 1338540"/>
              <a:gd name="connsiteX12" fmla="*/ 2788171 w 9031102"/>
              <a:gd name="connsiteY12" fmla="*/ 340068 h 1338540"/>
              <a:gd name="connsiteX13" fmla="*/ 2973049 w 9031102"/>
              <a:gd name="connsiteY13" fmla="*/ 734810 h 1338540"/>
              <a:gd name="connsiteX14" fmla="*/ 3222885 w 9031102"/>
              <a:gd name="connsiteY14" fmla="*/ 1099570 h 1338540"/>
              <a:gd name="connsiteX15" fmla="*/ 3462728 w 9031102"/>
              <a:gd name="connsiteY15" fmla="*/ 1164528 h 1338540"/>
              <a:gd name="connsiteX16" fmla="*/ 3777521 w 9031102"/>
              <a:gd name="connsiteY16" fmla="*/ 874718 h 1338540"/>
              <a:gd name="connsiteX17" fmla="*/ 3902439 w 9031102"/>
              <a:gd name="connsiteY17" fmla="*/ 684843 h 1338540"/>
              <a:gd name="connsiteX18" fmla="*/ 4262203 w 9031102"/>
              <a:gd name="connsiteY18" fmla="*/ 220147 h 1338540"/>
              <a:gd name="connsiteX19" fmla="*/ 4661941 w 9031102"/>
              <a:gd name="connsiteY19" fmla="*/ 115216 h 1338540"/>
              <a:gd name="connsiteX20" fmla="*/ 5006714 w 9031102"/>
              <a:gd name="connsiteY20" fmla="*/ 360056 h 1338540"/>
              <a:gd name="connsiteX21" fmla="*/ 5281534 w 9031102"/>
              <a:gd name="connsiteY21" fmla="*/ 784777 h 1338540"/>
              <a:gd name="connsiteX22" fmla="*/ 5786203 w 9031102"/>
              <a:gd name="connsiteY22" fmla="*/ 1289446 h 1338540"/>
              <a:gd name="connsiteX23" fmla="*/ 6515725 w 9031102"/>
              <a:gd name="connsiteY23" fmla="*/ 1314430 h 1338540"/>
              <a:gd name="connsiteX24" fmla="*/ 7315200 w 9031102"/>
              <a:gd name="connsiteY24" fmla="*/ 1289445 h 1338540"/>
              <a:gd name="connsiteX25" fmla="*/ 7874833 w 9031102"/>
              <a:gd name="connsiteY25" fmla="*/ 754797 h 1338540"/>
              <a:gd name="connsiteX26" fmla="*/ 8069705 w 9031102"/>
              <a:gd name="connsiteY26" fmla="*/ 559925 h 1338540"/>
              <a:gd name="connsiteX27" fmla="*/ 8339528 w 9031102"/>
              <a:gd name="connsiteY27" fmla="*/ 639872 h 1338540"/>
              <a:gd name="connsiteX28" fmla="*/ 8614348 w 9031102"/>
              <a:gd name="connsiteY28" fmla="*/ 979649 h 1338540"/>
              <a:gd name="connsiteX29" fmla="*/ 8984105 w 9031102"/>
              <a:gd name="connsiteY29" fmla="*/ 1294443 h 1338540"/>
              <a:gd name="connsiteX30" fmla="*/ 9014085 w 9031102"/>
              <a:gd name="connsiteY30" fmla="*/ 1314429 h 1338540"/>
              <a:gd name="connsiteX0" fmla="*/ 0 w 9031102"/>
              <a:gd name="connsiteY0" fmla="*/ 1314429 h 1353913"/>
              <a:gd name="connsiteX1" fmla="*/ 264826 w 9031102"/>
              <a:gd name="connsiteY1" fmla="*/ 1144541 h 1353913"/>
              <a:gd name="connsiteX2" fmla="*/ 549639 w 9031102"/>
              <a:gd name="connsiteY2" fmla="*/ 809761 h 1353913"/>
              <a:gd name="connsiteX3" fmla="*/ 799475 w 9031102"/>
              <a:gd name="connsiteY3" fmla="*/ 589905 h 1353913"/>
              <a:gd name="connsiteX4" fmla="*/ 1039318 w 9031102"/>
              <a:gd name="connsiteY4" fmla="*/ 634875 h 1353913"/>
              <a:gd name="connsiteX5" fmla="*/ 1259174 w 9031102"/>
              <a:gd name="connsiteY5" fmla="*/ 914692 h 1353913"/>
              <a:gd name="connsiteX6" fmla="*/ 1434059 w 9031102"/>
              <a:gd name="connsiteY6" fmla="*/ 1104567 h 1353913"/>
              <a:gd name="connsiteX7" fmla="*/ 1618938 w 9031102"/>
              <a:gd name="connsiteY7" fmla="*/ 1124554 h 1353913"/>
              <a:gd name="connsiteX8" fmla="*/ 1753849 w 9031102"/>
              <a:gd name="connsiteY8" fmla="*/ 1059597 h 1353913"/>
              <a:gd name="connsiteX9" fmla="*/ 2013679 w 9031102"/>
              <a:gd name="connsiteY9" fmla="*/ 619885 h 1353913"/>
              <a:gd name="connsiteX10" fmla="*/ 2243528 w 9031102"/>
              <a:gd name="connsiteY10" fmla="*/ 235138 h 1353913"/>
              <a:gd name="connsiteX11" fmla="*/ 2518347 w 9031102"/>
              <a:gd name="connsiteY11" fmla="*/ 291 h 1353913"/>
              <a:gd name="connsiteX12" fmla="*/ 2788171 w 9031102"/>
              <a:gd name="connsiteY12" fmla="*/ 340068 h 1353913"/>
              <a:gd name="connsiteX13" fmla="*/ 2973049 w 9031102"/>
              <a:gd name="connsiteY13" fmla="*/ 734810 h 1353913"/>
              <a:gd name="connsiteX14" fmla="*/ 3222885 w 9031102"/>
              <a:gd name="connsiteY14" fmla="*/ 1099570 h 1353913"/>
              <a:gd name="connsiteX15" fmla="*/ 3462728 w 9031102"/>
              <a:gd name="connsiteY15" fmla="*/ 1164528 h 1353913"/>
              <a:gd name="connsiteX16" fmla="*/ 3777521 w 9031102"/>
              <a:gd name="connsiteY16" fmla="*/ 874718 h 1353913"/>
              <a:gd name="connsiteX17" fmla="*/ 3902439 w 9031102"/>
              <a:gd name="connsiteY17" fmla="*/ 684843 h 1353913"/>
              <a:gd name="connsiteX18" fmla="*/ 4262203 w 9031102"/>
              <a:gd name="connsiteY18" fmla="*/ 220147 h 1353913"/>
              <a:gd name="connsiteX19" fmla="*/ 4661941 w 9031102"/>
              <a:gd name="connsiteY19" fmla="*/ 115216 h 1353913"/>
              <a:gd name="connsiteX20" fmla="*/ 5006714 w 9031102"/>
              <a:gd name="connsiteY20" fmla="*/ 360056 h 1353913"/>
              <a:gd name="connsiteX21" fmla="*/ 5281534 w 9031102"/>
              <a:gd name="connsiteY21" fmla="*/ 784777 h 1353913"/>
              <a:gd name="connsiteX22" fmla="*/ 5786203 w 9031102"/>
              <a:gd name="connsiteY22" fmla="*/ 1289446 h 1353913"/>
              <a:gd name="connsiteX23" fmla="*/ 6515725 w 9031102"/>
              <a:gd name="connsiteY23" fmla="*/ 1344410 h 1353913"/>
              <a:gd name="connsiteX24" fmla="*/ 7315200 w 9031102"/>
              <a:gd name="connsiteY24" fmla="*/ 1289445 h 1353913"/>
              <a:gd name="connsiteX25" fmla="*/ 7874833 w 9031102"/>
              <a:gd name="connsiteY25" fmla="*/ 754797 h 1353913"/>
              <a:gd name="connsiteX26" fmla="*/ 8069705 w 9031102"/>
              <a:gd name="connsiteY26" fmla="*/ 559925 h 1353913"/>
              <a:gd name="connsiteX27" fmla="*/ 8339528 w 9031102"/>
              <a:gd name="connsiteY27" fmla="*/ 639872 h 1353913"/>
              <a:gd name="connsiteX28" fmla="*/ 8614348 w 9031102"/>
              <a:gd name="connsiteY28" fmla="*/ 979649 h 1353913"/>
              <a:gd name="connsiteX29" fmla="*/ 8984105 w 9031102"/>
              <a:gd name="connsiteY29" fmla="*/ 1294443 h 1353913"/>
              <a:gd name="connsiteX30" fmla="*/ 9014085 w 9031102"/>
              <a:gd name="connsiteY30" fmla="*/ 1314429 h 13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031102" h="1353913">
                <a:moveTo>
                  <a:pt x="0" y="1314429"/>
                </a:moveTo>
                <a:cubicBezTo>
                  <a:pt x="86610" y="1271540"/>
                  <a:pt x="173220" y="1228652"/>
                  <a:pt x="264826" y="1144541"/>
                </a:cubicBezTo>
                <a:cubicBezTo>
                  <a:pt x="356432" y="1060430"/>
                  <a:pt x="460531" y="902200"/>
                  <a:pt x="549639" y="809761"/>
                </a:cubicBezTo>
                <a:cubicBezTo>
                  <a:pt x="638747" y="717322"/>
                  <a:pt x="717862" y="619053"/>
                  <a:pt x="799475" y="589905"/>
                </a:cubicBezTo>
                <a:cubicBezTo>
                  <a:pt x="881088" y="560757"/>
                  <a:pt x="962702" y="580744"/>
                  <a:pt x="1039318" y="634875"/>
                </a:cubicBezTo>
                <a:cubicBezTo>
                  <a:pt x="1115935" y="689006"/>
                  <a:pt x="1193384" y="836410"/>
                  <a:pt x="1259174" y="914692"/>
                </a:cubicBezTo>
                <a:cubicBezTo>
                  <a:pt x="1324964" y="992974"/>
                  <a:pt x="1374098" y="1069590"/>
                  <a:pt x="1434059" y="1104567"/>
                </a:cubicBezTo>
                <a:cubicBezTo>
                  <a:pt x="1494020" y="1139544"/>
                  <a:pt x="1565640" y="1132049"/>
                  <a:pt x="1618938" y="1124554"/>
                </a:cubicBezTo>
                <a:cubicBezTo>
                  <a:pt x="1672236" y="1117059"/>
                  <a:pt x="1688059" y="1143708"/>
                  <a:pt x="1753849" y="1059597"/>
                </a:cubicBezTo>
                <a:cubicBezTo>
                  <a:pt x="1819639" y="975486"/>
                  <a:pt x="2013679" y="619885"/>
                  <a:pt x="2013679" y="619885"/>
                </a:cubicBezTo>
                <a:cubicBezTo>
                  <a:pt x="2095292" y="482475"/>
                  <a:pt x="2159417" y="338404"/>
                  <a:pt x="2243528" y="235138"/>
                </a:cubicBezTo>
                <a:cubicBezTo>
                  <a:pt x="2327639" y="131872"/>
                  <a:pt x="2332636" y="-7204"/>
                  <a:pt x="2518347" y="291"/>
                </a:cubicBezTo>
                <a:cubicBezTo>
                  <a:pt x="2704058" y="7786"/>
                  <a:pt x="2712387" y="217648"/>
                  <a:pt x="2788171" y="340068"/>
                </a:cubicBezTo>
                <a:cubicBezTo>
                  <a:pt x="2863955" y="462488"/>
                  <a:pt x="2900597" y="608226"/>
                  <a:pt x="2973049" y="734810"/>
                </a:cubicBezTo>
                <a:cubicBezTo>
                  <a:pt x="3045501" y="861394"/>
                  <a:pt x="3141272" y="1027950"/>
                  <a:pt x="3222885" y="1099570"/>
                </a:cubicBezTo>
                <a:cubicBezTo>
                  <a:pt x="3304498" y="1171190"/>
                  <a:pt x="3370289" y="1202003"/>
                  <a:pt x="3462728" y="1164528"/>
                </a:cubicBezTo>
                <a:cubicBezTo>
                  <a:pt x="3555167" y="1127053"/>
                  <a:pt x="3704236" y="954666"/>
                  <a:pt x="3777521" y="874718"/>
                </a:cubicBezTo>
                <a:cubicBezTo>
                  <a:pt x="3850806" y="794770"/>
                  <a:pt x="3821659" y="793938"/>
                  <a:pt x="3902439" y="684843"/>
                </a:cubicBezTo>
                <a:cubicBezTo>
                  <a:pt x="3983219" y="575748"/>
                  <a:pt x="4135619" y="315085"/>
                  <a:pt x="4262203" y="220147"/>
                </a:cubicBezTo>
                <a:cubicBezTo>
                  <a:pt x="4388787" y="125209"/>
                  <a:pt x="4507876" y="96895"/>
                  <a:pt x="4661941" y="115216"/>
                </a:cubicBezTo>
                <a:cubicBezTo>
                  <a:pt x="4816006" y="133537"/>
                  <a:pt x="4903449" y="248463"/>
                  <a:pt x="5006714" y="360056"/>
                </a:cubicBezTo>
                <a:cubicBezTo>
                  <a:pt x="5109979" y="471649"/>
                  <a:pt x="5151619" y="629879"/>
                  <a:pt x="5281534" y="784777"/>
                </a:cubicBezTo>
                <a:cubicBezTo>
                  <a:pt x="5411449" y="939675"/>
                  <a:pt x="5580505" y="1196174"/>
                  <a:pt x="5786203" y="1289446"/>
                </a:cubicBezTo>
                <a:cubicBezTo>
                  <a:pt x="5991901" y="1382718"/>
                  <a:pt x="6260892" y="1344410"/>
                  <a:pt x="6515725" y="1344410"/>
                </a:cubicBezTo>
                <a:cubicBezTo>
                  <a:pt x="6770558" y="1344410"/>
                  <a:pt x="7088682" y="1387714"/>
                  <a:pt x="7315200" y="1289445"/>
                </a:cubicBezTo>
                <a:cubicBezTo>
                  <a:pt x="7541718" y="1191176"/>
                  <a:pt x="7749082" y="876384"/>
                  <a:pt x="7874833" y="754797"/>
                </a:cubicBezTo>
                <a:cubicBezTo>
                  <a:pt x="8000584" y="633210"/>
                  <a:pt x="7992256" y="579079"/>
                  <a:pt x="8069705" y="559925"/>
                </a:cubicBezTo>
                <a:cubicBezTo>
                  <a:pt x="8147154" y="540771"/>
                  <a:pt x="8248754" y="569918"/>
                  <a:pt x="8339528" y="639872"/>
                </a:cubicBezTo>
                <a:cubicBezTo>
                  <a:pt x="8430302" y="709826"/>
                  <a:pt x="8506919" y="870554"/>
                  <a:pt x="8614348" y="979649"/>
                </a:cubicBezTo>
                <a:cubicBezTo>
                  <a:pt x="8721778" y="1088744"/>
                  <a:pt x="8917482" y="1238646"/>
                  <a:pt x="8984105" y="1294443"/>
                </a:cubicBezTo>
                <a:cubicBezTo>
                  <a:pt x="9050728" y="1350240"/>
                  <a:pt x="9032406" y="1332334"/>
                  <a:pt x="9014085" y="1314429"/>
                </a:cubicBezTo>
              </a:path>
            </a:pathLst>
          </a:custGeom>
          <a:noFill/>
          <a:ln>
            <a:solidFill>
              <a:srgbClr val="64A5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70EF24-7899-3CEF-530D-B4FEB08B3645}"/>
              </a:ext>
            </a:extLst>
          </p:cNvPr>
          <p:cNvCxnSpPr>
            <a:cxnSpLocks/>
          </p:cNvCxnSpPr>
          <p:nvPr/>
        </p:nvCxnSpPr>
        <p:spPr>
          <a:xfrm>
            <a:off x="1524000" y="1668280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5ED545-77CD-D5B4-0B42-58448D31937A}"/>
              </a:ext>
            </a:extLst>
          </p:cNvPr>
          <p:cNvCxnSpPr>
            <a:cxnSpLocks/>
          </p:cNvCxnSpPr>
          <p:nvPr/>
        </p:nvCxnSpPr>
        <p:spPr>
          <a:xfrm>
            <a:off x="3048000" y="1675773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156932-5A61-B256-7D88-8B1DD03DFAE9}"/>
              </a:ext>
            </a:extLst>
          </p:cNvPr>
          <p:cNvCxnSpPr>
            <a:cxnSpLocks/>
          </p:cNvCxnSpPr>
          <p:nvPr/>
        </p:nvCxnSpPr>
        <p:spPr>
          <a:xfrm>
            <a:off x="4572000" y="1675775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D34343A-D6D4-A20D-52E4-576931462261}"/>
              </a:ext>
            </a:extLst>
          </p:cNvPr>
          <p:cNvCxnSpPr>
            <a:cxnSpLocks/>
          </p:cNvCxnSpPr>
          <p:nvPr/>
        </p:nvCxnSpPr>
        <p:spPr>
          <a:xfrm>
            <a:off x="6096000" y="1665780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CBD8C3-2549-DBA9-174C-69455BEBDDAE}"/>
              </a:ext>
            </a:extLst>
          </p:cNvPr>
          <p:cNvCxnSpPr>
            <a:cxnSpLocks/>
          </p:cNvCxnSpPr>
          <p:nvPr/>
        </p:nvCxnSpPr>
        <p:spPr>
          <a:xfrm>
            <a:off x="7620000" y="1655788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BAEFDB5-A2DA-EC17-09F4-7D6F61DFAC76}"/>
              </a:ext>
            </a:extLst>
          </p:cNvPr>
          <p:cNvCxnSpPr>
            <a:cxnSpLocks/>
          </p:cNvCxnSpPr>
          <p:nvPr/>
        </p:nvCxnSpPr>
        <p:spPr>
          <a:xfrm>
            <a:off x="9144000" y="1665782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FD08684-574D-1A04-32DA-EC29DBFEEB0C}"/>
              </a:ext>
            </a:extLst>
          </p:cNvPr>
          <p:cNvCxnSpPr>
            <a:cxnSpLocks/>
          </p:cNvCxnSpPr>
          <p:nvPr/>
        </p:nvCxnSpPr>
        <p:spPr>
          <a:xfrm>
            <a:off x="10668000" y="1640798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F62488FF-4F76-80BF-D10D-F45A74FD0375}"/>
              </a:ext>
            </a:extLst>
          </p:cNvPr>
          <p:cNvSpPr/>
          <p:nvPr/>
        </p:nvSpPr>
        <p:spPr>
          <a:xfrm>
            <a:off x="1461221" y="3180895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8B26EA4-756F-BEEF-58F2-0C600A03D00D}"/>
              </a:ext>
            </a:extLst>
          </p:cNvPr>
          <p:cNvSpPr/>
          <p:nvPr/>
        </p:nvSpPr>
        <p:spPr>
          <a:xfrm>
            <a:off x="2993357" y="305775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6A1F75-7BEC-46F7-A21A-9391F24788D8}"/>
              </a:ext>
            </a:extLst>
          </p:cNvPr>
          <p:cNvSpPr/>
          <p:nvPr/>
        </p:nvSpPr>
        <p:spPr>
          <a:xfrm>
            <a:off x="4506950" y="3224834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DE220A6-DC33-072C-BDC8-06A6B4B58BBB}"/>
              </a:ext>
            </a:extLst>
          </p:cNvPr>
          <p:cNvSpPr/>
          <p:nvPr/>
        </p:nvSpPr>
        <p:spPr>
          <a:xfrm>
            <a:off x="6037533" y="2275412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1141D4-19EB-8DE2-5138-992C85F2342E}"/>
              </a:ext>
            </a:extLst>
          </p:cNvPr>
          <p:cNvSpPr/>
          <p:nvPr/>
        </p:nvSpPr>
        <p:spPr>
          <a:xfrm>
            <a:off x="7561995" y="3374292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5C0BA57-862F-3A25-5036-76289DB1BA70}"/>
              </a:ext>
            </a:extLst>
          </p:cNvPr>
          <p:cNvSpPr/>
          <p:nvPr/>
        </p:nvSpPr>
        <p:spPr>
          <a:xfrm>
            <a:off x="9117304" y="276672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9575E68-3CC6-1C21-A144-F3F6793FD389}"/>
              </a:ext>
            </a:extLst>
          </p:cNvPr>
          <p:cNvSpPr/>
          <p:nvPr/>
        </p:nvSpPr>
        <p:spPr>
          <a:xfrm>
            <a:off x="10604081" y="3371820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53FDF0B-7016-E8CD-B422-2497C17AAACF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 flipV="1">
            <a:off x="1569221" y="3111756"/>
            <a:ext cx="1424136" cy="12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D597902-4402-06A9-9AF0-E31C239F114F}"/>
              </a:ext>
            </a:extLst>
          </p:cNvPr>
          <p:cNvCxnSpPr>
            <a:cxnSpLocks/>
            <a:stCxn id="52" idx="6"/>
            <a:endCxn id="53" idx="1"/>
          </p:cNvCxnSpPr>
          <p:nvPr/>
        </p:nvCxnSpPr>
        <p:spPr>
          <a:xfrm>
            <a:off x="3101357" y="3111756"/>
            <a:ext cx="1421409" cy="1288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62B411B-AC08-3EBD-1FCE-C64A47E8B8F2}"/>
              </a:ext>
            </a:extLst>
          </p:cNvPr>
          <p:cNvCxnSpPr>
            <a:cxnSpLocks/>
            <a:stCxn id="53" idx="6"/>
            <a:endCxn id="54" idx="2"/>
          </p:cNvCxnSpPr>
          <p:nvPr/>
        </p:nvCxnSpPr>
        <p:spPr>
          <a:xfrm flipV="1">
            <a:off x="4614950" y="2329412"/>
            <a:ext cx="1422583" cy="949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3" name="Straight Connector 5122">
            <a:extLst>
              <a:ext uri="{FF2B5EF4-FFF2-40B4-BE49-F238E27FC236}">
                <a16:creationId xmlns:a16="http://schemas.microsoft.com/office/drawing/2014/main" id="{D744869B-621C-D558-A10C-35BAA7E37117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6145533" y="2329412"/>
            <a:ext cx="1416462" cy="10988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8" name="Straight Connector 5127">
            <a:extLst>
              <a:ext uri="{FF2B5EF4-FFF2-40B4-BE49-F238E27FC236}">
                <a16:creationId xmlns:a16="http://schemas.microsoft.com/office/drawing/2014/main" id="{6274B863-77AB-938B-86E3-BBCE1143BCA3}"/>
              </a:ext>
            </a:extLst>
          </p:cNvPr>
          <p:cNvCxnSpPr>
            <a:cxnSpLocks/>
            <a:stCxn id="55" idx="5"/>
            <a:endCxn id="56" idx="2"/>
          </p:cNvCxnSpPr>
          <p:nvPr/>
        </p:nvCxnSpPr>
        <p:spPr>
          <a:xfrm flipV="1">
            <a:off x="7654179" y="2820726"/>
            <a:ext cx="1463125" cy="645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1AC78AB5-2FA9-0ECC-247C-C632894C517B}"/>
              </a:ext>
            </a:extLst>
          </p:cNvPr>
          <p:cNvCxnSpPr>
            <a:cxnSpLocks/>
            <a:stCxn id="56" idx="6"/>
            <a:endCxn id="57" idx="2"/>
          </p:cNvCxnSpPr>
          <p:nvPr/>
        </p:nvCxnSpPr>
        <p:spPr>
          <a:xfrm>
            <a:off x="9225304" y="2820726"/>
            <a:ext cx="1378777" cy="6050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4" name="Content Placeholder 2">
            <a:extLst>
              <a:ext uri="{FF2B5EF4-FFF2-40B4-BE49-F238E27FC236}">
                <a16:creationId xmlns:a16="http://schemas.microsoft.com/office/drawing/2014/main" id="{DEE7A191-3583-371B-4391-BFD89375C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1761"/>
            <a:ext cx="10515600" cy="2035201"/>
          </a:xfrm>
        </p:spPr>
        <p:txBody>
          <a:bodyPr/>
          <a:lstStyle/>
          <a:p>
            <a:r>
              <a:rPr lang="en-GB" dirty="0"/>
              <a:t>Different Kernels can be used (normal, uniform, gaussian etc.)</a:t>
            </a:r>
          </a:p>
          <a:p>
            <a:r>
              <a:rPr lang="en-GB" dirty="0"/>
              <a:t>Kernel bandwidth with smooth</a:t>
            </a:r>
          </a:p>
          <a:p>
            <a:r>
              <a:rPr lang="en-GB" dirty="0"/>
              <a:t>Sampling rate will affect fitting</a:t>
            </a:r>
          </a:p>
        </p:txBody>
      </p:sp>
    </p:spTree>
    <p:extLst>
      <p:ext uri="{BB962C8B-B14F-4D97-AF65-F5344CB8AC3E}">
        <p14:creationId xmlns:p14="http://schemas.microsoft.com/office/powerpoint/2010/main" val="259647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614F-F2FC-A4AC-045C-298AB8E2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048BB-4374-F3B2-B0FE-2C1E30E88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4250" cy="43513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Bézier</a:t>
            </a:r>
            <a:r>
              <a:rPr lang="en-GB" dirty="0"/>
              <a:t> Curves are defined by start and end point, plus 1 or more control points, which act like gravity pulling the curve towards them</a:t>
            </a:r>
          </a:p>
          <a:p>
            <a:r>
              <a:rPr lang="en-GB" dirty="0"/>
              <a:t>In SVG paths the cubic curve is specified by </a:t>
            </a:r>
          </a:p>
          <a:p>
            <a:pPr lvl="1"/>
            <a:r>
              <a:rPr lang="en-GB" dirty="0">
                <a:solidFill>
                  <a:srgbClr val="074D49"/>
                </a:solidFill>
                <a:latin typeface="Consolas" panose="020B0609020204030204" pitchFamily="49" charset="0"/>
              </a:rPr>
              <a:t>C x1 y1, x2 y2, x y </a:t>
            </a:r>
          </a:p>
          <a:p>
            <a:pPr lvl="1"/>
            <a:r>
              <a:rPr lang="en-GB" dirty="0">
                <a:solidFill>
                  <a:srgbClr val="074D49"/>
                </a:solidFill>
                <a:latin typeface="Consolas" panose="020B0609020204030204" pitchFamily="49" charset="0"/>
              </a:rPr>
              <a:t>S x2 y2, x y </a:t>
            </a:r>
          </a:p>
          <a:p>
            <a:pPr lvl="2"/>
            <a:r>
              <a:rPr lang="en-GB" dirty="0"/>
              <a:t>assumes the first control point is a reflection of the one used previously in the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F063D-AC4A-73B0-503E-C5DC17637254}"/>
              </a:ext>
            </a:extLst>
          </p:cNvPr>
          <p:cNvSpPr txBox="1"/>
          <p:nvPr/>
        </p:nvSpPr>
        <p:spPr>
          <a:xfrm>
            <a:off x="8674100" y="6215063"/>
            <a:ext cx="1365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74D49"/>
                </a:solidFill>
                <a:hlinkClick r:id="rId2"/>
              </a:rPr>
              <a:t>Link</a:t>
            </a:r>
            <a:endParaRPr lang="en-GB" dirty="0">
              <a:solidFill>
                <a:srgbClr val="074D49"/>
              </a:solidFill>
            </a:endParaRPr>
          </a:p>
        </p:txBody>
      </p:sp>
      <p:pic>
        <p:nvPicPr>
          <p:cNvPr id="7170" name="Picture 2" descr="Bézier Curves">
            <a:extLst>
              <a:ext uri="{FF2B5EF4-FFF2-40B4-BE49-F238E27FC236}">
                <a16:creationId xmlns:a16="http://schemas.microsoft.com/office/drawing/2014/main" id="{4536D758-3729-9500-ECF8-B15F661B2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865" y="2381250"/>
            <a:ext cx="6138334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4AE4CD-2941-DE0F-83F1-B524CC02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4400" b="1" dirty="0" err="1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Bézier</a:t>
            </a:r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Curves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418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0E59-F9D0-C8A4-23F6-1B72C4C6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0689-7E35-27E0-7792-A52078E6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Control Points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B8DC10-FAB3-4AE6-7E0F-5069E9319C22}"/>
              </a:ext>
            </a:extLst>
          </p:cNvPr>
          <p:cNvCxnSpPr>
            <a:cxnSpLocks/>
          </p:cNvCxnSpPr>
          <p:nvPr/>
        </p:nvCxnSpPr>
        <p:spPr>
          <a:xfrm>
            <a:off x="1384421" y="3464158"/>
            <a:ext cx="968238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1EE681-BA9A-2432-59D0-B484AF4990FD}"/>
              </a:ext>
            </a:extLst>
          </p:cNvPr>
          <p:cNvSpPr txBox="1">
            <a:spLocks/>
          </p:cNvSpPr>
          <p:nvPr/>
        </p:nvSpPr>
        <p:spPr>
          <a:xfrm>
            <a:off x="5358569" y="3547104"/>
            <a:ext cx="1474862" cy="3693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dirty="0">
                <a:solidFill>
                  <a:srgbClr val="074D49"/>
                </a:solidFill>
                <a:latin typeface="Consolas" panose="020B0609020204030204" pitchFamily="49" charset="0"/>
              </a:rPr>
              <a:t>Value</a:t>
            </a:r>
            <a:endParaRPr lang="en-GB" sz="2000" dirty="0">
              <a:solidFill>
                <a:srgbClr val="074D49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B3CA4B-5A76-C915-9FEA-B28FDE8C8855}"/>
              </a:ext>
            </a:extLst>
          </p:cNvPr>
          <p:cNvSpPr/>
          <p:nvPr/>
        </p:nvSpPr>
        <p:spPr>
          <a:xfrm>
            <a:off x="2061660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7F73E2-5086-5DEA-891D-4DF20EDFF109}"/>
              </a:ext>
            </a:extLst>
          </p:cNvPr>
          <p:cNvSpPr/>
          <p:nvPr/>
        </p:nvSpPr>
        <p:spPr>
          <a:xfrm>
            <a:off x="3465344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D3C0F6-1F8F-D020-5836-9656323EDDCD}"/>
              </a:ext>
            </a:extLst>
          </p:cNvPr>
          <p:cNvSpPr/>
          <p:nvPr/>
        </p:nvSpPr>
        <p:spPr>
          <a:xfrm>
            <a:off x="3846344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28036C-D53D-84D2-4FE3-498C852652F3}"/>
              </a:ext>
            </a:extLst>
          </p:cNvPr>
          <p:cNvSpPr/>
          <p:nvPr/>
        </p:nvSpPr>
        <p:spPr>
          <a:xfrm>
            <a:off x="5304569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FA1273-C21B-F67F-A53B-9C646BECB82C}"/>
              </a:ext>
            </a:extLst>
          </p:cNvPr>
          <p:cNvSpPr/>
          <p:nvPr/>
        </p:nvSpPr>
        <p:spPr>
          <a:xfrm>
            <a:off x="6171612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40F703-ECFA-743E-7F6C-20277947B8E1}"/>
              </a:ext>
            </a:extLst>
          </p:cNvPr>
          <p:cNvSpPr/>
          <p:nvPr/>
        </p:nvSpPr>
        <p:spPr>
          <a:xfrm>
            <a:off x="9336543" y="3354841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74D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utoShape 8" descr="Normal distribution">
            <a:extLst>
              <a:ext uri="{FF2B5EF4-FFF2-40B4-BE49-F238E27FC236}">
                <a16:creationId xmlns:a16="http://schemas.microsoft.com/office/drawing/2014/main" id="{6D2DFBCD-7A62-3B0E-806C-A0361DD959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9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A0568F-9962-34BE-C995-ACD399C77B85}"/>
              </a:ext>
            </a:extLst>
          </p:cNvPr>
          <p:cNvCxnSpPr>
            <a:cxnSpLocks/>
          </p:cNvCxnSpPr>
          <p:nvPr/>
        </p:nvCxnSpPr>
        <p:spPr>
          <a:xfrm>
            <a:off x="1524000" y="1668280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34EB37-A458-1B36-F98C-9321715B5E3B}"/>
              </a:ext>
            </a:extLst>
          </p:cNvPr>
          <p:cNvCxnSpPr>
            <a:cxnSpLocks/>
          </p:cNvCxnSpPr>
          <p:nvPr/>
        </p:nvCxnSpPr>
        <p:spPr>
          <a:xfrm>
            <a:off x="3048000" y="1675773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03EDF01-23C8-7699-FD59-F02A67706D52}"/>
              </a:ext>
            </a:extLst>
          </p:cNvPr>
          <p:cNvCxnSpPr>
            <a:cxnSpLocks/>
          </p:cNvCxnSpPr>
          <p:nvPr/>
        </p:nvCxnSpPr>
        <p:spPr>
          <a:xfrm>
            <a:off x="4572000" y="1675775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78125FD-D016-D42B-1DB3-C04AD66A047D}"/>
              </a:ext>
            </a:extLst>
          </p:cNvPr>
          <p:cNvCxnSpPr>
            <a:cxnSpLocks/>
          </p:cNvCxnSpPr>
          <p:nvPr/>
        </p:nvCxnSpPr>
        <p:spPr>
          <a:xfrm>
            <a:off x="6096000" y="1665780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D6CDF9-F617-B432-7781-4917CA0DA89A}"/>
              </a:ext>
            </a:extLst>
          </p:cNvPr>
          <p:cNvCxnSpPr>
            <a:cxnSpLocks/>
          </p:cNvCxnSpPr>
          <p:nvPr/>
        </p:nvCxnSpPr>
        <p:spPr>
          <a:xfrm>
            <a:off x="7620000" y="1655788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F4E7E4D-3536-C83E-EE2D-0363E2B6D331}"/>
              </a:ext>
            </a:extLst>
          </p:cNvPr>
          <p:cNvCxnSpPr>
            <a:cxnSpLocks/>
          </p:cNvCxnSpPr>
          <p:nvPr/>
        </p:nvCxnSpPr>
        <p:spPr>
          <a:xfrm>
            <a:off x="9144000" y="1665782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AD561DC-0EDC-5C25-3C1A-7CC82AF96226}"/>
              </a:ext>
            </a:extLst>
          </p:cNvPr>
          <p:cNvCxnSpPr>
            <a:cxnSpLocks/>
          </p:cNvCxnSpPr>
          <p:nvPr/>
        </p:nvCxnSpPr>
        <p:spPr>
          <a:xfrm>
            <a:off x="10668000" y="1640798"/>
            <a:ext cx="0" cy="180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477C0BC-2546-F3A6-5E3B-964C48DA65E4}"/>
              </a:ext>
            </a:extLst>
          </p:cNvPr>
          <p:cNvSpPr/>
          <p:nvPr/>
        </p:nvSpPr>
        <p:spPr>
          <a:xfrm>
            <a:off x="1461221" y="3180895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C9C401F-EF1F-6AEE-CD82-A8C71ECB9D2D}"/>
              </a:ext>
            </a:extLst>
          </p:cNvPr>
          <p:cNvSpPr/>
          <p:nvPr/>
        </p:nvSpPr>
        <p:spPr>
          <a:xfrm>
            <a:off x="2993357" y="305775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50EDDA4-439D-123F-4B0D-5D6B190AC78F}"/>
              </a:ext>
            </a:extLst>
          </p:cNvPr>
          <p:cNvSpPr/>
          <p:nvPr/>
        </p:nvSpPr>
        <p:spPr>
          <a:xfrm>
            <a:off x="4506950" y="3224834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D69C03C-E89F-4627-5FBD-DE8291CDD454}"/>
              </a:ext>
            </a:extLst>
          </p:cNvPr>
          <p:cNvSpPr/>
          <p:nvPr/>
        </p:nvSpPr>
        <p:spPr>
          <a:xfrm>
            <a:off x="6037533" y="2275412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F3D0356-53AC-2ACD-32CC-E58A41F3A98D}"/>
              </a:ext>
            </a:extLst>
          </p:cNvPr>
          <p:cNvSpPr/>
          <p:nvPr/>
        </p:nvSpPr>
        <p:spPr>
          <a:xfrm>
            <a:off x="7561995" y="3374292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4F521E5-7B5F-DF98-B3B4-53A77535B61B}"/>
              </a:ext>
            </a:extLst>
          </p:cNvPr>
          <p:cNvSpPr/>
          <p:nvPr/>
        </p:nvSpPr>
        <p:spPr>
          <a:xfrm>
            <a:off x="9117304" y="276672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C5E1ADB-5F5B-B3C2-29E0-7278DE432541}"/>
              </a:ext>
            </a:extLst>
          </p:cNvPr>
          <p:cNvSpPr/>
          <p:nvPr/>
        </p:nvSpPr>
        <p:spPr>
          <a:xfrm>
            <a:off x="10604081" y="3371820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34" name="Content Placeholder 2">
            <a:extLst>
              <a:ext uri="{FF2B5EF4-FFF2-40B4-BE49-F238E27FC236}">
                <a16:creationId xmlns:a16="http://schemas.microsoft.com/office/drawing/2014/main" id="{9A97C5C1-67D8-59CE-6E44-171C8BB38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1761"/>
            <a:ext cx="10515600" cy="2035201"/>
          </a:xfrm>
        </p:spPr>
        <p:txBody>
          <a:bodyPr/>
          <a:lstStyle/>
          <a:p>
            <a:r>
              <a:rPr lang="en-GB" dirty="0"/>
              <a:t>Assume control points are mid point between KDE points</a:t>
            </a:r>
          </a:p>
        </p:txBody>
      </p:sp>
      <p:sp>
        <p:nvSpPr>
          <p:cNvPr id="5143" name="Free-form: Shape 5142">
            <a:extLst>
              <a:ext uri="{FF2B5EF4-FFF2-40B4-BE49-F238E27FC236}">
                <a16:creationId xmlns:a16="http://schemas.microsoft.com/office/drawing/2014/main" id="{6BA7771B-3F95-1105-77AA-6CDC6F5088CD}"/>
              </a:ext>
            </a:extLst>
          </p:cNvPr>
          <p:cNvSpPr/>
          <p:nvPr/>
        </p:nvSpPr>
        <p:spPr>
          <a:xfrm>
            <a:off x="1504950" y="2309972"/>
            <a:ext cx="9175750" cy="1132192"/>
          </a:xfrm>
          <a:custGeom>
            <a:avLst/>
            <a:gdLst>
              <a:gd name="connsiteX0" fmla="*/ 0 w 9175750"/>
              <a:gd name="connsiteY0" fmla="*/ 927794 h 1145239"/>
              <a:gd name="connsiteX1" fmla="*/ 1555750 w 9175750"/>
              <a:gd name="connsiteY1" fmla="*/ 794444 h 1145239"/>
              <a:gd name="connsiteX2" fmla="*/ 3060700 w 9175750"/>
              <a:gd name="connsiteY2" fmla="*/ 965894 h 1145239"/>
              <a:gd name="connsiteX3" fmla="*/ 4597400 w 9175750"/>
              <a:gd name="connsiteY3" fmla="*/ 694 h 1145239"/>
              <a:gd name="connsiteX4" fmla="*/ 6115050 w 9175750"/>
              <a:gd name="connsiteY4" fmla="*/ 1137344 h 1145239"/>
              <a:gd name="connsiteX5" fmla="*/ 7645400 w 9175750"/>
              <a:gd name="connsiteY5" fmla="*/ 534094 h 1145239"/>
              <a:gd name="connsiteX6" fmla="*/ 9175750 w 9175750"/>
              <a:gd name="connsiteY6" fmla="*/ 1130994 h 1145239"/>
              <a:gd name="connsiteX7" fmla="*/ 9175750 w 9175750"/>
              <a:gd name="connsiteY7" fmla="*/ 1130994 h 1145239"/>
              <a:gd name="connsiteX0" fmla="*/ 0 w 9175750"/>
              <a:gd name="connsiteY0" fmla="*/ 927794 h 1145175"/>
              <a:gd name="connsiteX1" fmla="*/ 1555750 w 9175750"/>
              <a:gd name="connsiteY1" fmla="*/ 794444 h 1145175"/>
              <a:gd name="connsiteX2" fmla="*/ 3060700 w 9175750"/>
              <a:gd name="connsiteY2" fmla="*/ 965894 h 1145175"/>
              <a:gd name="connsiteX3" fmla="*/ 4597400 w 9175750"/>
              <a:gd name="connsiteY3" fmla="*/ 694 h 1145175"/>
              <a:gd name="connsiteX4" fmla="*/ 6115050 w 9175750"/>
              <a:gd name="connsiteY4" fmla="*/ 1137344 h 1145175"/>
              <a:gd name="connsiteX5" fmla="*/ 7645400 w 9175750"/>
              <a:gd name="connsiteY5" fmla="*/ 534094 h 1145175"/>
              <a:gd name="connsiteX6" fmla="*/ 9175750 w 9175750"/>
              <a:gd name="connsiteY6" fmla="*/ 1130994 h 1145175"/>
              <a:gd name="connsiteX7" fmla="*/ 9175750 w 9175750"/>
              <a:gd name="connsiteY7" fmla="*/ 1130994 h 1145175"/>
              <a:gd name="connsiteX0" fmla="*/ 0 w 9175750"/>
              <a:gd name="connsiteY0" fmla="*/ 927794 h 1137769"/>
              <a:gd name="connsiteX1" fmla="*/ 1555750 w 9175750"/>
              <a:gd name="connsiteY1" fmla="*/ 794444 h 1137769"/>
              <a:gd name="connsiteX2" fmla="*/ 3060700 w 9175750"/>
              <a:gd name="connsiteY2" fmla="*/ 965894 h 1137769"/>
              <a:gd name="connsiteX3" fmla="*/ 4597400 w 9175750"/>
              <a:gd name="connsiteY3" fmla="*/ 694 h 1137769"/>
              <a:gd name="connsiteX4" fmla="*/ 6115050 w 9175750"/>
              <a:gd name="connsiteY4" fmla="*/ 1137344 h 1137769"/>
              <a:gd name="connsiteX5" fmla="*/ 7645400 w 9175750"/>
              <a:gd name="connsiteY5" fmla="*/ 534094 h 1137769"/>
              <a:gd name="connsiteX6" fmla="*/ 9175750 w 9175750"/>
              <a:gd name="connsiteY6" fmla="*/ 1130994 h 1137769"/>
              <a:gd name="connsiteX7" fmla="*/ 9175750 w 9175750"/>
              <a:gd name="connsiteY7" fmla="*/ 1130994 h 1137769"/>
              <a:gd name="connsiteX0" fmla="*/ 0 w 9175750"/>
              <a:gd name="connsiteY0" fmla="*/ 927107 h 1137082"/>
              <a:gd name="connsiteX1" fmla="*/ 1555750 w 9175750"/>
              <a:gd name="connsiteY1" fmla="*/ 793757 h 1137082"/>
              <a:gd name="connsiteX2" fmla="*/ 3060700 w 9175750"/>
              <a:gd name="connsiteY2" fmla="*/ 965207 h 1137082"/>
              <a:gd name="connsiteX3" fmla="*/ 4597400 w 9175750"/>
              <a:gd name="connsiteY3" fmla="*/ 7 h 1137082"/>
              <a:gd name="connsiteX4" fmla="*/ 6115050 w 9175750"/>
              <a:gd name="connsiteY4" fmla="*/ 1136657 h 1137082"/>
              <a:gd name="connsiteX5" fmla="*/ 7645400 w 9175750"/>
              <a:gd name="connsiteY5" fmla="*/ 533407 h 1137082"/>
              <a:gd name="connsiteX6" fmla="*/ 9175750 w 9175750"/>
              <a:gd name="connsiteY6" fmla="*/ 1130307 h 1137082"/>
              <a:gd name="connsiteX7" fmla="*/ 9175750 w 9175750"/>
              <a:gd name="connsiteY7" fmla="*/ 1130307 h 1137082"/>
              <a:gd name="connsiteX0" fmla="*/ 0 w 9175750"/>
              <a:gd name="connsiteY0" fmla="*/ 927107 h 1137082"/>
              <a:gd name="connsiteX1" fmla="*/ 1555750 w 9175750"/>
              <a:gd name="connsiteY1" fmla="*/ 793757 h 1137082"/>
              <a:gd name="connsiteX2" fmla="*/ 3060700 w 9175750"/>
              <a:gd name="connsiteY2" fmla="*/ 965207 h 1137082"/>
              <a:gd name="connsiteX3" fmla="*/ 4597400 w 9175750"/>
              <a:gd name="connsiteY3" fmla="*/ 7 h 1137082"/>
              <a:gd name="connsiteX4" fmla="*/ 6115050 w 9175750"/>
              <a:gd name="connsiteY4" fmla="*/ 1136657 h 1137082"/>
              <a:gd name="connsiteX5" fmla="*/ 7645400 w 9175750"/>
              <a:gd name="connsiteY5" fmla="*/ 533407 h 1137082"/>
              <a:gd name="connsiteX6" fmla="*/ 9175750 w 9175750"/>
              <a:gd name="connsiteY6" fmla="*/ 1130307 h 1137082"/>
              <a:gd name="connsiteX7" fmla="*/ 9175750 w 9175750"/>
              <a:gd name="connsiteY7" fmla="*/ 1130307 h 1137082"/>
              <a:gd name="connsiteX0" fmla="*/ 0 w 9175750"/>
              <a:gd name="connsiteY0" fmla="*/ 927107 h 1137082"/>
              <a:gd name="connsiteX1" fmla="*/ 1555750 w 9175750"/>
              <a:gd name="connsiteY1" fmla="*/ 793757 h 1137082"/>
              <a:gd name="connsiteX2" fmla="*/ 3060700 w 9175750"/>
              <a:gd name="connsiteY2" fmla="*/ 965207 h 1137082"/>
              <a:gd name="connsiteX3" fmla="*/ 4597400 w 9175750"/>
              <a:gd name="connsiteY3" fmla="*/ 7 h 1137082"/>
              <a:gd name="connsiteX4" fmla="*/ 6115050 w 9175750"/>
              <a:gd name="connsiteY4" fmla="*/ 1136657 h 1137082"/>
              <a:gd name="connsiteX5" fmla="*/ 7645400 w 9175750"/>
              <a:gd name="connsiteY5" fmla="*/ 533407 h 1137082"/>
              <a:gd name="connsiteX6" fmla="*/ 9175750 w 9175750"/>
              <a:gd name="connsiteY6" fmla="*/ 1130307 h 1137082"/>
              <a:gd name="connsiteX7" fmla="*/ 9175750 w 9175750"/>
              <a:gd name="connsiteY7" fmla="*/ 1130307 h 1137082"/>
              <a:gd name="connsiteX0" fmla="*/ 0 w 9175750"/>
              <a:gd name="connsiteY0" fmla="*/ 927107 h 1143592"/>
              <a:gd name="connsiteX1" fmla="*/ 1555750 w 9175750"/>
              <a:gd name="connsiteY1" fmla="*/ 793757 h 1143592"/>
              <a:gd name="connsiteX2" fmla="*/ 3060700 w 9175750"/>
              <a:gd name="connsiteY2" fmla="*/ 965207 h 1143592"/>
              <a:gd name="connsiteX3" fmla="*/ 4597400 w 9175750"/>
              <a:gd name="connsiteY3" fmla="*/ 7 h 1143592"/>
              <a:gd name="connsiteX4" fmla="*/ 6115050 w 9175750"/>
              <a:gd name="connsiteY4" fmla="*/ 1136657 h 1143592"/>
              <a:gd name="connsiteX5" fmla="*/ 7651750 w 9175750"/>
              <a:gd name="connsiteY5" fmla="*/ 508007 h 1143592"/>
              <a:gd name="connsiteX6" fmla="*/ 9175750 w 9175750"/>
              <a:gd name="connsiteY6" fmla="*/ 1130307 h 1143592"/>
              <a:gd name="connsiteX7" fmla="*/ 9175750 w 9175750"/>
              <a:gd name="connsiteY7" fmla="*/ 1130307 h 1143592"/>
              <a:gd name="connsiteX0" fmla="*/ 0 w 9175750"/>
              <a:gd name="connsiteY0" fmla="*/ 882658 h 1098076"/>
              <a:gd name="connsiteX1" fmla="*/ 1555750 w 9175750"/>
              <a:gd name="connsiteY1" fmla="*/ 749308 h 1098076"/>
              <a:gd name="connsiteX2" fmla="*/ 3060700 w 9175750"/>
              <a:gd name="connsiteY2" fmla="*/ 920758 h 1098076"/>
              <a:gd name="connsiteX3" fmla="*/ 4578350 w 9175750"/>
              <a:gd name="connsiteY3" fmla="*/ 8 h 1098076"/>
              <a:gd name="connsiteX4" fmla="*/ 6115050 w 9175750"/>
              <a:gd name="connsiteY4" fmla="*/ 1092208 h 1098076"/>
              <a:gd name="connsiteX5" fmla="*/ 7651750 w 9175750"/>
              <a:gd name="connsiteY5" fmla="*/ 463558 h 1098076"/>
              <a:gd name="connsiteX6" fmla="*/ 9175750 w 9175750"/>
              <a:gd name="connsiteY6" fmla="*/ 1085858 h 1098076"/>
              <a:gd name="connsiteX7" fmla="*/ 9175750 w 9175750"/>
              <a:gd name="connsiteY7" fmla="*/ 1085858 h 1098076"/>
              <a:gd name="connsiteX0" fmla="*/ 0 w 9175750"/>
              <a:gd name="connsiteY0" fmla="*/ 920757 h 1137085"/>
              <a:gd name="connsiteX1" fmla="*/ 1555750 w 9175750"/>
              <a:gd name="connsiteY1" fmla="*/ 787407 h 1137085"/>
              <a:gd name="connsiteX2" fmla="*/ 3060700 w 9175750"/>
              <a:gd name="connsiteY2" fmla="*/ 958857 h 1137085"/>
              <a:gd name="connsiteX3" fmla="*/ 4597400 w 9175750"/>
              <a:gd name="connsiteY3" fmla="*/ 7 h 1137085"/>
              <a:gd name="connsiteX4" fmla="*/ 6115050 w 9175750"/>
              <a:gd name="connsiteY4" fmla="*/ 1130307 h 1137085"/>
              <a:gd name="connsiteX5" fmla="*/ 7651750 w 9175750"/>
              <a:gd name="connsiteY5" fmla="*/ 501657 h 1137085"/>
              <a:gd name="connsiteX6" fmla="*/ 9175750 w 9175750"/>
              <a:gd name="connsiteY6" fmla="*/ 1123957 h 1137085"/>
              <a:gd name="connsiteX7" fmla="*/ 9175750 w 9175750"/>
              <a:gd name="connsiteY7" fmla="*/ 1123957 h 1137085"/>
              <a:gd name="connsiteX0" fmla="*/ 0 w 9175750"/>
              <a:gd name="connsiteY0" fmla="*/ 920757 h 1137085"/>
              <a:gd name="connsiteX1" fmla="*/ 1555750 w 9175750"/>
              <a:gd name="connsiteY1" fmla="*/ 787407 h 1137085"/>
              <a:gd name="connsiteX2" fmla="*/ 3060700 w 9175750"/>
              <a:gd name="connsiteY2" fmla="*/ 958857 h 1137085"/>
              <a:gd name="connsiteX3" fmla="*/ 4597400 w 9175750"/>
              <a:gd name="connsiteY3" fmla="*/ 7 h 1137085"/>
              <a:gd name="connsiteX4" fmla="*/ 6115050 w 9175750"/>
              <a:gd name="connsiteY4" fmla="*/ 1130307 h 1137085"/>
              <a:gd name="connsiteX5" fmla="*/ 7651750 w 9175750"/>
              <a:gd name="connsiteY5" fmla="*/ 501657 h 1137085"/>
              <a:gd name="connsiteX6" fmla="*/ 9175750 w 9175750"/>
              <a:gd name="connsiteY6" fmla="*/ 1123957 h 1137085"/>
              <a:gd name="connsiteX7" fmla="*/ 9175750 w 9175750"/>
              <a:gd name="connsiteY7" fmla="*/ 1123957 h 1137085"/>
              <a:gd name="connsiteX0" fmla="*/ 0 w 9175750"/>
              <a:gd name="connsiteY0" fmla="*/ 920757 h 1137085"/>
              <a:gd name="connsiteX1" fmla="*/ 1555750 w 9175750"/>
              <a:gd name="connsiteY1" fmla="*/ 787407 h 1137085"/>
              <a:gd name="connsiteX2" fmla="*/ 3060700 w 9175750"/>
              <a:gd name="connsiteY2" fmla="*/ 958857 h 1137085"/>
              <a:gd name="connsiteX3" fmla="*/ 4597400 w 9175750"/>
              <a:gd name="connsiteY3" fmla="*/ 7 h 1137085"/>
              <a:gd name="connsiteX4" fmla="*/ 6115050 w 9175750"/>
              <a:gd name="connsiteY4" fmla="*/ 1130307 h 1137085"/>
              <a:gd name="connsiteX5" fmla="*/ 7651750 w 9175750"/>
              <a:gd name="connsiteY5" fmla="*/ 501657 h 1137085"/>
              <a:gd name="connsiteX6" fmla="*/ 9175750 w 9175750"/>
              <a:gd name="connsiteY6" fmla="*/ 1123957 h 1137085"/>
              <a:gd name="connsiteX7" fmla="*/ 9175750 w 9175750"/>
              <a:gd name="connsiteY7" fmla="*/ 1123957 h 1137085"/>
              <a:gd name="connsiteX0" fmla="*/ 0 w 9175750"/>
              <a:gd name="connsiteY0" fmla="*/ 920757 h 1359864"/>
              <a:gd name="connsiteX1" fmla="*/ 1555750 w 9175750"/>
              <a:gd name="connsiteY1" fmla="*/ 787407 h 1359864"/>
              <a:gd name="connsiteX2" fmla="*/ 3060700 w 9175750"/>
              <a:gd name="connsiteY2" fmla="*/ 958857 h 1359864"/>
              <a:gd name="connsiteX3" fmla="*/ 4597400 w 9175750"/>
              <a:gd name="connsiteY3" fmla="*/ 7 h 1359864"/>
              <a:gd name="connsiteX4" fmla="*/ 6115050 w 9175750"/>
              <a:gd name="connsiteY4" fmla="*/ 1130307 h 1359864"/>
              <a:gd name="connsiteX5" fmla="*/ 7651750 w 9175750"/>
              <a:gd name="connsiteY5" fmla="*/ 501657 h 1359864"/>
              <a:gd name="connsiteX6" fmla="*/ 9175750 w 9175750"/>
              <a:gd name="connsiteY6" fmla="*/ 1123957 h 1359864"/>
              <a:gd name="connsiteX7" fmla="*/ 9175750 w 9175750"/>
              <a:gd name="connsiteY7" fmla="*/ 1123957 h 1359864"/>
              <a:gd name="connsiteX0" fmla="*/ 0 w 9175750"/>
              <a:gd name="connsiteY0" fmla="*/ 1394066 h 1833173"/>
              <a:gd name="connsiteX1" fmla="*/ 1555750 w 9175750"/>
              <a:gd name="connsiteY1" fmla="*/ 1260716 h 1833173"/>
              <a:gd name="connsiteX2" fmla="*/ 3060700 w 9175750"/>
              <a:gd name="connsiteY2" fmla="*/ 1432166 h 1833173"/>
              <a:gd name="connsiteX3" fmla="*/ 4597400 w 9175750"/>
              <a:gd name="connsiteY3" fmla="*/ 473316 h 1833173"/>
              <a:gd name="connsiteX4" fmla="*/ 6115050 w 9175750"/>
              <a:gd name="connsiteY4" fmla="*/ 1603616 h 1833173"/>
              <a:gd name="connsiteX5" fmla="*/ 7651750 w 9175750"/>
              <a:gd name="connsiteY5" fmla="*/ 974966 h 1833173"/>
              <a:gd name="connsiteX6" fmla="*/ 9175750 w 9175750"/>
              <a:gd name="connsiteY6" fmla="*/ 1597266 h 1833173"/>
              <a:gd name="connsiteX7" fmla="*/ 9175750 w 9175750"/>
              <a:gd name="connsiteY7" fmla="*/ 1597266 h 1833173"/>
              <a:gd name="connsiteX0" fmla="*/ 0 w 9175750"/>
              <a:gd name="connsiteY0" fmla="*/ 1394066 h 1849366"/>
              <a:gd name="connsiteX1" fmla="*/ 1555750 w 9175750"/>
              <a:gd name="connsiteY1" fmla="*/ 1260716 h 1849366"/>
              <a:gd name="connsiteX2" fmla="*/ 3060700 w 9175750"/>
              <a:gd name="connsiteY2" fmla="*/ 1432166 h 1849366"/>
              <a:gd name="connsiteX3" fmla="*/ 4597400 w 9175750"/>
              <a:gd name="connsiteY3" fmla="*/ 473316 h 1849366"/>
              <a:gd name="connsiteX4" fmla="*/ 6115050 w 9175750"/>
              <a:gd name="connsiteY4" fmla="*/ 1603616 h 1849366"/>
              <a:gd name="connsiteX5" fmla="*/ 7651750 w 9175750"/>
              <a:gd name="connsiteY5" fmla="*/ 974966 h 1849366"/>
              <a:gd name="connsiteX6" fmla="*/ 9175750 w 9175750"/>
              <a:gd name="connsiteY6" fmla="*/ 1597266 h 1849366"/>
              <a:gd name="connsiteX7" fmla="*/ 9175750 w 9175750"/>
              <a:gd name="connsiteY7" fmla="*/ 1597266 h 1849366"/>
              <a:gd name="connsiteX0" fmla="*/ 0 w 9175750"/>
              <a:gd name="connsiteY0" fmla="*/ 1394066 h 1849366"/>
              <a:gd name="connsiteX1" fmla="*/ 1555750 w 9175750"/>
              <a:gd name="connsiteY1" fmla="*/ 1260716 h 1849366"/>
              <a:gd name="connsiteX2" fmla="*/ 3060700 w 9175750"/>
              <a:gd name="connsiteY2" fmla="*/ 1432166 h 1849366"/>
              <a:gd name="connsiteX3" fmla="*/ 4597400 w 9175750"/>
              <a:gd name="connsiteY3" fmla="*/ 473316 h 1849366"/>
              <a:gd name="connsiteX4" fmla="*/ 6115050 w 9175750"/>
              <a:gd name="connsiteY4" fmla="*/ 1603616 h 1849366"/>
              <a:gd name="connsiteX5" fmla="*/ 7651750 w 9175750"/>
              <a:gd name="connsiteY5" fmla="*/ 974966 h 1849366"/>
              <a:gd name="connsiteX6" fmla="*/ 9175750 w 9175750"/>
              <a:gd name="connsiteY6" fmla="*/ 1597266 h 1849366"/>
              <a:gd name="connsiteX7" fmla="*/ 9175750 w 9175750"/>
              <a:gd name="connsiteY7" fmla="*/ 1597266 h 1849366"/>
              <a:gd name="connsiteX0" fmla="*/ 0 w 9175750"/>
              <a:gd name="connsiteY0" fmla="*/ 1394066 h 1849366"/>
              <a:gd name="connsiteX1" fmla="*/ 1555750 w 9175750"/>
              <a:gd name="connsiteY1" fmla="*/ 1260716 h 1849366"/>
              <a:gd name="connsiteX2" fmla="*/ 3060700 w 9175750"/>
              <a:gd name="connsiteY2" fmla="*/ 1432166 h 1849366"/>
              <a:gd name="connsiteX3" fmla="*/ 4597400 w 9175750"/>
              <a:gd name="connsiteY3" fmla="*/ 473316 h 1849366"/>
              <a:gd name="connsiteX4" fmla="*/ 6115050 w 9175750"/>
              <a:gd name="connsiteY4" fmla="*/ 1603616 h 1849366"/>
              <a:gd name="connsiteX5" fmla="*/ 7651750 w 9175750"/>
              <a:gd name="connsiteY5" fmla="*/ 974966 h 1849366"/>
              <a:gd name="connsiteX6" fmla="*/ 9175750 w 9175750"/>
              <a:gd name="connsiteY6" fmla="*/ 1597266 h 1849366"/>
              <a:gd name="connsiteX7" fmla="*/ 9175750 w 9175750"/>
              <a:gd name="connsiteY7" fmla="*/ 1597266 h 1849366"/>
              <a:gd name="connsiteX0" fmla="*/ 0 w 9175750"/>
              <a:gd name="connsiteY0" fmla="*/ 1394066 h 1849366"/>
              <a:gd name="connsiteX1" fmla="*/ 1555750 w 9175750"/>
              <a:gd name="connsiteY1" fmla="*/ 1260716 h 1849366"/>
              <a:gd name="connsiteX2" fmla="*/ 3060700 w 9175750"/>
              <a:gd name="connsiteY2" fmla="*/ 1432166 h 1849366"/>
              <a:gd name="connsiteX3" fmla="*/ 4597400 w 9175750"/>
              <a:gd name="connsiteY3" fmla="*/ 473316 h 1849366"/>
              <a:gd name="connsiteX4" fmla="*/ 6115050 w 9175750"/>
              <a:gd name="connsiteY4" fmla="*/ 1603616 h 1849366"/>
              <a:gd name="connsiteX5" fmla="*/ 7651750 w 9175750"/>
              <a:gd name="connsiteY5" fmla="*/ 974966 h 1849366"/>
              <a:gd name="connsiteX6" fmla="*/ 9175750 w 9175750"/>
              <a:gd name="connsiteY6" fmla="*/ 1597266 h 1849366"/>
              <a:gd name="connsiteX7" fmla="*/ 9175750 w 9175750"/>
              <a:gd name="connsiteY7" fmla="*/ 1597266 h 1849366"/>
              <a:gd name="connsiteX0" fmla="*/ 0 w 9175750"/>
              <a:gd name="connsiteY0" fmla="*/ 1394066 h 1849366"/>
              <a:gd name="connsiteX1" fmla="*/ 1555750 w 9175750"/>
              <a:gd name="connsiteY1" fmla="*/ 1260716 h 1849366"/>
              <a:gd name="connsiteX2" fmla="*/ 3060700 w 9175750"/>
              <a:gd name="connsiteY2" fmla="*/ 1432166 h 1849366"/>
              <a:gd name="connsiteX3" fmla="*/ 4597400 w 9175750"/>
              <a:gd name="connsiteY3" fmla="*/ 473316 h 1849366"/>
              <a:gd name="connsiteX4" fmla="*/ 6115050 w 9175750"/>
              <a:gd name="connsiteY4" fmla="*/ 1603616 h 1849366"/>
              <a:gd name="connsiteX5" fmla="*/ 7651750 w 9175750"/>
              <a:gd name="connsiteY5" fmla="*/ 974966 h 1849366"/>
              <a:gd name="connsiteX6" fmla="*/ 9175750 w 9175750"/>
              <a:gd name="connsiteY6" fmla="*/ 1597266 h 1849366"/>
              <a:gd name="connsiteX7" fmla="*/ 9175750 w 9175750"/>
              <a:gd name="connsiteY7" fmla="*/ 1597266 h 1849366"/>
              <a:gd name="connsiteX0" fmla="*/ 0 w 9175750"/>
              <a:gd name="connsiteY0" fmla="*/ 1259463 h 1714763"/>
              <a:gd name="connsiteX1" fmla="*/ 1555750 w 9175750"/>
              <a:gd name="connsiteY1" fmla="*/ 1126113 h 1714763"/>
              <a:gd name="connsiteX2" fmla="*/ 3060700 w 9175750"/>
              <a:gd name="connsiteY2" fmla="*/ 1297563 h 1714763"/>
              <a:gd name="connsiteX3" fmla="*/ 4597400 w 9175750"/>
              <a:gd name="connsiteY3" fmla="*/ 338713 h 1714763"/>
              <a:gd name="connsiteX4" fmla="*/ 6115050 w 9175750"/>
              <a:gd name="connsiteY4" fmla="*/ 1469013 h 1714763"/>
              <a:gd name="connsiteX5" fmla="*/ 7651750 w 9175750"/>
              <a:gd name="connsiteY5" fmla="*/ 840363 h 1714763"/>
              <a:gd name="connsiteX6" fmla="*/ 9175750 w 9175750"/>
              <a:gd name="connsiteY6" fmla="*/ 1462663 h 1714763"/>
              <a:gd name="connsiteX7" fmla="*/ 9175750 w 9175750"/>
              <a:gd name="connsiteY7" fmla="*/ 1462663 h 1714763"/>
              <a:gd name="connsiteX0" fmla="*/ 0 w 9175750"/>
              <a:gd name="connsiteY0" fmla="*/ 921684 h 1259811"/>
              <a:gd name="connsiteX1" fmla="*/ 1555750 w 9175750"/>
              <a:gd name="connsiteY1" fmla="*/ 788334 h 1259811"/>
              <a:gd name="connsiteX2" fmla="*/ 3060700 w 9175750"/>
              <a:gd name="connsiteY2" fmla="*/ 959784 h 1259811"/>
              <a:gd name="connsiteX3" fmla="*/ 4597400 w 9175750"/>
              <a:gd name="connsiteY3" fmla="*/ 934 h 1259811"/>
              <a:gd name="connsiteX4" fmla="*/ 6115050 w 9175750"/>
              <a:gd name="connsiteY4" fmla="*/ 1131234 h 1259811"/>
              <a:gd name="connsiteX5" fmla="*/ 7651750 w 9175750"/>
              <a:gd name="connsiteY5" fmla="*/ 502584 h 1259811"/>
              <a:gd name="connsiteX6" fmla="*/ 9175750 w 9175750"/>
              <a:gd name="connsiteY6" fmla="*/ 1124884 h 1259811"/>
              <a:gd name="connsiteX7" fmla="*/ 9175750 w 9175750"/>
              <a:gd name="connsiteY7" fmla="*/ 1124884 h 1259811"/>
              <a:gd name="connsiteX0" fmla="*/ 0 w 9175750"/>
              <a:gd name="connsiteY0" fmla="*/ 922179 h 1131965"/>
              <a:gd name="connsiteX1" fmla="*/ 1555750 w 9175750"/>
              <a:gd name="connsiteY1" fmla="*/ 788829 h 1131965"/>
              <a:gd name="connsiteX2" fmla="*/ 3060700 w 9175750"/>
              <a:gd name="connsiteY2" fmla="*/ 960279 h 1131965"/>
              <a:gd name="connsiteX3" fmla="*/ 4597400 w 9175750"/>
              <a:gd name="connsiteY3" fmla="*/ 1429 h 1131965"/>
              <a:gd name="connsiteX4" fmla="*/ 6115050 w 9175750"/>
              <a:gd name="connsiteY4" fmla="*/ 1131729 h 1131965"/>
              <a:gd name="connsiteX5" fmla="*/ 7651750 w 9175750"/>
              <a:gd name="connsiteY5" fmla="*/ 503079 h 1131965"/>
              <a:gd name="connsiteX6" fmla="*/ 9175750 w 9175750"/>
              <a:gd name="connsiteY6" fmla="*/ 1125379 h 1131965"/>
              <a:gd name="connsiteX7" fmla="*/ 9175750 w 9175750"/>
              <a:gd name="connsiteY7" fmla="*/ 1125379 h 1131965"/>
              <a:gd name="connsiteX0" fmla="*/ 0 w 9175750"/>
              <a:gd name="connsiteY0" fmla="*/ 922179 h 1132192"/>
              <a:gd name="connsiteX1" fmla="*/ 1555750 w 9175750"/>
              <a:gd name="connsiteY1" fmla="*/ 788829 h 1132192"/>
              <a:gd name="connsiteX2" fmla="*/ 3060700 w 9175750"/>
              <a:gd name="connsiteY2" fmla="*/ 960279 h 1132192"/>
              <a:gd name="connsiteX3" fmla="*/ 4597400 w 9175750"/>
              <a:gd name="connsiteY3" fmla="*/ 1429 h 1132192"/>
              <a:gd name="connsiteX4" fmla="*/ 6115050 w 9175750"/>
              <a:gd name="connsiteY4" fmla="*/ 1131729 h 1132192"/>
              <a:gd name="connsiteX5" fmla="*/ 7651750 w 9175750"/>
              <a:gd name="connsiteY5" fmla="*/ 503079 h 1132192"/>
              <a:gd name="connsiteX6" fmla="*/ 9175750 w 9175750"/>
              <a:gd name="connsiteY6" fmla="*/ 1125379 h 1132192"/>
              <a:gd name="connsiteX7" fmla="*/ 9175750 w 9175750"/>
              <a:gd name="connsiteY7" fmla="*/ 1125379 h 113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75750" h="1132192">
                <a:moveTo>
                  <a:pt x="0" y="922179"/>
                </a:moveTo>
                <a:cubicBezTo>
                  <a:pt x="738716" y="807879"/>
                  <a:pt x="734483" y="769779"/>
                  <a:pt x="1555750" y="788829"/>
                </a:cubicBezTo>
                <a:cubicBezTo>
                  <a:pt x="2377017" y="807879"/>
                  <a:pt x="2312458" y="932762"/>
                  <a:pt x="3060700" y="960279"/>
                </a:cubicBezTo>
                <a:cubicBezTo>
                  <a:pt x="3808942" y="987796"/>
                  <a:pt x="3802592" y="49054"/>
                  <a:pt x="4597400" y="1429"/>
                </a:cubicBezTo>
                <a:cubicBezTo>
                  <a:pt x="5392208" y="-46196"/>
                  <a:pt x="5345642" y="1111621"/>
                  <a:pt x="6115050" y="1131729"/>
                </a:cubicBezTo>
                <a:cubicBezTo>
                  <a:pt x="6884458" y="1151837"/>
                  <a:pt x="6900333" y="510487"/>
                  <a:pt x="7651750" y="503079"/>
                </a:cubicBezTo>
                <a:cubicBezTo>
                  <a:pt x="8403167" y="495671"/>
                  <a:pt x="9175750" y="1125379"/>
                  <a:pt x="9175750" y="1125379"/>
                </a:cubicBezTo>
                <a:lnTo>
                  <a:pt x="9175750" y="1125379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B1B430-5C0F-09B2-73E9-2933CF707AAD}"/>
              </a:ext>
            </a:extLst>
          </p:cNvPr>
          <p:cNvSpPr/>
          <p:nvPr/>
        </p:nvSpPr>
        <p:spPr>
          <a:xfrm>
            <a:off x="2177358" y="305140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3F398D-C915-4A31-2C4F-A2192ABD7666}"/>
              </a:ext>
            </a:extLst>
          </p:cNvPr>
          <p:cNvSpPr/>
          <p:nvPr/>
        </p:nvSpPr>
        <p:spPr>
          <a:xfrm>
            <a:off x="3739458" y="319745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88F57-BA83-BACA-6A87-520455F7F3F9}"/>
              </a:ext>
            </a:extLst>
          </p:cNvPr>
          <p:cNvSpPr/>
          <p:nvPr/>
        </p:nvSpPr>
        <p:spPr>
          <a:xfrm>
            <a:off x="5257108" y="230210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3F4B10-6D5E-BD4C-F0F1-605BADAFD9BB}"/>
              </a:ext>
            </a:extLst>
          </p:cNvPr>
          <p:cNvSpPr/>
          <p:nvPr/>
        </p:nvSpPr>
        <p:spPr>
          <a:xfrm>
            <a:off x="6793808" y="338795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F49AE7-A0A5-75D6-BE7B-8EF9A1B11D38}"/>
              </a:ext>
            </a:extLst>
          </p:cNvPr>
          <p:cNvSpPr/>
          <p:nvPr/>
        </p:nvSpPr>
        <p:spPr>
          <a:xfrm>
            <a:off x="8381308" y="278470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D09DF0-4D87-D62C-12F1-80DC829025E7}"/>
              </a:ext>
            </a:extLst>
          </p:cNvPr>
          <p:cNvSpPr/>
          <p:nvPr/>
        </p:nvSpPr>
        <p:spPr>
          <a:xfrm>
            <a:off x="9879908" y="3381606"/>
            <a:ext cx="108000" cy="108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66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14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3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8469-ECF0-0C29-8AF3-F9FDBD13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AEC6-8BB7-7C66-1A82-BF65C85A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Violin Plot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16F521-4245-5993-D613-782E59DD2EF2}"/>
              </a:ext>
            </a:extLst>
          </p:cNvPr>
          <p:cNvSpPr/>
          <p:nvPr/>
        </p:nvSpPr>
        <p:spPr>
          <a:xfrm>
            <a:off x="2611315" y="1583533"/>
            <a:ext cx="6071090" cy="26069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9FE1F-1BCF-E9D2-EA46-FFC5DC94A9C3}"/>
              </a:ext>
            </a:extLst>
          </p:cNvPr>
          <p:cNvSpPr txBox="1"/>
          <p:nvPr/>
        </p:nvSpPr>
        <p:spPr>
          <a:xfrm>
            <a:off x="838200" y="4537079"/>
            <a:ext cx="11031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width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='250'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height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='100'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xmlns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='http://www.w3.org/2000/svg'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990055"/>
                </a:solidFill>
                <a:latin typeface="Consolas" panose="020B0609020204030204" pitchFamily="49" charset="0"/>
              </a:rPr>
              <a:t>path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 d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='M 6.25 50 S 8.2 13.5, …’ ‘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fill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='#E044A7’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fill-opacity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=‘0.5’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stroke</a:t>
            </a:r>
            <a:r>
              <a:rPr lang="en-GB" dirty="0">
                <a:solidFill>
                  <a:srgbClr val="005CC5"/>
                </a:solidFill>
                <a:latin typeface="Consolas" panose="020B0609020204030204" pitchFamily="49" charset="0"/>
              </a:rPr>
              <a:t>='#E044A7’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&gt;&lt;/</a:t>
            </a:r>
            <a:r>
              <a:rPr lang="en-GB" dirty="0">
                <a:solidFill>
                  <a:srgbClr val="990055"/>
                </a:solidFill>
                <a:latin typeface="Consolas" panose="020B0609020204030204" pitchFamily="49" charset="0"/>
              </a:rPr>
              <a:t>path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&gt;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990055"/>
                </a:solidFill>
                <a:latin typeface="Consolas" panose="020B0609020204030204" pitchFamily="49" charset="0"/>
              </a:rPr>
              <a:t>/</a:t>
            </a:r>
            <a:r>
              <a:rPr lang="en-GB" dirty="0" err="1">
                <a:solidFill>
                  <a:srgbClr val="990055"/>
                </a:solidFill>
                <a:latin typeface="Consolas" panose="020B0609020204030204" pitchFamily="49" charset="0"/>
              </a:rPr>
              <a:t>svg</a:t>
            </a:r>
            <a:r>
              <a:rPr lang="en-GB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B4995-227A-48D4-F30D-5793C320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01" y="1690688"/>
            <a:ext cx="5562390" cy="2436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B7BAA-A365-CA8A-9B27-92C769ABE713}"/>
              </a:ext>
            </a:extLst>
          </p:cNvPr>
          <p:cNvSpPr txBox="1"/>
          <p:nvPr/>
        </p:nvSpPr>
        <p:spPr>
          <a:xfrm>
            <a:off x="1561131" y="6389075"/>
            <a:ext cx="8895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D057A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https://evaluationcontext.github.io/posts/SVG-Violin/?h=vio#end-result-code</a:t>
            </a:r>
            <a:endParaRPr lang="en-GB" dirty="0">
              <a:solidFill>
                <a:srgbClr val="D057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43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9FE1-F6F3-9607-53DA-FA772405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DC11D7-0B7A-A76A-F63F-0DAA51CC0589}"/>
              </a:ext>
            </a:extLst>
          </p:cNvPr>
          <p:cNvSpPr txBox="1"/>
          <p:nvPr/>
        </p:nvSpPr>
        <p:spPr>
          <a:xfrm>
            <a:off x="2780522" y="249322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en-GB" sz="5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</a:t>
            </a:r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DAX UDF </a:t>
            </a:r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Library </a:t>
            </a:r>
            <a:r>
              <a:rPr lang="en-GB" sz="3600" dirty="0">
                <a:solidFill>
                  <a:srgbClr val="7F7F7F"/>
                </a:solidFill>
              </a:rPr>
              <a:t>for creating </a:t>
            </a:r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SVG</a:t>
            </a:r>
            <a:endParaRPr lang="en-GB" sz="4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044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7673-F3C9-ECAC-351C-6383B1CE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5E85-C88D-C3D7-5FBF-89AE2497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What are DAX UDFs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E1C4-FF75-874E-58FB-057306D9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User Defined Functions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≠ User Data Functions</a:t>
            </a:r>
          </a:p>
          <a:p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2400" b="1" dirty="0"/>
              <a:t>Build</a:t>
            </a: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GB" sz="2400" b="1" dirty="0"/>
              <a:t>your own DAX functions that you can call like any other DAX function</a:t>
            </a:r>
          </a:p>
          <a:p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2000" dirty="0"/>
              <a:t>DRY (Don't Repeat Yourself)</a:t>
            </a:r>
          </a:p>
          <a:p>
            <a:pPr lvl="1"/>
            <a:r>
              <a:rPr lang="en-GB" sz="1600" dirty="0"/>
              <a:t>Code that is repeated multiple times can be encapsulated in a single function</a:t>
            </a:r>
          </a:p>
          <a:p>
            <a:pPr lvl="1"/>
            <a:r>
              <a:rPr lang="en-GB" sz="1600" dirty="0"/>
              <a:t>Doesn't improve performance</a:t>
            </a:r>
          </a:p>
          <a:p>
            <a:pPr lvl="1"/>
            <a:r>
              <a:rPr lang="en-GB" sz="1600" dirty="0"/>
              <a:t>Can make measures simpler/less verbose</a:t>
            </a:r>
          </a:p>
          <a:p>
            <a:pPr lvl="1"/>
            <a:r>
              <a:rPr lang="en-GB" sz="1600" dirty="0"/>
              <a:t>Can make bulk updates easier</a:t>
            </a:r>
          </a:p>
          <a:p>
            <a:pPr lvl="1"/>
            <a:endParaRPr lang="en-GB" sz="1600" dirty="0"/>
          </a:p>
          <a:p>
            <a:r>
              <a:rPr lang="en-GB" sz="2000" dirty="0"/>
              <a:t>They are built for semantic model authors</a:t>
            </a:r>
          </a:p>
        </p:txBody>
      </p:sp>
    </p:spTree>
    <p:extLst>
      <p:ext uri="{BB962C8B-B14F-4D97-AF65-F5344CB8AC3E}">
        <p14:creationId xmlns:p14="http://schemas.microsoft.com/office/powerpoint/2010/main" val="3492570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9FE7-0ED3-E762-34A1-736A20D9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AA00-146C-3F6D-32F9-DCFFDE83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Model-dependent &amp; Model-independent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E075-8775-09F1-14A8-0AF21BD8A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Model Dependent</a:t>
            </a:r>
          </a:p>
          <a:p>
            <a:pPr lvl="1"/>
            <a:r>
              <a:rPr lang="en-GB" sz="1600" dirty="0"/>
              <a:t>Has expectations on semantic model schema 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Model Independent</a:t>
            </a:r>
          </a:p>
          <a:p>
            <a:pPr lvl="1"/>
            <a:r>
              <a:rPr lang="en-GB" sz="1600" dirty="0"/>
              <a:t>Has </a:t>
            </a:r>
            <a:r>
              <a:rPr lang="en-GB" sz="1600" b="1" dirty="0"/>
              <a:t>NO</a:t>
            </a:r>
            <a:r>
              <a:rPr lang="en-GB" sz="1600" dirty="0"/>
              <a:t> expectations on semantic model schema </a:t>
            </a:r>
          </a:p>
        </p:txBody>
      </p:sp>
    </p:spTree>
    <p:extLst>
      <p:ext uri="{BB962C8B-B14F-4D97-AF65-F5344CB8AC3E}">
        <p14:creationId xmlns:p14="http://schemas.microsoft.com/office/powerpoint/2010/main" val="60335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6083-0DE6-E6E3-5F58-3BB008CA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9801A-9DE3-0FDC-C6F9-D637E0C1917D}"/>
              </a:ext>
            </a:extLst>
          </p:cNvPr>
          <p:cNvSpPr txBox="1"/>
          <p:nvPr/>
        </p:nvSpPr>
        <p:spPr>
          <a:xfrm>
            <a:off x="2780522" y="249322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en-GB" sz="5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</a:t>
            </a:r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DAX UDF Library</a:t>
            </a:r>
            <a:r>
              <a:rPr lang="en-GB" sz="5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 </a:t>
            </a: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creating </a:t>
            </a:r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SVG</a:t>
            </a:r>
            <a:endParaRPr lang="en-GB" sz="4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46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8F44-C126-0AF3-5768-A0300506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F4C6A3-F190-1AB9-7696-DAE2881FA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110" y="510856"/>
            <a:ext cx="7412975" cy="60703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132C6C-C01E-AE59-2C00-6F9BB19ACA27}"/>
              </a:ext>
            </a:extLst>
          </p:cNvPr>
          <p:cNvSpPr/>
          <p:nvPr/>
        </p:nvSpPr>
        <p:spPr>
          <a:xfrm>
            <a:off x="4279641" y="2875383"/>
            <a:ext cx="4655288" cy="1269777"/>
          </a:xfrm>
          <a:prstGeom prst="rect">
            <a:avLst/>
          </a:prstGeom>
          <a:noFill/>
          <a:ln>
            <a:solidFill>
              <a:srgbClr val="D05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2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C62A54B-B282-D4F5-9E12-1B8D20299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342176"/>
              </p:ext>
            </p:extLst>
          </p:nvPr>
        </p:nvGraphicFramePr>
        <p:xfrm>
          <a:off x="255037" y="441649"/>
          <a:ext cx="11638383" cy="59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943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A8E3-87EC-4DCF-136C-93B9579E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9A1947F-7179-A43D-CD66-E1F9F22B7A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376894"/>
              </p:ext>
            </p:extLst>
          </p:nvPr>
        </p:nvGraphicFramePr>
        <p:xfrm>
          <a:off x="255037" y="441649"/>
          <a:ext cx="11638383" cy="59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9441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D7E5-3A91-8757-AE5B-6BCA99B3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48050C1-BD03-2D94-ED27-5A28CB865134}"/>
              </a:ext>
            </a:extLst>
          </p:cNvPr>
          <p:cNvSpPr txBox="1"/>
          <p:nvPr/>
        </p:nvSpPr>
        <p:spPr>
          <a:xfrm>
            <a:off x="2463281" y="2087844"/>
            <a:ext cx="69979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Performance &amp; Testing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AI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Open Source</a:t>
            </a:r>
            <a:endParaRPr lang="en-GB" sz="4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8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2FE3-1F12-81A8-937A-95198A81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D93CA3E-CAC0-4188-D125-0720D90F8CC4}"/>
              </a:ext>
            </a:extLst>
          </p:cNvPr>
          <p:cNvSpPr txBox="1"/>
          <p:nvPr/>
        </p:nvSpPr>
        <p:spPr>
          <a:xfrm>
            <a:off x="2463281" y="2087844"/>
            <a:ext cx="69979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Performance &amp; Testing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AI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Open Source</a:t>
            </a:r>
            <a:endParaRPr lang="en-GB" sz="4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789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DDB8-C514-CC66-B6EB-191D5877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2592-D417-7382-0247-E2CCA31F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Performance – Testing Suite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8C88-0AC5-087A-0FB4-7DA7DC4F3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Used to validated UDF optimzations</a:t>
            </a:r>
            <a:endParaRPr lang="it-IT" dirty="0">
              <a:hlinkClick r:id="rId2"/>
            </a:endParaRPr>
          </a:p>
          <a:p>
            <a:r>
              <a:rPr lang="it-IT" dirty="0">
                <a:hlinkClick r:id="rId2"/>
              </a:rPr>
              <a:t>Contoso</a:t>
            </a:r>
            <a:r>
              <a:rPr lang="it-IT" dirty="0"/>
              <a:t> 1 Million Row Dataset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E87FD-B4E3-BCC7-05B4-9AA47D4F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197" y="2919128"/>
            <a:ext cx="5153744" cy="2514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850231-057B-4126-80C5-100BF4F06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609" y="3625964"/>
            <a:ext cx="1646214" cy="602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394363-83DA-90EE-308B-2B4D20326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117" y="4539719"/>
            <a:ext cx="1646213" cy="857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C1EE50-FA74-1D49-DF16-F409FEFB2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6117" y="5802273"/>
            <a:ext cx="4394488" cy="50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00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5C39-2888-6C34-6207-3482BA17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151F-25CD-BC2B-F1CA-28C7CA05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Performance – Testing Suite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FA564-7894-0EB0-4CE6-9635DA7E5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hlinkClick r:id="rId3"/>
              </a:rPr>
              <a:t>DAX Performance Testing Notebook</a:t>
            </a:r>
            <a:endParaRPr lang="it-IT" dirty="0"/>
          </a:p>
          <a:p>
            <a:pPr lvl="1"/>
            <a:r>
              <a:rPr lang="en-GB" dirty="0"/>
              <a:t>3 queries per measure, hot and warm cache</a:t>
            </a:r>
          </a:p>
          <a:p>
            <a:pPr lvl="1"/>
            <a:r>
              <a:rPr lang="en-GB" dirty="0"/>
              <a:t>High and low granularity axis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5F0AC-2876-8F24-DA1F-1D2F1E707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29" y="3348635"/>
            <a:ext cx="11618684" cy="287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25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4142-4800-4CD4-235A-58F6B4B4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Performance – v0.2.3</a:t>
            </a:r>
            <a:endParaRPr lang="en-GB" dirty="0"/>
          </a:p>
        </p:txBody>
      </p:sp>
      <p:pic>
        <p:nvPicPr>
          <p:cNvPr id="3074" name="Picture 2" descr="Old vs New">
            <a:extLst>
              <a:ext uri="{FF2B5EF4-FFF2-40B4-BE49-F238E27FC236}">
                <a16:creationId xmlns:a16="http://schemas.microsoft.com/office/drawing/2014/main" id="{27592D14-E70E-E181-D0A9-3475B58E9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28" y="1690688"/>
            <a:ext cx="11493744" cy="468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991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BD80-97D7-6EFB-C603-6D07CDC4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C4E2EB-DBF5-9A67-B0C7-8BB143525347}"/>
              </a:ext>
            </a:extLst>
          </p:cNvPr>
          <p:cNvSpPr txBox="1"/>
          <p:nvPr/>
        </p:nvSpPr>
        <p:spPr>
          <a:xfrm>
            <a:off x="2463281" y="2087844"/>
            <a:ext cx="69979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Performance &amp; Testing</a:t>
            </a:r>
          </a:p>
          <a:p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AI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Open Source</a:t>
            </a:r>
            <a:endParaRPr lang="en-GB" sz="44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72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98BB-B4EF-8479-D1C4-383F143F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99D677-DCF1-EC5D-5161-49A7BD01B3DA}"/>
              </a:ext>
            </a:extLst>
          </p:cNvPr>
          <p:cNvSpPr txBox="1"/>
          <p:nvPr/>
        </p:nvSpPr>
        <p:spPr>
          <a:xfrm>
            <a:off x="2463281" y="2087844"/>
            <a:ext cx="69979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Performance &amp; Testing</a:t>
            </a:r>
          </a:p>
          <a:p>
            <a:r>
              <a:rPr lang="en-GB" sz="5400" b="1" dirty="0">
                <a:solidFill>
                  <a:srgbClr val="7F7F7F"/>
                </a:solidFill>
                <a:highlight>
                  <a:srgbClr val="FFFFFF"/>
                </a:highlight>
                <a:latin typeface="Graphik Meetup"/>
              </a:rPr>
              <a:t>AI</a:t>
            </a:r>
          </a:p>
          <a:p>
            <a:r>
              <a:rPr lang="en-GB" sz="5400" b="1" dirty="0">
                <a:solidFill>
                  <a:srgbClr val="D057A6"/>
                </a:solidFill>
                <a:highlight>
                  <a:srgbClr val="FFFFFF"/>
                </a:highlight>
                <a:latin typeface="Graphik Meetup"/>
              </a:rPr>
              <a:t>Open Source</a:t>
            </a:r>
            <a:endParaRPr lang="en-GB" sz="4400" dirty="0">
              <a:solidFill>
                <a:srgbClr val="D057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56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D7E5-1282-903F-D66B-AB7C87DC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Contributing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9B2A-AB8B-BFDA-398D-7E000605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012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https://docs.daxlib.org/contribute/daxlib-libraries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https://github.com/daxlib/dev-daxlib-svg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E444B-E1C5-1AC7-827F-33287CEDC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3383188" y="3516682"/>
            <a:ext cx="1260000" cy="127345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15113B-4AC8-B601-5AE2-8C120D57D10A}"/>
              </a:ext>
            </a:extLst>
          </p:cNvPr>
          <p:cNvSpPr txBox="1"/>
          <p:nvPr/>
        </p:nvSpPr>
        <p:spPr>
          <a:xfrm>
            <a:off x="3056350" y="5218310"/>
            <a:ext cx="1935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a Sans VF"/>
              </a:rPr>
              <a:t>EvaluationContext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E282-E168-928D-98E9-6996A6CF6A1A}"/>
              </a:ext>
            </a:extLst>
          </p:cNvPr>
          <p:cNvSpPr txBox="1"/>
          <p:nvPr/>
        </p:nvSpPr>
        <p:spPr>
          <a:xfrm>
            <a:off x="3403121" y="4949001"/>
            <a:ext cx="133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a Sans VF"/>
              </a:rPr>
              <a:t>Jake Duddy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4" descr="View tomshanley's full-sized avatar">
            <a:extLst>
              <a:ext uri="{FF2B5EF4-FFF2-40B4-BE49-F238E27FC236}">
                <a16:creationId xmlns:a16="http://schemas.microsoft.com/office/drawing/2014/main" id="{3D6C3094-0F3C-B5D4-9DF1-D909B0483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372" y="3516682"/>
            <a:ext cx="1260000" cy="1273456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433B28-181E-6A29-DCC5-7C073D7EF315}"/>
              </a:ext>
            </a:extLst>
          </p:cNvPr>
          <p:cNvSpPr txBox="1"/>
          <p:nvPr/>
        </p:nvSpPr>
        <p:spPr>
          <a:xfrm>
            <a:off x="5186044" y="5218310"/>
            <a:ext cx="1481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tomshanley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DAC2F-B3F3-D60C-1E13-6B84B1F528C2}"/>
              </a:ext>
            </a:extLst>
          </p:cNvPr>
          <p:cNvSpPr txBox="1"/>
          <p:nvPr/>
        </p:nvSpPr>
        <p:spPr>
          <a:xfrm>
            <a:off x="5148466" y="4949001"/>
            <a:ext cx="1430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a Sans VF"/>
              </a:rPr>
              <a:t>Tom Shanley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6" descr="View data-goblin's full-sized avatar">
            <a:extLst>
              <a:ext uri="{FF2B5EF4-FFF2-40B4-BE49-F238E27FC236}">
                <a16:creationId xmlns:a16="http://schemas.microsoft.com/office/drawing/2014/main" id="{456F8EF6-2625-EDFE-1E97-901B278B3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557" y="3516683"/>
            <a:ext cx="1260000" cy="1273457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1FA562-325D-9F5B-694C-42421727C25F}"/>
              </a:ext>
            </a:extLst>
          </p:cNvPr>
          <p:cNvSpPr txBox="1"/>
          <p:nvPr/>
        </p:nvSpPr>
        <p:spPr>
          <a:xfrm>
            <a:off x="7005012" y="5218310"/>
            <a:ext cx="1580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data-goblin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25705-105F-B897-D59F-91F5B6A0EB84}"/>
              </a:ext>
            </a:extLst>
          </p:cNvPr>
          <p:cNvSpPr txBox="1"/>
          <p:nvPr/>
        </p:nvSpPr>
        <p:spPr>
          <a:xfrm>
            <a:off x="7017538" y="4949001"/>
            <a:ext cx="1481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a Sans VF"/>
              </a:rPr>
              <a:t>Kurt Buhler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22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DB68F1B8E2A1428E509F74870E32FF" ma:contentTypeVersion="10" ma:contentTypeDescription="Create a new document." ma:contentTypeScope="" ma:versionID="0e1a4a46bcc6cb1a199edec38a11989f">
  <xsd:schema xmlns:xsd="http://www.w3.org/2001/XMLSchema" xmlns:xs="http://www.w3.org/2001/XMLSchema" xmlns:p="http://schemas.microsoft.com/office/2006/metadata/properties" xmlns:ns2="3bd65eda-b3a0-4974-b7c2-2ce44c60dd1d" xmlns:ns3="1225664b-fb91-4f9e-b413-aaa2dab09f96" targetNamespace="http://schemas.microsoft.com/office/2006/metadata/properties" ma:root="true" ma:fieldsID="6cb2f48e3e7b165482e3661894b22e14" ns2:_="" ns3:_="">
    <xsd:import namespace="3bd65eda-b3a0-4974-b7c2-2ce44c60dd1d"/>
    <xsd:import namespace="1225664b-fb91-4f9e-b413-aaa2dab09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65eda-b3a0-4974-b7c2-2ce44c60d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4273c50-2572-4e30-a8ed-000810e068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5664b-fb91-4f9e-b413-aaa2dab09f9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930ae-ced7-42b8-8c37-d520fc9c69a7}" ma:internalName="TaxCatchAll" ma:showField="CatchAllData" ma:web="1225664b-fb91-4f9e-b413-aaa2dab09f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d65eda-b3a0-4974-b7c2-2ce44c60dd1d">
      <Terms xmlns="http://schemas.microsoft.com/office/infopath/2007/PartnerControls"/>
    </lcf76f155ced4ddcb4097134ff3c332f>
    <TaxCatchAll xmlns="1225664b-fb91-4f9e-b413-aaa2dab09f96" xsi:nil="true"/>
  </documentManagement>
</p:properties>
</file>

<file path=customXml/itemProps1.xml><?xml version="1.0" encoding="utf-8"?>
<ds:datastoreItem xmlns:ds="http://schemas.openxmlformats.org/officeDocument/2006/customXml" ds:itemID="{CCD73660-5854-4A3D-B47D-310E8F1A53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65eda-b3a0-4974-b7c2-2ce44c60dd1d"/>
    <ds:schemaRef ds:uri="1225664b-fb91-4f9e-b413-aaa2dab09f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5DB7C0-E409-4A61-8A50-4DE04C615A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A239C1-3ADA-4774-A691-A1ECD66AFBD7}">
  <ds:schemaRefs>
    <ds:schemaRef ds:uri="http://schemas.microsoft.com/office/2006/metadata/properties"/>
    <ds:schemaRef ds:uri="http://schemas.microsoft.com/office/infopath/2007/PartnerControls"/>
    <ds:schemaRef ds:uri="3bd65eda-b3a0-4974-b7c2-2ce44c60dd1d"/>
    <ds:schemaRef ds:uri="1225664b-fb91-4f9e-b413-aaa2dab09f9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3438</TotalTime>
  <Words>1140</Words>
  <Application>Microsoft Office PowerPoint</Application>
  <PresentationFormat>Widescreen</PresentationFormat>
  <Paragraphs>152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Graphik Meetup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What Are SVGs</vt:lpstr>
      <vt:lpstr>PowerPoint Presentation</vt:lpstr>
      <vt:lpstr>Our Lego Blocks</vt:lpstr>
      <vt:lpstr>Progress Bar</vt:lpstr>
      <vt:lpstr>Bar Chart</vt:lpstr>
      <vt:lpstr>Violin Plot</vt:lpstr>
      <vt:lpstr>Kernel Density Estimation (KDE)</vt:lpstr>
      <vt:lpstr>Bézier Curves</vt:lpstr>
      <vt:lpstr>Control Points</vt:lpstr>
      <vt:lpstr>Violin Plot</vt:lpstr>
      <vt:lpstr>PowerPoint Presentation</vt:lpstr>
      <vt:lpstr>What are DAX UDFs</vt:lpstr>
      <vt:lpstr>Model-dependent &amp; Model-independent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– Testing Suite</vt:lpstr>
      <vt:lpstr>Performance – Testing Suite</vt:lpstr>
      <vt:lpstr>Performance – v0.2.3</vt:lpstr>
      <vt:lpstr>PowerPoint Presentation</vt:lpstr>
      <vt:lpstr>PowerPoint Presentation</vt:lpstr>
      <vt:lpstr>Contributing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Sabin</dc:creator>
  <cp:lastModifiedBy>Jake Duddy</cp:lastModifiedBy>
  <cp:revision>4</cp:revision>
  <dcterms:created xsi:type="dcterms:W3CDTF">2026-02-11T12:32:27Z</dcterms:created>
  <dcterms:modified xsi:type="dcterms:W3CDTF">2026-04-25T10:30:08Z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0x010100A5DB68F1B8E2A1428E509F74870E32FF</vt:lpwstr>
  </property>
  <property fmtid="{D5CDD505-2E9C-101B-9397-08002B2CF9AE}" pid="3" name="MediaServiceImageTags">
    <vt:lpwstr/>
  </property>
</Properties>
</file>