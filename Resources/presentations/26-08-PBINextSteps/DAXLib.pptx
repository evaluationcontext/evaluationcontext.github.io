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4"/>
  </p:sldMasterIdLst>
  <p:notesMasterIdLst>
    <p:notesMasterId r:id="rId63"/>
  </p:notesMasterIdLst>
  <p:handoutMasterIdLst>
    <p:handoutMasterId r:id="rId64"/>
  </p:handoutMasterIdLst>
  <p:sldIdLst>
    <p:sldId id="2147481781" r:id="rId5"/>
    <p:sldId id="2147480264" r:id="rId6"/>
    <p:sldId id="257" r:id="rId7"/>
    <p:sldId id="259" r:id="rId8"/>
    <p:sldId id="2147481858" r:id="rId9"/>
    <p:sldId id="2147481784" r:id="rId10"/>
    <p:sldId id="2147481896" r:id="rId11"/>
    <p:sldId id="2147481936" r:id="rId12"/>
    <p:sldId id="2147481937" r:id="rId13"/>
    <p:sldId id="2147481935" r:id="rId14"/>
    <p:sldId id="2147481785" r:id="rId15"/>
    <p:sldId id="2147481869" r:id="rId16"/>
    <p:sldId id="2147481914" r:id="rId17"/>
    <p:sldId id="2147481798" r:id="rId18"/>
    <p:sldId id="2147481786" r:id="rId19"/>
    <p:sldId id="2147481938" r:id="rId20"/>
    <p:sldId id="2147481934" r:id="rId21"/>
    <p:sldId id="2147481930" r:id="rId22"/>
    <p:sldId id="2147481931" r:id="rId23"/>
    <p:sldId id="2147481932" r:id="rId24"/>
    <p:sldId id="2147481933" r:id="rId25"/>
    <p:sldId id="2147481829" r:id="rId26"/>
    <p:sldId id="2147481910" r:id="rId27"/>
    <p:sldId id="2147481913" r:id="rId28"/>
    <p:sldId id="2147481908" r:id="rId29"/>
    <p:sldId id="2147481909" r:id="rId30"/>
    <p:sldId id="2147481881" r:id="rId31"/>
    <p:sldId id="2147481806" r:id="rId32"/>
    <p:sldId id="2147481808" r:id="rId33"/>
    <p:sldId id="2147481859" r:id="rId34"/>
    <p:sldId id="2147481939" r:id="rId35"/>
    <p:sldId id="2147481944" r:id="rId36"/>
    <p:sldId id="2147481941" r:id="rId37"/>
    <p:sldId id="2147481889" r:id="rId38"/>
    <p:sldId id="2147481942" r:id="rId39"/>
    <p:sldId id="2147481943" r:id="rId40"/>
    <p:sldId id="2147481888" r:id="rId41"/>
    <p:sldId id="2147481899" r:id="rId42"/>
    <p:sldId id="2147481900" r:id="rId43"/>
    <p:sldId id="2147481853" r:id="rId44"/>
    <p:sldId id="2147481960" r:id="rId45"/>
    <p:sldId id="2147481961" r:id="rId46"/>
    <p:sldId id="2147481959" r:id="rId47"/>
    <p:sldId id="2147481852" r:id="rId48"/>
    <p:sldId id="2147481962" r:id="rId49"/>
    <p:sldId id="2147481964" r:id="rId50"/>
    <p:sldId id="2147481884" r:id="rId51"/>
    <p:sldId id="2147481848" r:id="rId52"/>
    <p:sldId id="2147481965" r:id="rId53"/>
    <p:sldId id="2147481974" r:id="rId54"/>
    <p:sldId id="2147481979" r:id="rId55"/>
    <p:sldId id="2147481980" r:id="rId56"/>
    <p:sldId id="2147481851" r:id="rId57"/>
    <p:sldId id="2147481832" r:id="rId58"/>
    <p:sldId id="2147481875" r:id="rId59"/>
    <p:sldId id="2147481854" r:id="rId60"/>
    <p:sldId id="2147481876" r:id="rId61"/>
    <p:sldId id="2147481826" r:id="rId62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D0ED407-BB17-42FA-A173-DC618B9A475F}">
          <p14:sldIdLst>
            <p14:sldId id="2147481781"/>
            <p14:sldId id="2147480264"/>
          </p14:sldIdLst>
        </p14:section>
        <p14:section name="sponsors" id="{E6343C3D-A7FF-4C46-BAB7-F8C05C55F443}">
          <p14:sldIdLst>
            <p14:sldId id="257"/>
            <p14:sldId id="259"/>
          </p14:sldIdLst>
        </p14:section>
        <p14:section name="udf" id="{5647CBD2-85DD-4EBF-B294-98BDBA4C58C6}">
          <p14:sldIdLst>
            <p14:sldId id="2147481858"/>
            <p14:sldId id="2147481784"/>
            <p14:sldId id="2147481896"/>
            <p14:sldId id="2147481936"/>
            <p14:sldId id="2147481937"/>
            <p14:sldId id="2147481935"/>
          </p14:sldIdLst>
        </p14:section>
        <p14:section name="daxlib" id="{66D742EA-B5F3-44FA-A322-55436D8E4FAD}">
          <p14:sldIdLst>
            <p14:sldId id="2147481785"/>
            <p14:sldId id="2147481869"/>
            <p14:sldId id="2147481914"/>
            <p14:sldId id="2147481798"/>
            <p14:sldId id="2147481786"/>
            <p14:sldId id="2147481938"/>
            <p14:sldId id="2147481934"/>
            <p14:sldId id="2147481930"/>
            <p14:sldId id="2147481931"/>
            <p14:sldId id="2147481932"/>
            <p14:sldId id="2147481933"/>
          </p14:sldIdLst>
        </p14:section>
        <p14:section name="small" id="{BB07228A-9779-4F94-94E4-FD52F42BCB38}">
          <p14:sldIdLst>
            <p14:sldId id="2147481829"/>
            <p14:sldId id="2147481910"/>
            <p14:sldId id="2147481913"/>
            <p14:sldId id="2147481908"/>
            <p14:sldId id="2147481909"/>
            <p14:sldId id="2147481881"/>
            <p14:sldId id="2147481806"/>
          </p14:sldIdLst>
        </p14:section>
        <p14:section name="medium_large" id="{17A624D8-15FE-436B-A9DC-1E37681052A5}">
          <p14:sldIdLst>
            <p14:sldId id="2147481808"/>
            <p14:sldId id="2147481859"/>
            <p14:sldId id="2147481939"/>
            <p14:sldId id="2147481944"/>
            <p14:sldId id="2147481941"/>
            <p14:sldId id="2147481889"/>
            <p14:sldId id="2147481942"/>
            <p14:sldId id="2147481943"/>
            <p14:sldId id="2147481888"/>
            <p14:sldId id="2147481899"/>
            <p14:sldId id="2147481900"/>
          </p14:sldIdLst>
        </p14:section>
        <p14:section name="validated" id="{0C47FB52-06A2-465F-8C46-1F9F73CAE08A}">
          <p14:sldIdLst>
            <p14:sldId id="2147481853"/>
            <p14:sldId id="2147481960"/>
            <p14:sldId id="2147481961"/>
            <p14:sldId id="2147481959"/>
          </p14:sldIdLst>
        </p14:section>
        <p14:section name="performant" id="{4E821BCB-500B-4F0A-BB53-CF13B2DA6463}">
          <p14:sldIdLst>
            <p14:sldId id="2147481852"/>
            <p14:sldId id="2147481962"/>
            <p14:sldId id="2147481964"/>
            <p14:sldId id="2147481884"/>
            <p14:sldId id="2147481848"/>
            <p14:sldId id="2147481965"/>
            <p14:sldId id="2147481974"/>
            <p14:sldId id="2147481979"/>
            <p14:sldId id="2147481980"/>
          </p14:sldIdLst>
        </p14:section>
        <p14:section name="documentation" id="{319C7F47-509B-4E9E-8A17-69BCC043E934}">
          <p14:sldIdLst>
            <p14:sldId id="2147481851"/>
            <p14:sldId id="2147481832"/>
            <p14:sldId id="2147481875"/>
          </p14:sldIdLst>
        </p14:section>
        <p14:section name="takeaways" id="{E2031B75-5FF2-4386-B3FD-25D095DE3D49}">
          <p14:sldIdLst>
            <p14:sldId id="2147481854"/>
            <p14:sldId id="2147481876"/>
            <p14:sldId id="21474818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8F8160"/>
    <a:srgbClr val="E91E63"/>
    <a:srgbClr val="006400"/>
    <a:srgbClr val="5B6276"/>
    <a:srgbClr val="4D71C7"/>
    <a:srgbClr val="588E82"/>
    <a:srgbClr val="770000"/>
    <a:srgbClr val="B60DDC"/>
    <a:srgbClr val="E920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CE7F7-F13F-4181-B61C-247F10044B41}" v="145" dt="2026-09-08T07:51:21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370" autoAdjust="0"/>
  </p:normalViewPr>
  <p:slideViewPr>
    <p:cSldViewPr snapToGrid="0">
      <p:cViewPr varScale="1">
        <p:scale>
          <a:sx n="74" d="100"/>
          <a:sy n="74" d="100"/>
        </p:scale>
        <p:origin x="3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Duddy" userId="7a8a0c806e99fd3e" providerId="LiveId" clId="{CCFF1EDE-63BB-4842-AC66-0597FB2EFDF5}"/>
    <pc:docChg chg="undo redo custSel addSld delSld modSld sldOrd addSection delSection modSection">
      <pc:chgData name="Jake Duddy" userId="7a8a0c806e99fd3e" providerId="LiveId" clId="{CCFF1EDE-63BB-4842-AC66-0597FB2EFDF5}" dt="2026-09-08T07:53:33.339" v="4542" actId="1076"/>
      <pc:docMkLst>
        <pc:docMk/>
      </pc:docMkLst>
      <pc:sldChg chg="addSp delSp modSp mod">
        <pc:chgData name="Jake Duddy" userId="7a8a0c806e99fd3e" providerId="LiveId" clId="{CCFF1EDE-63BB-4842-AC66-0597FB2EFDF5}" dt="2026-09-02T11:47:45.138" v="667" actId="20577"/>
        <pc:sldMkLst>
          <pc:docMk/>
          <pc:sldMk cId="995210564" sldId="2147481784"/>
        </pc:sldMkLst>
        <pc:spChg chg="mod">
          <ac:chgData name="Jake Duddy" userId="7a8a0c806e99fd3e" providerId="LiveId" clId="{CCFF1EDE-63BB-4842-AC66-0597FB2EFDF5}" dt="2026-09-02T09:41:24.758" v="337"/>
          <ac:spMkLst>
            <pc:docMk/>
            <pc:sldMk cId="995210564" sldId="2147481784"/>
            <ac:spMk id="2" creationId="{A297A94A-5DD9-D5F6-BF49-E1CBDDD38A7C}"/>
          </ac:spMkLst>
        </pc:spChg>
        <pc:spChg chg="add mod">
          <ac:chgData name="Jake Duddy" userId="7a8a0c806e99fd3e" providerId="LiveId" clId="{CCFF1EDE-63BB-4842-AC66-0597FB2EFDF5}" dt="2026-09-02T11:47:45.138" v="667" actId="20577"/>
          <ac:spMkLst>
            <pc:docMk/>
            <pc:sldMk cId="995210564" sldId="2147481784"/>
            <ac:spMk id="6" creationId="{EE54F395-3D00-EDEB-C6D3-7E7B16D1F738}"/>
          </ac:spMkLst>
        </pc:spChg>
      </pc:sldChg>
      <pc:sldChg chg="addSp delSp modSp mod">
        <pc:chgData name="Jake Duddy" userId="7a8a0c806e99fd3e" providerId="LiveId" clId="{CCFF1EDE-63BB-4842-AC66-0597FB2EFDF5}" dt="2026-09-05T13:08:11.106" v="2083" actId="478"/>
        <pc:sldMkLst>
          <pc:docMk/>
          <pc:sldMk cId="910669156" sldId="2147481785"/>
        </pc:sldMkLst>
        <pc:spChg chg="mod">
          <ac:chgData name="Jake Duddy" userId="7a8a0c806e99fd3e" providerId="LiveId" clId="{CCFF1EDE-63BB-4842-AC66-0597FB2EFDF5}" dt="2026-09-05T13:08:07.191" v="2082" actId="20577"/>
          <ac:spMkLst>
            <pc:docMk/>
            <pc:sldMk cId="910669156" sldId="2147481785"/>
            <ac:spMk id="2" creationId="{C78262FC-7B76-5D19-185E-CA3050020C52}"/>
          </ac:spMkLst>
        </pc:spChg>
      </pc:sldChg>
      <pc:sldChg chg="addSp modSp mod">
        <pc:chgData name="Jake Duddy" userId="7a8a0c806e99fd3e" providerId="LiveId" clId="{CCFF1EDE-63BB-4842-AC66-0597FB2EFDF5}" dt="2026-09-05T17:05:29.438" v="2150" actId="20577"/>
        <pc:sldMkLst>
          <pc:docMk/>
          <pc:sldMk cId="3687624340" sldId="2147481786"/>
        </pc:sldMkLst>
        <pc:spChg chg="add mod">
          <ac:chgData name="Jake Duddy" userId="7a8a0c806e99fd3e" providerId="LiveId" clId="{CCFF1EDE-63BB-4842-AC66-0597FB2EFDF5}" dt="2026-09-05T06:59:07.972" v="1203"/>
          <ac:spMkLst>
            <pc:docMk/>
            <pc:sldMk cId="3687624340" sldId="2147481786"/>
            <ac:spMk id="2" creationId="{3F53CA22-867C-4F7F-87C7-0B093EA64A42}"/>
          </ac:spMkLst>
        </pc:spChg>
        <pc:spChg chg="mod">
          <ac:chgData name="Jake Duddy" userId="7a8a0c806e99fd3e" providerId="LiveId" clId="{CCFF1EDE-63BB-4842-AC66-0597FB2EFDF5}" dt="2026-09-05T17:05:29.438" v="2150" actId="20577"/>
          <ac:spMkLst>
            <pc:docMk/>
            <pc:sldMk cId="3687624340" sldId="2147481786"/>
            <ac:spMk id="4" creationId="{AE730A2C-9FA6-C2A9-2342-D284DEBE16F8}"/>
          </ac:spMkLst>
        </pc:spChg>
        <pc:spChg chg="mod">
          <ac:chgData name="Jake Duddy" userId="7a8a0c806e99fd3e" providerId="LiveId" clId="{CCFF1EDE-63BB-4842-AC66-0597FB2EFDF5}" dt="2026-09-05T07:36:56.618" v="1618" actId="2711"/>
          <ac:spMkLst>
            <pc:docMk/>
            <pc:sldMk cId="3687624340" sldId="2147481786"/>
            <ac:spMk id="9" creationId="{FD0D3A92-2B87-41EC-087A-046B1D6A56BC}"/>
          </ac:spMkLst>
        </pc:spChg>
        <pc:spChg chg="mod">
          <ac:chgData name="Jake Duddy" userId="7a8a0c806e99fd3e" providerId="LiveId" clId="{CCFF1EDE-63BB-4842-AC66-0597FB2EFDF5}" dt="2026-09-05T07:36:57.123" v="1619" actId="2711"/>
          <ac:spMkLst>
            <pc:docMk/>
            <pc:sldMk cId="3687624340" sldId="2147481786"/>
            <ac:spMk id="16" creationId="{E1F2DC61-69FD-3FAA-465A-5771EA4F841C}"/>
          </ac:spMkLst>
        </pc:spChg>
        <pc:spChg chg="mod">
          <ac:chgData name="Jake Duddy" userId="7a8a0c806e99fd3e" providerId="LiveId" clId="{CCFF1EDE-63BB-4842-AC66-0597FB2EFDF5}" dt="2026-09-05T06:56:22.327" v="1140" actId="164"/>
          <ac:spMkLst>
            <pc:docMk/>
            <pc:sldMk cId="3687624340" sldId="2147481786"/>
            <ac:spMk id="19" creationId="{BCB52B85-1356-C981-EE01-277CD1D32FDB}"/>
          </ac:spMkLst>
        </pc:spChg>
        <pc:spChg chg="mod">
          <ac:chgData name="Jake Duddy" userId="7a8a0c806e99fd3e" providerId="LiveId" clId="{CCFF1EDE-63BB-4842-AC66-0597FB2EFDF5}" dt="2026-09-05T06:56:22.327" v="1140" actId="164"/>
          <ac:spMkLst>
            <pc:docMk/>
            <pc:sldMk cId="3687624340" sldId="2147481786"/>
            <ac:spMk id="23" creationId="{DFE305B0-D34E-62EB-8E3F-D778C9B9DBDA}"/>
          </ac:spMkLst>
        </pc:spChg>
        <pc:grpChg chg="add mod">
          <ac:chgData name="Jake Duddy" userId="7a8a0c806e99fd3e" providerId="LiveId" clId="{CCFF1EDE-63BB-4842-AC66-0597FB2EFDF5}" dt="2026-09-05T06:56:33.787" v="1155" actId="1036"/>
          <ac:grpSpMkLst>
            <pc:docMk/>
            <pc:sldMk cId="3687624340" sldId="2147481786"/>
            <ac:grpSpMk id="3" creationId="{5A29C2CB-FFE6-8020-A00C-F06E3F098865}"/>
          </ac:grpSpMkLst>
        </pc:grpChg>
        <pc:picChg chg="mod">
          <ac:chgData name="Jake Duddy" userId="7a8a0c806e99fd3e" providerId="LiveId" clId="{CCFF1EDE-63BB-4842-AC66-0597FB2EFDF5}" dt="2026-09-05T06:56:22.327" v="1140" actId="164"/>
          <ac:picMkLst>
            <pc:docMk/>
            <pc:sldMk cId="3687624340" sldId="2147481786"/>
            <ac:picMk id="6" creationId="{23238209-8334-08BE-EA4E-6626AE134E07}"/>
          </ac:picMkLst>
        </pc:picChg>
        <pc:picChg chg="mod">
          <ac:chgData name="Jake Duddy" userId="7a8a0c806e99fd3e" providerId="LiveId" clId="{CCFF1EDE-63BB-4842-AC66-0597FB2EFDF5}" dt="2026-09-05T06:56:22.327" v="1140" actId="164"/>
          <ac:picMkLst>
            <pc:docMk/>
            <pc:sldMk cId="3687624340" sldId="2147481786"/>
            <ac:picMk id="8" creationId="{961352F8-7841-FEF6-7A3F-4C6753042E6B}"/>
          </ac:picMkLst>
        </pc:picChg>
      </pc:sldChg>
      <pc:sldChg chg="ord">
        <pc:chgData name="Jake Duddy" userId="7a8a0c806e99fd3e" providerId="LiveId" clId="{CCFF1EDE-63BB-4842-AC66-0597FB2EFDF5}" dt="2026-09-05T06:58:47.479" v="1200"/>
        <pc:sldMkLst>
          <pc:docMk/>
          <pc:sldMk cId="457516807" sldId="2147481798"/>
        </pc:sldMkLst>
      </pc:sldChg>
      <pc:sldChg chg="addSp modSp mod">
        <pc:chgData name="Jake Duddy" userId="7a8a0c806e99fd3e" providerId="LiveId" clId="{CCFF1EDE-63BB-4842-AC66-0597FB2EFDF5}" dt="2026-09-05T17:15:44.475" v="2519" actId="113"/>
        <pc:sldMkLst>
          <pc:docMk/>
          <pc:sldMk cId="1503709358" sldId="2147481829"/>
        </pc:sldMkLst>
        <pc:spChg chg="add mod">
          <ac:chgData name="Jake Duddy" userId="7a8a0c806e99fd3e" providerId="LiveId" clId="{CCFF1EDE-63BB-4842-AC66-0597FB2EFDF5}" dt="2026-09-02T09:41:33.455" v="405"/>
          <ac:spMkLst>
            <pc:docMk/>
            <pc:sldMk cId="1503709358" sldId="2147481829"/>
            <ac:spMk id="2" creationId="{1A12B210-203B-4C7C-8192-729DE757F11D}"/>
          </ac:spMkLst>
        </pc:spChg>
        <pc:spChg chg="mod">
          <ac:chgData name="Jake Duddy" userId="7a8a0c806e99fd3e" providerId="LiveId" clId="{CCFF1EDE-63BB-4842-AC66-0597FB2EFDF5}" dt="2026-09-02T09:41:33.441" v="397"/>
          <ac:spMkLst>
            <pc:docMk/>
            <pc:sldMk cId="1503709358" sldId="2147481829"/>
            <ac:spMk id="4" creationId="{AE730A2C-9FA6-C2A9-2342-D284DEBE16F8}"/>
          </ac:spMkLst>
        </pc:spChg>
        <pc:spChg chg="mod">
          <ac:chgData name="Jake Duddy" userId="7a8a0c806e99fd3e" providerId="LiveId" clId="{CCFF1EDE-63BB-4842-AC66-0597FB2EFDF5}" dt="2026-09-05T17:15:44.475" v="2519" actId="113"/>
          <ac:spMkLst>
            <pc:docMk/>
            <pc:sldMk cId="1503709358" sldId="2147481829"/>
            <ac:spMk id="5" creationId="{98407A03-B38C-7C52-641D-C1C28D7DA39A}"/>
          </ac:spMkLst>
        </pc:spChg>
        <pc:spChg chg="mod">
          <ac:chgData name="Jake Duddy" userId="7a8a0c806e99fd3e" providerId="LiveId" clId="{CCFF1EDE-63BB-4842-AC66-0597FB2EFDF5}" dt="2026-09-05T07:34:15.323" v="1610"/>
          <ac:spMkLst>
            <pc:docMk/>
            <pc:sldMk cId="1503709358" sldId="2147481829"/>
            <ac:spMk id="20" creationId="{00000000-0000-0000-0000-000000000000}"/>
          </ac:spMkLst>
        </pc:spChg>
      </pc:sldChg>
      <pc:sldChg chg="addSp modSp mod">
        <pc:chgData name="Jake Duddy" userId="7a8a0c806e99fd3e" providerId="LiveId" clId="{CCFF1EDE-63BB-4842-AC66-0597FB2EFDF5}" dt="2026-09-02T09:41:50.559" v="575"/>
        <pc:sldMkLst>
          <pc:docMk/>
          <pc:sldMk cId="7865331" sldId="2147481832"/>
        </pc:sldMkLst>
        <pc:spChg chg="add mod">
          <ac:chgData name="Jake Duddy" userId="7a8a0c806e99fd3e" providerId="LiveId" clId="{CCFF1EDE-63BB-4842-AC66-0597FB2EFDF5}" dt="2026-09-02T09:41:50.559" v="575"/>
          <ac:spMkLst>
            <pc:docMk/>
            <pc:sldMk cId="7865331" sldId="2147481832"/>
            <ac:spMk id="2" creationId="{10DD1DA6-96E0-42D9-95D5-5B219E0152F2}"/>
          </ac:spMkLst>
        </pc:spChg>
        <pc:spChg chg="mod">
          <ac:chgData name="Jake Duddy" userId="7a8a0c806e99fd3e" providerId="LiveId" clId="{CCFF1EDE-63BB-4842-AC66-0597FB2EFDF5}" dt="2026-09-02T09:41:50.555" v="567"/>
          <ac:spMkLst>
            <pc:docMk/>
            <pc:sldMk cId="7865331" sldId="2147481832"/>
            <ac:spMk id="4" creationId="{AE730A2C-9FA6-C2A9-2342-D284DEBE16F8}"/>
          </ac:spMkLst>
        </pc:spChg>
      </pc:sldChg>
      <pc:sldChg chg="addSp modSp mod">
        <pc:chgData name="Jake Duddy" userId="7a8a0c806e99fd3e" providerId="LiveId" clId="{CCFF1EDE-63BB-4842-AC66-0597FB2EFDF5}" dt="2026-09-02T09:41:50.525" v="565"/>
        <pc:sldMkLst>
          <pc:docMk/>
          <pc:sldMk cId="947003566" sldId="2147481848"/>
        </pc:sldMkLst>
        <pc:spChg chg="mod">
          <ac:chgData name="Jake Duddy" userId="7a8a0c806e99fd3e" providerId="LiveId" clId="{CCFF1EDE-63BB-4842-AC66-0597FB2EFDF5}" dt="2026-09-02T09:41:50.525" v="557"/>
          <ac:spMkLst>
            <pc:docMk/>
            <pc:sldMk cId="947003566" sldId="2147481848"/>
            <ac:spMk id="4" creationId="{B012CC45-0615-6610-549B-0DDE3ADAE6BD}"/>
          </ac:spMkLst>
        </pc:spChg>
        <pc:spChg chg="add mod">
          <ac:chgData name="Jake Duddy" userId="7a8a0c806e99fd3e" providerId="LiveId" clId="{CCFF1EDE-63BB-4842-AC66-0597FB2EFDF5}" dt="2026-09-02T09:41:50.525" v="565"/>
          <ac:spMkLst>
            <pc:docMk/>
            <pc:sldMk cId="947003566" sldId="2147481848"/>
            <ac:spMk id="5" creationId="{AB711103-2344-4F0B-8A77-345605483E5B}"/>
          </ac:spMkLst>
        </pc:spChg>
      </pc:sldChg>
      <pc:sldChg chg="ord">
        <pc:chgData name="Jake Duddy" userId="7a8a0c806e99fd3e" providerId="LiveId" clId="{CCFF1EDE-63BB-4842-AC66-0597FB2EFDF5}" dt="2026-09-02T09:17:38.727" v="49" actId="20578"/>
        <pc:sldMkLst>
          <pc:docMk/>
          <pc:sldMk cId="985526748" sldId="2147481851"/>
        </pc:sldMkLst>
      </pc:sldChg>
      <pc:sldChg chg="addSp delSp modSp mod modTransition addAnim delAnim modAnim">
        <pc:chgData name="Jake Duddy" userId="7a8a0c806e99fd3e" providerId="LiveId" clId="{CCFF1EDE-63BB-4842-AC66-0597FB2EFDF5}" dt="2026-09-05T20:18:38.446" v="2952"/>
        <pc:sldMkLst>
          <pc:docMk/>
          <pc:sldMk cId="2952482918" sldId="2147481859"/>
        </pc:sldMkLst>
        <pc:spChg chg="add mod">
          <ac:chgData name="Jake Duddy" userId="7a8a0c806e99fd3e" providerId="LiveId" clId="{CCFF1EDE-63BB-4842-AC66-0597FB2EFDF5}" dt="2026-09-02T09:41:41.441" v="465"/>
          <ac:spMkLst>
            <pc:docMk/>
            <pc:sldMk cId="2952482918" sldId="2147481859"/>
            <ac:spMk id="2" creationId="{F0B8F153-B9F3-4238-A931-0AAA0FB9D6CC}"/>
          </ac:spMkLst>
        </pc:spChg>
        <pc:spChg chg="mod">
          <ac:chgData name="Jake Duddy" userId="7a8a0c806e99fd3e" providerId="LiveId" clId="{CCFF1EDE-63BB-4842-AC66-0597FB2EFDF5}" dt="2026-09-02T09:41:41.431" v="457"/>
          <ac:spMkLst>
            <pc:docMk/>
            <pc:sldMk cId="2952482918" sldId="2147481859"/>
            <ac:spMk id="4" creationId="{60ABFDBC-5AA4-5FBD-1162-34B3DA476551}"/>
          </ac:spMkLst>
        </pc:spChg>
      </pc:sldChg>
      <pc:sldChg chg="addSp modSp mod">
        <pc:chgData name="Jake Duddy" userId="7a8a0c806e99fd3e" providerId="LiveId" clId="{CCFF1EDE-63BB-4842-AC66-0597FB2EFDF5}" dt="2026-09-05T13:09:39.401" v="2120" actId="5793"/>
        <pc:sldMkLst>
          <pc:docMk/>
          <pc:sldMk cId="1378786966" sldId="2147481869"/>
        </pc:sldMkLst>
        <pc:spChg chg="mod">
          <ac:chgData name="Jake Duddy" userId="7a8a0c806e99fd3e" providerId="LiveId" clId="{CCFF1EDE-63BB-4842-AC66-0597FB2EFDF5}" dt="2026-09-05T13:09:28.810" v="2117" actId="20577"/>
          <ac:spMkLst>
            <pc:docMk/>
            <pc:sldMk cId="1378786966" sldId="2147481869"/>
            <ac:spMk id="4" creationId="{AE730A2C-9FA6-C2A9-2342-D284DEBE16F8}"/>
          </ac:spMkLst>
        </pc:spChg>
        <pc:spChg chg="mod">
          <ac:chgData name="Jake Duddy" userId="7a8a0c806e99fd3e" providerId="LiveId" clId="{CCFF1EDE-63BB-4842-AC66-0597FB2EFDF5}" dt="2026-09-05T13:09:39.401" v="2120" actId="5793"/>
          <ac:spMkLst>
            <pc:docMk/>
            <pc:sldMk cId="1378786966" sldId="2147481869"/>
            <ac:spMk id="5" creationId="{98407A03-B38C-7C52-641D-C1C28D7DA39A}"/>
          </ac:spMkLst>
        </pc:spChg>
        <pc:spChg chg="add mod">
          <ac:chgData name="Jake Duddy" userId="7a8a0c806e99fd3e" providerId="LiveId" clId="{CCFF1EDE-63BB-4842-AC66-0597FB2EFDF5}" dt="2026-09-02T09:41:24.980" v="375"/>
          <ac:spMkLst>
            <pc:docMk/>
            <pc:sldMk cId="1378786966" sldId="2147481869"/>
            <ac:spMk id="11" creationId="{EE23B174-B5DF-450B-A4A1-01583F920077}"/>
          </ac:spMkLst>
        </pc:spChg>
      </pc:sldChg>
      <pc:sldChg chg="addSp delSp modSp mod">
        <pc:chgData name="Jake Duddy" userId="7a8a0c806e99fd3e" providerId="LiveId" clId="{CCFF1EDE-63BB-4842-AC66-0597FB2EFDF5}" dt="2026-09-08T07:30:23.750" v="3890" actId="22"/>
        <pc:sldMkLst>
          <pc:docMk/>
          <pc:sldMk cId="82874659" sldId="2147481875"/>
        </pc:sldMkLst>
        <pc:spChg chg="add mod">
          <ac:chgData name="Jake Duddy" userId="7a8a0c806e99fd3e" providerId="LiveId" clId="{CCFF1EDE-63BB-4842-AC66-0597FB2EFDF5}" dt="2026-09-02T09:41:50.588" v="585"/>
          <ac:spMkLst>
            <pc:docMk/>
            <pc:sldMk cId="82874659" sldId="2147481875"/>
            <ac:spMk id="2" creationId="{40BA76DD-8C2E-4583-BD26-474A4EF99FC9}"/>
          </ac:spMkLst>
        </pc:spChg>
        <pc:spChg chg="mod">
          <ac:chgData name="Jake Duddy" userId="7a8a0c806e99fd3e" providerId="LiveId" clId="{CCFF1EDE-63BB-4842-AC66-0597FB2EFDF5}" dt="2026-09-02T09:41:50.585" v="577"/>
          <ac:spMkLst>
            <pc:docMk/>
            <pc:sldMk cId="82874659" sldId="2147481875"/>
            <ac:spMk id="4" creationId="{0D0E92C8-81BA-2028-E076-54A2FDFC57FE}"/>
          </ac:spMkLst>
        </pc:spChg>
        <pc:spChg chg="add del">
          <ac:chgData name="Jake Duddy" userId="7a8a0c806e99fd3e" providerId="LiveId" clId="{CCFF1EDE-63BB-4842-AC66-0597FB2EFDF5}" dt="2026-09-08T07:30:23.750" v="3890" actId="22"/>
          <ac:spMkLst>
            <pc:docMk/>
            <pc:sldMk cId="82874659" sldId="2147481875"/>
            <ac:spMk id="7" creationId="{FFAFC66B-994F-0087-43CF-C7DB4805EB9B}"/>
          </ac:spMkLst>
        </pc:spChg>
      </pc:sldChg>
      <pc:sldChg chg="addSp delSp modSp mod">
        <pc:chgData name="Jake Duddy" userId="7a8a0c806e99fd3e" providerId="LiveId" clId="{CCFF1EDE-63BB-4842-AC66-0597FB2EFDF5}" dt="2026-09-05T21:50:15.506" v="3834" actId="1035"/>
        <pc:sldMkLst>
          <pc:docMk/>
          <pc:sldMk cId="8945019" sldId="2147481876"/>
        </pc:sldMkLst>
        <pc:spChg chg="add mod">
          <ac:chgData name="Jake Duddy" userId="7a8a0c806e99fd3e" providerId="LiveId" clId="{CCFF1EDE-63BB-4842-AC66-0597FB2EFDF5}" dt="2026-09-02T09:41:50.622" v="595"/>
          <ac:spMkLst>
            <pc:docMk/>
            <pc:sldMk cId="8945019" sldId="2147481876"/>
            <ac:spMk id="2" creationId="{860F284D-AD48-43E1-B495-A845FC15B90D}"/>
          </ac:spMkLst>
        </pc:spChg>
        <pc:spChg chg="mod">
          <ac:chgData name="Jake Duddy" userId="7a8a0c806e99fd3e" providerId="LiveId" clId="{CCFF1EDE-63BB-4842-AC66-0597FB2EFDF5}" dt="2026-09-02T09:41:50.615" v="587"/>
          <ac:spMkLst>
            <pc:docMk/>
            <pc:sldMk cId="8945019" sldId="2147481876"/>
            <ac:spMk id="4" creationId="{AE730A2C-9FA6-C2A9-2342-D284DEBE16F8}"/>
          </ac:spMkLst>
        </pc:spChg>
        <pc:spChg chg="mod">
          <ac:chgData name="Jake Duddy" userId="7a8a0c806e99fd3e" providerId="LiveId" clId="{CCFF1EDE-63BB-4842-AC66-0597FB2EFDF5}" dt="2026-09-05T21:50:15.506" v="3834" actId="1035"/>
          <ac:spMkLst>
            <pc:docMk/>
            <pc:sldMk cId="8945019" sldId="2147481876"/>
            <ac:spMk id="12" creationId="{00000000-0000-0000-0000-000000000000}"/>
          </ac:spMkLst>
        </pc:spChg>
        <pc:spChg chg="mod">
          <ac:chgData name="Jake Duddy" userId="7a8a0c806e99fd3e" providerId="LiveId" clId="{CCFF1EDE-63BB-4842-AC66-0597FB2EFDF5}" dt="2026-09-05T21:50:12.852" v="3825" actId="1036"/>
          <ac:spMkLst>
            <pc:docMk/>
            <pc:sldMk cId="8945019" sldId="2147481876"/>
            <ac:spMk id="13" creationId="{00000000-0000-0000-0000-000000000000}"/>
          </ac:spMkLst>
        </pc:spChg>
      </pc:sldChg>
      <pc:sldChg chg="addSp modSp add mod modShow">
        <pc:chgData name="Jake Duddy" userId="7a8a0c806e99fd3e" providerId="LiveId" clId="{CCFF1EDE-63BB-4842-AC66-0597FB2EFDF5}" dt="2026-09-05T17:25:54.210" v="2808" actId="20577"/>
        <pc:sldMkLst>
          <pc:docMk/>
          <pc:sldMk cId="1185877201" sldId="2147481881"/>
        </pc:sldMkLst>
        <pc:spChg chg="add mod">
          <ac:chgData name="Jake Duddy" userId="7a8a0c806e99fd3e" providerId="LiveId" clId="{CCFF1EDE-63BB-4842-AC66-0597FB2EFDF5}" dt="2026-09-02T09:41:33.717" v="455"/>
          <ac:spMkLst>
            <pc:docMk/>
            <pc:sldMk cId="1185877201" sldId="2147481881"/>
            <ac:spMk id="2" creationId="{330482B2-2F2A-4A6A-8959-F651502C43E0}"/>
          </ac:spMkLst>
        </pc:spChg>
        <pc:spChg chg="mod">
          <ac:chgData name="Jake Duddy" userId="7a8a0c806e99fd3e" providerId="LiveId" clId="{CCFF1EDE-63BB-4842-AC66-0597FB2EFDF5}" dt="2026-09-02T09:41:33.707" v="447"/>
          <ac:spMkLst>
            <pc:docMk/>
            <pc:sldMk cId="1185877201" sldId="2147481881"/>
            <ac:spMk id="4" creationId="{88A56E4B-4276-614A-6D53-9AF61B37990B}"/>
          </ac:spMkLst>
        </pc:spChg>
        <pc:spChg chg="mod">
          <ac:chgData name="Jake Duddy" userId="7a8a0c806e99fd3e" providerId="LiveId" clId="{CCFF1EDE-63BB-4842-AC66-0597FB2EFDF5}" dt="2026-09-05T17:06:49.337" v="2173" actId="113"/>
          <ac:spMkLst>
            <pc:docMk/>
            <pc:sldMk cId="1185877201" sldId="2147481881"/>
            <ac:spMk id="16" creationId="{D1900759-5C97-1850-AD49-F06D2F46F802}"/>
          </ac:spMkLst>
        </pc:spChg>
        <pc:spChg chg="mod">
          <ac:chgData name="Jake Duddy" userId="7a8a0c806e99fd3e" providerId="LiveId" clId="{CCFF1EDE-63BB-4842-AC66-0597FB2EFDF5}" dt="2026-09-05T17:25:54.210" v="2808" actId="20577"/>
          <ac:spMkLst>
            <pc:docMk/>
            <pc:sldMk cId="1185877201" sldId="2147481881"/>
            <ac:spMk id="17" creationId="{61DF13DD-C44A-8551-818E-3EECD1FAE329}"/>
          </ac:spMkLst>
        </pc:spChg>
      </pc:sldChg>
      <pc:sldChg chg="addSp modSp add mod modShow">
        <pc:chgData name="Jake Duddy" userId="7a8a0c806e99fd3e" providerId="LiveId" clId="{CCFF1EDE-63BB-4842-AC66-0597FB2EFDF5}" dt="2026-09-05T21:40:30.287" v="3644" actId="34476"/>
        <pc:sldMkLst>
          <pc:docMk/>
          <pc:sldMk cId="167572372" sldId="2147481884"/>
        </pc:sldMkLst>
        <pc:spChg chg="add mod">
          <ac:chgData name="Jake Duddy" userId="7a8a0c806e99fd3e" providerId="LiveId" clId="{CCFF1EDE-63BB-4842-AC66-0597FB2EFDF5}" dt="2026-09-02T09:41:50.465" v="545"/>
          <ac:spMkLst>
            <pc:docMk/>
            <pc:sldMk cId="167572372" sldId="2147481884"/>
            <ac:spMk id="2" creationId="{5A83083E-4EDF-4132-89AB-79796248C18F}"/>
          </ac:spMkLst>
        </pc:spChg>
        <pc:spChg chg="mod">
          <ac:chgData name="Jake Duddy" userId="7a8a0c806e99fd3e" providerId="LiveId" clId="{CCFF1EDE-63BB-4842-AC66-0597FB2EFDF5}" dt="2026-09-02T09:41:50.458" v="537"/>
          <ac:spMkLst>
            <pc:docMk/>
            <pc:sldMk cId="167572372" sldId="2147481884"/>
            <ac:spMk id="4" creationId="{87B04F9C-E477-7E91-273D-6F269F3BEDC8}"/>
          </ac:spMkLst>
        </pc:spChg>
      </pc:sldChg>
      <pc:sldChg chg="addSp modSp add mod">
        <pc:chgData name="Jake Duddy" userId="7a8a0c806e99fd3e" providerId="LiveId" clId="{CCFF1EDE-63BB-4842-AC66-0597FB2EFDF5}" dt="2026-09-05T20:30:07.095" v="3121" actId="6549"/>
        <pc:sldMkLst>
          <pc:docMk/>
          <pc:sldMk cId="2738717493" sldId="2147481888"/>
        </pc:sldMkLst>
        <pc:spChg chg="add mod">
          <ac:chgData name="Jake Duddy" userId="7a8a0c806e99fd3e" providerId="LiveId" clId="{CCFF1EDE-63BB-4842-AC66-0597FB2EFDF5}" dt="2026-09-02T09:41:41.505" v="475"/>
          <ac:spMkLst>
            <pc:docMk/>
            <pc:sldMk cId="2738717493" sldId="2147481888"/>
            <ac:spMk id="2" creationId="{6E4EBE3F-EAB8-45AB-B64E-0CBE70115958}"/>
          </ac:spMkLst>
        </pc:spChg>
        <pc:spChg chg="mod">
          <ac:chgData name="Jake Duddy" userId="7a8a0c806e99fd3e" providerId="LiveId" clId="{CCFF1EDE-63BB-4842-AC66-0597FB2EFDF5}" dt="2026-09-02T09:41:41.496" v="467"/>
          <ac:spMkLst>
            <pc:docMk/>
            <pc:sldMk cId="2738717493" sldId="2147481888"/>
            <ac:spMk id="4" creationId="{AE730A2C-9FA6-C2A9-2342-D284DEBE16F8}"/>
          </ac:spMkLst>
        </pc:spChg>
        <pc:spChg chg="mod">
          <ac:chgData name="Jake Duddy" userId="7a8a0c806e99fd3e" providerId="LiveId" clId="{CCFF1EDE-63BB-4842-AC66-0597FB2EFDF5}" dt="2026-09-05T17:15:07.345" v="2508" actId="207"/>
          <ac:spMkLst>
            <pc:docMk/>
            <pc:sldMk cId="2738717493" sldId="2147481888"/>
            <ac:spMk id="5" creationId="{98407A03-B38C-7C52-641D-C1C28D7DA39A}"/>
          </ac:spMkLst>
        </pc:spChg>
        <pc:spChg chg="mod">
          <ac:chgData name="Jake Duddy" userId="7a8a0c806e99fd3e" providerId="LiveId" clId="{CCFF1EDE-63BB-4842-AC66-0597FB2EFDF5}" dt="2026-09-05T20:30:07.095" v="3121" actId="6549"/>
          <ac:spMkLst>
            <pc:docMk/>
            <pc:sldMk cId="2738717493" sldId="2147481888"/>
            <ac:spMk id="20" creationId="{00000000-0000-0000-0000-000000000000}"/>
          </ac:spMkLst>
        </pc:spChg>
      </pc:sldChg>
      <pc:sldChg chg="addSp modSp add mod ord modShow">
        <pc:chgData name="Jake Duddy" userId="7a8a0c806e99fd3e" providerId="LiveId" clId="{CCFF1EDE-63BB-4842-AC66-0597FB2EFDF5}" dt="2026-09-05T21:42:20.878" v="3719" actId="20577"/>
        <pc:sldMkLst>
          <pc:docMk/>
          <pc:sldMk cId="2268742145" sldId="2147481889"/>
        </pc:sldMkLst>
        <pc:spChg chg="mod">
          <ac:chgData name="Jake Duddy" userId="7a8a0c806e99fd3e" providerId="LiveId" clId="{CCFF1EDE-63BB-4842-AC66-0597FB2EFDF5}" dt="2026-09-05T21:42:20.878" v="3719" actId="20577"/>
          <ac:spMkLst>
            <pc:docMk/>
            <pc:sldMk cId="2268742145" sldId="2147481889"/>
            <ac:spMk id="4" creationId="{AE730A2C-9FA6-C2A9-2342-D284DEBE16F8}"/>
          </ac:spMkLst>
        </pc:spChg>
        <pc:spChg chg="add mod">
          <ac:chgData name="Jake Duddy" userId="7a8a0c806e99fd3e" providerId="LiveId" clId="{CCFF1EDE-63BB-4842-AC66-0597FB2EFDF5}" dt="2026-09-02T09:41:41.540" v="485"/>
          <ac:spMkLst>
            <pc:docMk/>
            <pc:sldMk cId="2268742145" sldId="2147481889"/>
            <ac:spMk id="7" creationId="{1B86DC1F-9E6E-49C2-8E3B-7E3EECCD040F}"/>
          </ac:spMkLst>
        </pc:spChg>
      </pc:sldChg>
      <pc:sldChg chg="addSp delSp modSp add mod delAnim modAnim">
        <pc:chgData name="Jake Duddy" userId="7a8a0c806e99fd3e" providerId="LiveId" clId="{CCFF1EDE-63BB-4842-AC66-0597FB2EFDF5}" dt="2026-09-05T17:09:21.635" v="2305" actId="6549"/>
        <pc:sldMkLst>
          <pc:docMk/>
          <pc:sldMk cId="3040958557" sldId="2147481896"/>
        </pc:sldMkLst>
        <pc:spChg chg="add mod">
          <ac:chgData name="Jake Duddy" userId="7a8a0c806e99fd3e" providerId="LiveId" clId="{CCFF1EDE-63BB-4842-AC66-0597FB2EFDF5}" dt="2026-09-05T17:09:21.635" v="2305" actId="6549"/>
          <ac:spMkLst>
            <pc:docMk/>
            <pc:sldMk cId="3040958557" sldId="2147481896"/>
            <ac:spMk id="4" creationId="{92C5DC4C-A81A-5318-59DB-B3788145F968}"/>
          </ac:spMkLst>
        </pc:spChg>
        <pc:spChg chg="mod">
          <ac:chgData name="Jake Duddy" userId="7a8a0c806e99fd3e" providerId="LiveId" clId="{CCFF1EDE-63BB-4842-AC66-0597FB2EFDF5}" dt="2026-09-05T12:42:54.511" v="2043" actId="1036"/>
          <ac:spMkLst>
            <pc:docMk/>
            <pc:sldMk cId="3040958557" sldId="2147481896"/>
            <ac:spMk id="5" creationId="{25B386E7-1C91-B93C-54AE-75B3FA57CB93}"/>
          </ac:spMkLst>
        </pc:spChg>
        <pc:spChg chg="mod">
          <ac:chgData name="Jake Duddy" userId="7a8a0c806e99fd3e" providerId="LiveId" clId="{CCFF1EDE-63BB-4842-AC66-0597FB2EFDF5}" dt="2026-09-05T12:42:54.511" v="2043" actId="1036"/>
          <ac:spMkLst>
            <pc:docMk/>
            <pc:sldMk cId="3040958557" sldId="2147481896"/>
            <ac:spMk id="6" creationId="{585E2570-29AF-D233-A42C-6E520D51ADEA}"/>
          </ac:spMkLst>
        </pc:spChg>
        <pc:spChg chg="mod">
          <ac:chgData name="Jake Duddy" userId="7a8a0c806e99fd3e" providerId="LiveId" clId="{CCFF1EDE-63BB-4842-AC66-0597FB2EFDF5}" dt="2026-09-05T12:42:54.511" v="2043" actId="1036"/>
          <ac:spMkLst>
            <pc:docMk/>
            <pc:sldMk cId="3040958557" sldId="2147481896"/>
            <ac:spMk id="8" creationId="{2228327C-1F2E-A2DB-3A51-4F655C61254A}"/>
          </ac:spMkLst>
        </pc:spChg>
        <pc:spChg chg="add">
          <ac:chgData name="Jake Duddy" userId="7a8a0c806e99fd3e" providerId="LiveId" clId="{CCFF1EDE-63BB-4842-AC66-0597FB2EFDF5}" dt="2026-09-02T11:47:49.561" v="668" actId="22"/>
          <ac:spMkLst>
            <pc:docMk/>
            <pc:sldMk cId="3040958557" sldId="2147481896"/>
            <ac:spMk id="9" creationId="{E93C557A-E96F-C8D5-FA0B-A870FF6D2197}"/>
          </ac:spMkLst>
        </pc:spChg>
        <pc:spChg chg="mod">
          <ac:chgData name="Jake Duddy" userId="7a8a0c806e99fd3e" providerId="LiveId" clId="{CCFF1EDE-63BB-4842-AC66-0597FB2EFDF5}" dt="2026-09-05T12:42:54.511" v="2043" actId="1036"/>
          <ac:spMkLst>
            <pc:docMk/>
            <pc:sldMk cId="3040958557" sldId="2147481896"/>
            <ac:spMk id="10" creationId="{CC99D907-336C-BA6E-DD1D-01809FB68557}"/>
          </ac:spMkLst>
        </pc:spChg>
        <pc:spChg chg="mod">
          <ac:chgData name="Jake Duddy" userId="7a8a0c806e99fd3e" providerId="LiveId" clId="{CCFF1EDE-63BB-4842-AC66-0597FB2EFDF5}" dt="2026-09-05T12:42:54.511" v="2043" actId="1036"/>
          <ac:spMkLst>
            <pc:docMk/>
            <pc:sldMk cId="3040958557" sldId="2147481896"/>
            <ac:spMk id="12" creationId="{CBB783F6-2FBC-61A2-3557-2494D6E1F1B9}"/>
          </ac:spMkLst>
        </pc:spChg>
        <pc:spChg chg="mod">
          <ac:chgData name="Jake Duddy" userId="7a8a0c806e99fd3e" providerId="LiveId" clId="{CCFF1EDE-63BB-4842-AC66-0597FB2EFDF5}" dt="2026-09-05T12:42:54.511" v="2043" actId="1036"/>
          <ac:spMkLst>
            <pc:docMk/>
            <pc:sldMk cId="3040958557" sldId="2147481896"/>
            <ac:spMk id="13" creationId="{834EBA26-2403-BC96-3B65-79FE61A28153}"/>
          </ac:spMkLst>
        </pc:spChg>
        <pc:spChg chg="add mod">
          <ac:chgData name="Jake Duddy" userId="7a8a0c806e99fd3e" providerId="LiveId" clId="{CCFF1EDE-63BB-4842-AC66-0597FB2EFDF5}" dt="2026-09-05T12:41:48.745" v="1948" actId="113"/>
          <ac:spMkLst>
            <pc:docMk/>
            <pc:sldMk cId="3040958557" sldId="2147481896"/>
            <ac:spMk id="14" creationId="{1E3BAF53-8A5F-D295-6F49-1453841E598D}"/>
          </ac:spMkLst>
        </pc:spChg>
        <pc:spChg chg="mod">
          <ac:chgData name="Jake Duddy" userId="7a8a0c806e99fd3e" providerId="LiveId" clId="{CCFF1EDE-63BB-4842-AC66-0597FB2EFDF5}" dt="2026-09-05T12:42:54.511" v="2043" actId="1036"/>
          <ac:spMkLst>
            <pc:docMk/>
            <pc:sldMk cId="3040958557" sldId="2147481896"/>
            <ac:spMk id="15" creationId="{BE5B14AC-B47C-DAA7-196A-D9CEA6F54D6D}"/>
          </ac:spMkLst>
        </pc:spChg>
        <pc:spChg chg="mod">
          <ac:chgData name="Jake Duddy" userId="7a8a0c806e99fd3e" providerId="LiveId" clId="{CCFF1EDE-63BB-4842-AC66-0597FB2EFDF5}" dt="2026-09-05T12:42:54.511" v="2043" actId="1036"/>
          <ac:spMkLst>
            <pc:docMk/>
            <pc:sldMk cId="3040958557" sldId="2147481896"/>
            <ac:spMk id="17" creationId="{EBB0F02D-33EF-B40E-3300-0B94C7FAF342}"/>
          </ac:spMkLst>
        </pc:spChg>
        <pc:spChg chg="mod">
          <ac:chgData name="Jake Duddy" userId="7a8a0c806e99fd3e" providerId="LiveId" clId="{CCFF1EDE-63BB-4842-AC66-0597FB2EFDF5}" dt="2026-09-05T12:42:54.511" v="2043" actId="1036"/>
          <ac:spMkLst>
            <pc:docMk/>
            <pc:sldMk cId="3040958557" sldId="2147481896"/>
            <ac:spMk id="19" creationId="{0ED4E7E3-729F-6463-C507-545F8CD04CE5}"/>
          </ac:spMkLst>
        </pc:spChg>
      </pc:sldChg>
      <pc:sldChg chg="modSp add mod">
        <pc:chgData name="Jake Duddy" userId="7a8a0c806e99fd3e" providerId="LiveId" clId="{CCFF1EDE-63BB-4842-AC66-0597FB2EFDF5}" dt="2026-09-08T07:38:09.529" v="3918" actId="6549"/>
        <pc:sldMkLst>
          <pc:docMk/>
          <pc:sldMk cId="766334978" sldId="2147481899"/>
        </pc:sldMkLst>
        <pc:spChg chg="mod">
          <ac:chgData name="Jake Duddy" userId="7a8a0c806e99fd3e" providerId="LiveId" clId="{CCFF1EDE-63BB-4842-AC66-0597FB2EFDF5}" dt="2026-09-05T20:16:23.247" v="2820" actId="20577"/>
          <ac:spMkLst>
            <pc:docMk/>
            <pc:sldMk cId="766334978" sldId="2147481899"/>
            <ac:spMk id="101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7:00.306" v="2869" actId="20577"/>
          <ac:spMkLst>
            <pc:docMk/>
            <pc:sldMk cId="766334978" sldId="2147481899"/>
            <ac:spMk id="102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6:24.587" v="2821" actId="20577"/>
          <ac:spMkLst>
            <pc:docMk/>
            <pc:sldMk cId="766334978" sldId="2147481899"/>
            <ac:spMk id="104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6:57.895" v="2868" actId="20577"/>
          <ac:spMkLst>
            <pc:docMk/>
            <pc:sldMk cId="766334978" sldId="2147481899"/>
            <ac:spMk id="105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6:25.671" v="2822" actId="20577"/>
          <ac:spMkLst>
            <pc:docMk/>
            <pc:sldMk cId="766334978" sldId="2147481899"/>
            <ac:spMk id="107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7:01.668" v="2870" actId="20577"/>
          <ac:spMkLst>
            <pc:docMk/>
            <pc:sldMk cId="766334978" sldId="2147481899"/>
            <ac:spMk id="108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6:26.706" v="2823" actId="20577"/>
          <ac:spMkLst>
            <pc:docMk/>
            <pc:sldMk cId="766334978" sldId="2147481899"/>
            <ac:spMk id="110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7:56.245" v="2946" actId="313"/>
          <ac:spMkLst>
            <pc:docMk/>
            <pc:sldMk cId="766334978" sldId="2147481899"/>
            <ac:spMk id="111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6:28.147" v="2824" actId="20577"/>
          <ac:spMkLst>
            <pc:docMk/>
            <pc:sldMk cId="766334978" sldId="2147481899"/>
            <ac:spMk id="113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7:05.225" v="2872" actId="20577"/>
          <ac:spMkLst>
            <pc:docMk/>
            <pc:sldMk cId="766334978" sldId="2147481899"/>
            <ac:spMk id="114" creationId="{00000000-0000-0000-0000-000000000000}"/>
          </ac:spMkLst>
        </pc:spChg>
        <pc:spChg chg="mod">
          <ac:chgData name="Jake Duddy" userId="7a8a0c806e99fd3e" providerId="LiveId" clId="{CCFF1EDE-63BB-4842-AC66-0597FB2EFDF5}" dt="2026-09-08T07:38:09.529" v="3918" actId="6549"/>
          <ac:spMkLst>
            <pc:docMk/>
            <pc:sldMk cId="766334978" sldId="2147481899"/>
            <ac:spMk id="116" creationId="{00000000-0000-0000-0000-000000000000}"/>
          </ac:spMkLst>
        </pc:spChg>
        <pc:spChg chg="mod">
          <ac:chgData name="Jake Duddy" userId="7a8a0c806e99fd3e" providerId="LiveId" clId="{CCFF1EDE-63BB-4842-AC66-0597FB2EFDF5}" dt="2026-09-05T20:17:31.227" v="2929" actId="20577"/>
          <ac:spMkLst>
            <pc:docMk/>
            <pc:sldMk cId="766334978" sldId="2147481899"/>
            <ac:spMk id="117" creationId="{00000000-0000-0000-0000-000000000000}"/>
          </ac:spMkLst>
        </pc:spChg>
      </pc:sldChg>
      <pc:sldChg chg="delSp modSp add mod">
        <pc:chgData name="Jake Duddy" userId="7a8a0c806e99fd3e" providerId="LiveId" clId="{CCFF1EDE-63BB-4842-AC66-0597FB2EFDF5}" dt="2026-09-05T20:32:10.627" v="3133" actId="478"/>
        <pc:sldMkLst>
          <pc:docMk/>
          <pc:sldMk cId="2729670671" sldId="2147481900"/>
        </pc:sldMkLst>
        <pc:spChg chg="mod">
          <ac:chgData name="Jake Duddy" userId="7a8a0c806e99fd3e" providerId="LiveId" clId="{CCFF1EDE-63BB-4842-AC66-0597FB2EFDF5}" dt="2026-09-02T09:43:52.563" v="610" actId="27636"/>
          <ac:spMkLst>
            <pc:docMk/>
            <pc:sldMk cId="2729670671" sldId="2147481900"/>
            <ac:spMk id="4" creationId="{AE730A2C-9FA6-C2A9-2342-D284DEBE16F8}"/>
          </ac:spMkLst>
        </pc:spChg>
        <pc:spChg chg="mod">
          <ac:chgData name="Jake Duddy" userId="7a8a0c806e99fd3e" providerId="LiveId" clId="{CCFF1EDE-63BB-4842-AC66-0597FB2EFDF5}" dt="2026-09-05T20:31:50.879" v="3127"/>
          <ac:spMkLst>
            <pc:docMk/>
            <pc:sldMk cId="2729670671" sldId="2147481900"/>
            <ac:spMk id="102" creationId="{00000000-0000-0000-0000-000000000000}"/>
          </ac:spMkLst>
        </pc:spChg>
        <pc:spChg chg="mod">
          <ac:chgData name="Jake Duddy" userId="7a8a0c806e99fd3e" providerId="LiveId" clId="{CCFF1EDE-63BB-4842-AC66-0597FB2EFDF5}" dt="2026-09-05T20:31:54.350" v="3128"/>
          <ac:spMkLst>
            <pc:docMk/>
            <pc:sldMk cId="2729670671" sldId="2147481900"/>
            <ac:spMk id="103" creationId="{00000000-0000-0000-0000-000000000000}"/>
          </ac:spMkLst>
        </pc:spChg>
        <pc:spChg chg="mod">
          <ac:chgData name="Jake Duddy" userId="7a8a0c806e99fd3e" providerId="LiveId" clId="{CCFF1EDE-63BB-4842-AC66-0597FB2EFDF5}" dt="2026-09-05T20:31:58.958" v="3129"/>
          <ac:spMkLst>
            <pc:docMk/>
            <pc:sldMk cId="2729670671" sldId="2147481900"/>
            <ac:spMk id="105" creationId="{00000000-0000-0000-0000-000000000000}"/>
          </ac:spMkLst>
        </pc:spChg>
        <pc:spChg chg="mod">
          <ac:chgData name="Jake Duddy" userId="7a8a0c806e99fd3e" providerId="LiveId" clId="{CCFF1EDE-63BB-4842-AC66-0597FB2EFDF5}" dt="2026-09-05T20:32:02.997" v="3130"/>
          <ac:spMkLst>
            <pc:docMk/>
            <pc:sldMk cId="2729670671" sldId="2147481900"/>
            <ac:spMk id="106" creationId="{00000000-0000-0000-0000-000000000000}"/>
          </ac:spMkLst>
        </pc:spChg>
        <pc:spChg chg="mod">
          <ac:chgData name="Jake Duddy" userId="7a8a0c806e99fd3e" providerId="LiveId" clId="{CCFF1EDE-63BB-4842-AC66-0597FB2EFDF5}" dt="2026-09-05T20:32:05.285" v="3131"/>
          <ac:spMkLst>
            <pc:docMk/>
            <pc:sldMk cId="2729670671" sldId="2147481900"/>
            <ac:spMk id="108" creationId="{00000000-0000-0000-0000-000000000000}"/>
          </ac:spMkLst>
        </pc:spChg>
        <pc:spChg chg="mod">
          <ac:chgData name="Jake Duddy" userId="7a8a0c806e99fd3e" providerId="LiveId" clId="{CCFF1EDE-63BB-4842-AC66-0597FB2EFDF5}" dt="2026-09-05T20:32:07.516" v="3132"/>
          <ac:spMkLst>
            <pc:docMk/>
            <pc:sldMk cId="2729670671" sldId="2147481900"/>
            <ac:spMk id="109" creationId="{00000000-0000-0000-0000-000000000000}"/>
          </ac:spMkLst>
        </pc:spChg>
      </pc:sldChg>
      <pc:sldChg chg="addSp delSp modSp add mod modTransition delAnim modAnim modNotesTx">
        <pc:chgData name="Jake Duddy" userId="7a8a0c806e99fd3e" providerId="LiveId" clId="{CCFF1EDE-63BB-4842-AC66-0597FB2EFDF5}" dt="2026-09-02T12:32:21.679" v="956"/>
        <pc:sldMkLst>
          <pc:docMk/>
          <pc:sldMk cId="1500049591" sldId="2147481908"/>
        </pc:sldMkLst>
        <pc:spChg chg="mod">
          <ac:chgData name="Jake Duddy" userId="7a8a0c806e99fd3e" providerId="LiveId" clId="{CCFF1EDE-63BB-4842-AC66-0597FB2EFDF5}" dt="2026-09-02T12:15:15.208" v="773" actId="20577"/>
          <ac:spMkLst>
            <pc:docMk/>
            <pc:sldMk cId="1500049591" sldId="2147481908"/>
            <ac:spMk id="4" creationId="{48881E17-2B57-629F-617B-3D996274A899}"/>
          </ac:spMkLst>
        </pc:spChg>
        <pc:spChg chg="add del">
          <ac:chgData name="Jake Duddy" userId="7a8a0c806e99fd3e" providerId="LiveId" clId="{CCFF1EDE-63BB-4842-AC66-0597FB2EFDF5}" dt="2026-09-02T12:15:38.251" v="775" actId="478"/>
          <ac:spMkLst>
            <pc:docMk/>
            <pc:sldMk cId="1500049591" sldId="2147481908"/>
            <ac:spMk id="106" creationId="{1E21C0FB-9A24-5A46-B633-124AD59D2994}"/>
          </ac:spMkLst>
        </pc:spChg>
      </pc:sldChg>
      <pc:sldChg chg="addSp delSp modSp add mod modTransition delAnim modAnim">
        <pc:chgData name="Jake Duddy" userId="7a8a0c806e99fd3e" providerId="LiveId" clId="{CCFF1EDE-63BB-4842-AC66-0597FB2EFDF5}" dt="2026-09-02T12:19:05.637" v="811" actId="478"/>
        <pc:sldMkLst>
          <pc:docMk/>
          <pc:sldMk cId="650358865" sldId="2147481909"/>
        </pc:sldMkLst>
        <pc:spChg chg="mod">
          <ac:chgData name="Jake Duddy" userId="7a8a0c806e99fd3e" providerId="LiveId" clId="{CCFF1EDE-63BB-4842-AC66-0597FB2EFDF5}" dt="2026-09-02T12:14:47.454" v="742"/>
          <ac:spMkLst>
            <pc:docMk/>
            <pc:sldMk cId="650358865" sldId="2147481909"/>
            <ac:spMk id="4" creationId="{9993DB62-D2FE-D86A-CF35-A5324C4E4033}"/>
          </ac:spMkLst>
        </pc:spChg>
      </pc:sldChg>
      <pc:sldChg chg="addSp delSp modSp add mod ord modTransition delAnim modAnim">
        <pc:chgData name="Jake Duddy" userId="7a8a0c806e99fd3e" providerId="LiveId" clId="{CCFF1EDE-63BB-4842-AC66-0597FB2EFDF5}" dt="2026-09-02T12:25:36.325" v="882" actId="1076"/>
        <pc:sldMkLst>
          <pc:docMk/>
          <pc:sldMk cId="3102665774" sldId="2147481910"/>
        </pc:sldMkLst>
        <pc:spChg chg="mod">
          <ac:chgData name="Jake Duddy" userId="7a8a0c806e99fd3e" providerId="LiveId" clId="{CCFF1EDE-63BB-4842-AC66-0597FB2EFDF5}" dt="2026-09-02T12:25:36.325" v="882" actId="1076"/>
          <ac:spMkLst>
            <pc:docMk/>
            <pc:sldMk cId="3102665774" sldId="2147481910"/>
            <ac:spMk id="23" creationId="{F38AA0D0-9D0D-4FD6-2F06-97BD3A3289C7}"/>
          </ac:spMkLst>
        </pc:spChg>
      </pc:sldChg>
      <pc:sldChg chg="modSp add mod modAnim">
        <pc:chgData name="Jake Duddy" userId="7a8a0c806e99fd3e" providerId="LiveId" clId="{CCFF1EDE-63BB-4842-AC66-0597FB2EFDF5}" dt="2026-09-05T07:35:04.315" v="1611"/>
        <pc:sldMkLst>
          <pc:docMk/>
          <pc:sldMk cId="3223378079" sldId="2147481913"/>
        </pc:sldMkLst>
        <pc:spChg chg="mod">
          <ac:chgData name="Jake Duddy" userId="7a8a0c806e99fd3e" providerId="LiveId" clId="{CCFF1EDE-63BB-4842-AC66-0597FB2EFDF5}" dt="2026-09-02T12:31:10.748" v="915" actId="208"/>
          <ac:spMkLst>
            <pc:docMk/>
            <pc:sldMk cId="3223378079" sldId="2147481913"/>
            <ac:spMk id="7" creationId="{902835CF-BD43-23E6-29C1-06AE884DFBE4}"/>
          </ac:spMkLst>
        </pc:spChg>
        <pc:picChg chg="mod">
          <ac:chgData name="Jake Duddy" userId="7a8a0c806e99fd3e" providerId="LiveId" clId="{CCFF1EDE-63BB-4842-AC66-0597FB2EFDF5}" dt="2026-09-02T12:29:58.203" v="911"/>
          <ac:picMkLst>
            <pc:docMk/>
            <pc:sldMk cId="3223378079" sldId="2147481913"/>
            <ac:picMk id="24" creationId="{00000000-0000-0000-0000-000000000000}"/>
          </ac:picMkLst>
        </pc:picChg>
      </pc:sldChg>
      <pc:sldChg chg="modSp add mod">
        <pc:chgData name="Jake Duddy" userId="7a8a0c806e99fd3e" providerId="LiveId" clId="{CCFF1EDE-63BB-4842-AC66-0597FB2EFDF5}" dt="2026-09-05T07:55:22.802" v="1665" actId="20577"/>
        <pc:sldMkLst>
          <pc:docMk/>
          <pc:sldMk cId="3516618237" sldId="2147481914"/>
        </pc:sldMkLst>
        <pc:spChg chg="mod">
          <ac:chgData name="Jake Duddy" userId="7a8a0c806e99fd3e" providerId="LiveId" clId="{CCFF1EDE-63BB-4842-AC66-0597FB2EFDF5}" dt="2026-09-05T07:55:22.802" v="1665" actId="20577"/>
          <ac:spMkLst>
            <pc:docMk/>
            <pc:sldMk cId="3516618237" sldId="2147481914"/>
            <ac:spMk id="2" creationId="{2D9B5658-B26F-89ED-0F41-4B6C7A268BB6}"/>
          </ac:spMkLst>
        </pc:spChg>
      </pc:sldChg>
      <pc:sldChg chg="addSp delSp modSp add mod ord modTransition">
        <pc:chgData name="Jake Duddy" userId="7a8a0c806e99fd3e" providerId="LiveId" clId="{CCFF1EDE-63BB-4842-AC66-0597FB2EFDF5}" dt="2026-09-05T17:16:36.561" v="2534" actId="2711"/>
        <pc:sldMkLst>
          <pc:docMk/>
          <pc:sldMk cId="1446799428" sldId="2147481930"/>
        </pc:sldMkLst>
        <pc:spChg chg="add mod ord">
          <ac:chgData name="Jake Duddy" userId="7a8a0c806e99fd3e" providerId="LiveId" clId="{CCFF1EDE-63BB-4842-AC66-0597FB2EFDF5}" dt="2026-09-05T07:28:20.982" v="1530" actId="1038"/>
          <ac:spMkLst>
            <pc:docMk/>
            <pc:sldMk cId="1446799428" sldId="2147481930"/>
            <ac:spMk id="15" creationId="{9A9A1049-680C-C5B1-FA01-A7189238BBD1}"/>
          </ac:spMkLst>
        </pc:spChg>
        <pc:spChg chg="add del mod ord">
          <ac:chgData name="Jake Duddy" userId="7a8a0c806e99fd3e" providerId="LiveId" clId="{CCFF1EDE-63BB-4842-AC66-0597FB2EFDF5}" dt="2026-09-05T07:28:19.141" v="1528" actId="167"/>
          <ac:spMkLst>
            <pc:docMk/>
            <pc:sldMk cId="1446799428" sldId="2147481930"/>
            <ac:spMk id="103" creationId="{00000000-0000-0000-0000-000000000000}"/>
          </ac:spMkLst>
        </pc:spChg>
        <pc:spChg chg="mod">
          <ac:chgData name="Jake Duddy" userId="7a8a0c806e99fd3e" providerId="LiveId" clId="{CCFF1EDE-63BB-4842-AC66-0597FB2EFDF5}" dt="2026-09-05T17:16:36.561" v="2534" actId="2711"/>
          <ac:spMkLst>
            <pc:docMk/>
            <pc:sldMk cId="1446799428" sldId="2147481930"/>
            <ac:spMk id="104" creationId="{00000000-0000-0000-0000-000000000000}"/>
          </ac:spMkLst>
        </pc:spChg>
        <pc:spChg chg="add del">
          <ac:chgData name="Jake Duddy" userId="7a8a0c806e99fd3e" providerId="LiveId" clId="{CCFF1EDE-63BB-4842-AC66-0597FB2EFDF5}" dt="2026-09-05T07:18:19.938" v="1350" actId="478"/>
          <ac:spMkLst>
            <pc:docMk/>
            <pc:sldMk cId="1446799428" sldId="2147481930"/>
            <ac:spMk id="105" creationId="{00000000-0000-0000-0000-000000000000}"/>
          </ac:spMkLst>
        </pc:spChg>
        <pc:picChg chg="add">
          <ac:chgData name="Jake Duddy" userId="7a8a0c806e99fd3e" providerId="LiveId" clId="{CCFF1EDE-63BB-4842-AC66-0597FB2EFDF5}" dt="2026-09-05T07:18:25.176" v="1354" actId="22"/>
          <ac:picMkLst>
            <pc:docMk/>
            <pc:sldMk cId="1446799428" sldId="2147481930"/>
            <ac:picMk id="5" creationId="{163DE2A8-A4F4-6221-56B9-E8C0BAA0E234}"/>
          </ac:picMkLst>
        </pc:picChg>
        <pc:picChg chg="add">
          <ac:chgData name="Jake Duddy" userId="7a8a0c806e99fd3e" providerId="LiveId" clId="{CCFF1EDE-63BB-4842-AC66-0597FB2EFDF5}" dt="2026-09-05T07:18:25.176" v="1354" actId="22"/>
          <ac:picMkLst>
            <pc:docMk/>
            <pc:sldMk cId="1446799428" sldId="2147481930"/>
            <ac:picMk id="7" creationId="{70CB30AA-280D-668A-B256-F6FE11AE3E1C}"/>
          </ac:picMkLst>
        </pc:picChg>
        <pc:picChg chg="add">
          <ac:chgData name="Jake Duddy" userId="7a8a0c806e99fd3e" providerId="LiveId" clId="{CCFF1EDE-63BB-4842-AC66-0597FB2EFDF5}" dt="2026-09-05T07:18:25.176" v="1354" actId="22"/>
          <ac:picMkLst>
            <pc:docMk/>
            <pc:sldMk cId="1446799428" sldId="2147481930"/>
            <ac:picMk id="9" creationId="{447F878C-8DA2-DDCA-236D-8BE73AD7D609}"/>
          </ac:picMkLst>
        </pc:picChg>
        <pc:picChg chg="add">
          <ac:chgData name="Jake Duddy" userId="7a8a0c806e99fd3e" providerId="LiveId" clId="{CCFF1EDE-63BB-4842-AC66-0597FB2EFDF5}" dt="2026-09-05T07:18:25.176" v="1354" actId="22"/>
          <ac:picMkLst>
            <pc:docMk/>
            <pc:sldMk cId="1446799428" sldId="2147481930"/>
            <ac:picMk id="11" creationId="{B637A8C4-7B10-7B6C-C860-6F226B73CC4B}"/>
          </ac:picMkLst>
        </pc:picChg>
        <pc:picChg chg="add">
          <ac:chgData name="Jake Duddy" userId="7a8a0c806e99fd3e" providerId="LiveId" clId="{CCFF1EDE-63BB-4842-AC66-0597FB2EFDF5}" dt="2026-09-05T07:18:25.176" v="1354" actId="22"/>
          <ac:picMkLst>
            <pc:docMk/>
            <pc:sldMk cId="1446799428" sldId="2147481930"/>
            <ac:picMk id="13" creationId="{D4148C14-BC0E-5202-969F-6798F808AFBE}"/>
          </ac:picMkLst>
        </pc:picChg>
      </pc:sldChg>
      <pc:sldChg chg="addSp delSp modSp add mod modTransition">
        <pc:chgData name="Jake Duddy" userId="7a8a0c806e99fd3e" providerId="LiveId" clId="{CCFF1EDE-63BB-4842-AC66-0597FB2EFDF5}" dt="2026-09-05T13:14:06.819" v="2133"/>
        <pc:sldMkLst>
          <pc:docMk/>
          <pc:sldMk cId="2159055492" sldId="2147481931"/>
        </pc:sldMkLst>
        <pc:spChg chg="add mod ord">
          <ac:chgData name="Jake Duddy" userId="7a8a0c806e99fd3e" providerId="LiveId" clId="{CCFF1EDE-63BB-4842-AC66-0597FB2EFDF5}" dt="2026-09-05T07:28:47.709" v="1537" actId="1035"/>
          <ac:spMkLst>
            <pc:docMk/>
            <pc:sldMk cId="2159055492" sldId="2147481931"/>
            <ac:spMk id="15" creationId="{5D4B11EF-D1D2-E1D5-F761-8CFA7EA87A28}"/>
          </ac:spMkLst>
        </pc:spChg>
        <pc:spChg chg="mod ord">
          <ac:chgData name="Jake Duddy" userId="7a8a0c806e99fd3e" providerId="LiveId" clId="{CCFF1EDE-63BB-4842-AC66-0597FB2EFDF5}" dt="2026-09-05T07:28:44.693" v="1534" actId="167"/>
          <ac:spMkLst>
            <pc:docMk/>
            <pc:sldMk cId="2159055492" sldId="2147481931"/>
            <ac:spMk id="105" creationId="{00000000-0000-0000-0000-000000000000}"/>
          </ac:spMkLst>
        </pc:spChg>
        <pc:spChg chg="mod">
          <ac:chgData name="Jake Duddy" userId="7a8a0c806e99fd3e" providerId="LiveId" clId="{CCFF1EDE-63BB-4842-AC66-0597FB2EFDF5}" dt="2026-09-05T13:12:45.577" v="2128" actId="14100"/>
          <ac:spMkLst>
            <pc:docMk/>
            <pc:sldMk cId="2159055492" sldId="2147481931"/>
            <ac:spMk id="106" creationId="{00000000-0000-0000-0000-000000000000}"/>
          </ac:spMkLst>
        </pc:spChg>
        <pc:picChg chg="add">
          <ac:chgData name="Jake Duddy" userId="7a8a0c806e99fd3e" providerId="LiveId" clId="{CCFF1EDE-63BB-4842-AC66-0597FB2EFDF5}" dt="2026-09-05T07:19:58.061" v="1397" actId="22"/>
          <ac:picMkLst>
            <pc:docMk/>
            <pc:sldMk cId="2159055492" sldId="2147481931"/>
            <ac:picMk id="5" creationId="{D13A6EF7-3940-F663-DDE9-075DBB99E6B7}"/>
          </ac:picMkLst>
        </pc:picChg>
        <pc:picChg chg="add">
          <ac:chgData name="Jake Duddy" userId="7a8a0c806e99fd3e" providerId="LiveId" clId="{CCFF1EDE-63BB-4842-AC66-0597FB2EFDF5}" dt="2026-09-05T07:19:58.061" v="1397" actId="22"/>
          <ac:picMkLst>
            <pc:docMk/>
            <pc:sldMk cId="2159055492" sldId="2147481931"/>
            <ac:picMk id="7" creationId="{217B1B9D-A620-5AA3-2DE2-8FE4E833DEFE}"/>
          </ac:picMkLst>
        </pc:picChg>
        <pc:picChg chg="add">
          <ac:chgData name="Jake Duddy" userId="7a8a0c806e99fd3e" providerId="LiveId" clId="{CCFF1EDE-63BB-4842-AC66-0597FB2EFDF5}" dt="2026-09-05T07:19:58.061" v="1397" actId="22"/>
          <ac:picMkLst>
            <pc:docMk/>
            <pc:sldMk cId="2159055492" sldId="2147481931"/>
            <ac:picMk id="9" creationId="{BCA3C9E7-2AF6-1D3E-0D49-0C16049850A2}"/>
          </ac:picMkLst>
        </pc:picChg>
        <pc:picChg chg="add">
          <ac:chgData name="Jake Duddy" userId="7a8a0c806e99fd3e" providerId="LiveId" clId="{CCFF1EDE-63BB-4842-AC66-0597FB2EFDF5}" dt="2026-09-05T07:19:58.061" v="1397" actId="22"/>
          <ac:picMkLst>
            <pc:docMk/>
            <pc:sldMk cId="2159055492" sldId="2147481931"/>
            <ac:picMk id="11" creationId="{EA8D3A92-38C8-BD53-4F85-A620707371F9}"/>
          </ac:picMkLst>
        </pc:picChg>
        <pc:picChg chg="add">
          <ac:chgData name="Jake Duddy" userId="7a8a0c806e99fd3e" providerId="LiveId" clId="{CCFF1EDE-63BB-4842-AC66-0597FB2EFDF5}" dt="2026-09-05T07:19:58.061" v="1397" actId="22"/>
          <ac:picMkLst>
            <pc:docMk/>
            <pc:sldMk cId="2159055492" sldId="2147481931"/>
            <ac:picMk id="13" creationId="{894FDBC5-8084-0EB6-3C70-ADEE409C8512}"/>
          </ac:picMkLst>
        </pc:picChg>
      </pc:sldChg>
      <pc:sldChg chg="addSp delSp modSp add mod modTransition">
        <pc:chgData name="Jake Duddy" userId="7a8a0c806e99fd3e" providerId="LiveId" clId="{CCFF1EDE-63BB-4842-AC66-0597FB2EFDF5}" dt="2026-09-05T13:14:06.819" v="2133"/>
        <pc:sldMkLst>
          <pc:docMk/>
          <pc:sldMk cId="2233210517" sldId="2147481932"/>
        </pc:sldMkLst>
        <pc:spChg chg="add mod">
          <ac:chgData name="Jake Duddy" userId="7a8a0c806e99fd3e" providerId="LiveId" clId="{CCFF1EDE-63BB-4842-AC66-0597FB2EFDF5}" dt="2026-09-05T07:32:44.631" v="1592" actId="20577"/>
          <ac:spMkLst>
            <pc:docMk/>
            <pc:sldMk cId="2233210517" sldId="2147481932"/>
            <ac:spMk id="17" creationId="{C92B81E5-6E43-41DB-1113-8EAE9F187A12}"/>
          </ac:spMkLst>
        </pc:spChg>
        <pc:spChg chg="add mod ord">
          <ac:chgData name="Jake Duddy" userId="7a8a0c806e99fd3e" providerId="LiveId" clId="{CCFF1EDE-63BB-4842-AC66-0597FB2EFDF5}" dt="2026-09-05T07:28:56.650" v="1538" actId="167"/>
          <ac:spMkLst>
            <pc:docMk/>
            <pc:sldMk cId="2233210517" sldId="2147481932"/>
            <ac:spMk id="19" creationId="{982604A1-F665-15BF-318E-2BB72E75C051}"/>
          </ac:spMkLst>
        </pc:spChg>
        <pc:spChg chg="mod ord">
          <ac:chgData name="Jake Duddy" userId="7a8a0c806e99fd3e" providerId="LiveId" clId="{CCFF1EDE-63BB-4842-AC66-0597FB2EFDF5}" dt="2026-09-05T07:29:07.757" v="1540" actId="167"/>
          <ac:spMkLst>
            <pc:docMk/>
            <pc:sldMk cId="2233210517" sldId="2147481932"/>
            <ac:spMk id="107" creationId="{00000000-0000-0000-0000-000000000000}"/>
          </ac:spMkLst>
        </pc:spChg>
        <pc:spChg chg="mod">
          <ac:chgData name="Jake Duddy" userId="7a8a0c806e99fd3e" providerId="LiveId" clId="{CCFF1EDE-63BB-4842-AC66-0597FB2EFDF5}" dt="2026-09-05T07:25:44.368" v="1489" actId="21"/>
          <ac:spMkLst>
            <pc:docMk/>
            <pc:sldMk cId="2233210517" sldId="2147481932"/>
            <ac:spMk id="108" creationId="{00000000-0000-0000-0000-000000000000}"/>
          </ac:spMkLst>
        </pc:spChg>
        <pc:picChg chg="add">
          <ac:chgData name="Jake Duddy" userId="7a8a0c806e99fd3e" providerId="LiveId" clId="{CCFF1EDE-63BB-4842-AC66-0597FB2EFDF5}" dt="2026-09-05T07:20:15.068" v="1405" actId="22"/>
          <ac:picMkLst>
            <pc:docMk/>
            <pc:sldMk cId="2233210517" sldId="2147481932"/>
            <ac:picMk id="5" creationId="{5882D73B-0F30-437F-150A-E0DD52300E91}"/>
          </ac:picMkLst>
        </pc:picChg>
        <pc:picChg chg="add">
          <ac:chgData name="Jake Duddy" userId="7a8a0c806e99fd3e" providerId="LiveId" clId="{CCFF1EDE-63BB-4842-AC66-0597FB2EFDF5}" dt="2026-09-05T07:20:15.068" v="1405" actId="22"/>
          <ac:picMkLst>
            <pc:docMk/>
            <pc:sldMk cId="2233210517" sldId="2147481932"/>
            <ac:picMk id="7" creationId="{2FE478AE-3CEC-AF90-D823-929AFAF378BC}"/>
          </ac:picMkLst>
        </pc:picChg>
        <pc:picChg chg="add">
          <ac:chgData name="Jake Duddy" userId="7a8a0c806e99fd3e" providerId="LiveId" clId="{CCFF1EDE-63BB-4842-AC66-0597FB2EFDF5}" dt="2026-09-05T07:20:15.068" v="1405" actId="22"/>
          <ac:picMkLst>
            <pc:docMk/>
            <pc:sldMk cId="2233210517" sldId="2147481932"/>
            <ac:picMk id="9" creationId="{31E5C879-F3D4-18BF-B134-153C44B1AF26}"/>
          </ac:picMkLst>
        </pc:picChg>
        <pc:picChg chg="add">
          <ac:chgData name="Jake Duddy" userId="7a8a0c806e99fd3e" providerId="LiveId" clId="{CCFF1EDE-63BB-4842-AC66-0597FB2EFDF5}" dt="2026-09-05T07:20:15.068" v="1405" actId="22"/>
          <ac:picMkLst>
            <pc:docMk/>
            <pc:sldMk cId="2233210517" sldId="2147481932"/>
            <ac:picMk id="11" creationId="{6A7DD4DE-C3D4-4929-5207-80F5DA79625D}"/>
          </ac:picMkLst>
        </pc:picChg>
        <pc:picChg chg="add">
          <ac:chgData name="Jake Duddy" userId="7a8a0c806e99fd3e" providerId="LiveId" clId="{CCFF1EDE-63BB-4842-AC66-0597FB2EFDF5}" dt="2026-09-05T07:20:15.068" v="1405" actId="22"/>
          <ac:picMkLst>
            <pc:docMk/>
            <pc:sldMk cId="2233210517" sldId="2147481932"/>
            <ac:picMk id="13" creationId="{A0998C08-9084-9D19-F77A-D8A4DA8BF59C}"/>
          </ac:picMkLst>
        </pc:picChg>
      </pc:sldChg>
      <pc:sldChg chg="addSp delSp modSp add mod modTransition">
        <pc:chgData name="Jake Duddy" userId="7a8a0c806e99fd3e" providerId="LiveId" clId="{CCFF1EDE-63BB-4842-AC66-0597FB2EFDF5}" dt="2026-09-05T13:14:06.819" v="2133"/>
        <pc:sldMkLst>
          <pc:docMk/>
          <pc:sldMk cId="1800506259" sldId="2147481933"/>
        </pc:sldMkLst>
        <pc:spChg chg="add mod ord">
          <ac:chgData name="Jake Duddy" userId="7a8a0c806e99fd3e" providerId="LiveId" clId="{CCFF1EDE-63BB-4842-AC66-0597FB2EFDF5}" dt="2026-09-05T07:29:30.031" v="1544" actId="167"/>
          <ac:spMkLst>
            <pc:docMk/>
            <pc:sldMk cId="1800506259" sldId="2147481933"/>
            <ac:spMk id="15" creationId="{0D9F394A-8167-11AB-AEC2-B165246C24BB}"/>
          </ac:spMkLst>
        </pc:spChg>
        <pc:spChg chg="add del ord">
          <ac:chgData name="Jake Duddy" userId="7a8a0c806e99fd3e" providerId="LiveId" clId="{CCFF1EDE-63BB-4842-AC66-0597FB2EFDF5}" dt="2026-09-05T07:29:23.934" v="1542" actId="167"/>
          <ac:spMkLst>
            <pc:docMk/>
            <pc:sldMk cId="1800506259" sldId="2147481933"/>
            <ac:spMk id="109" creationId="{00000000-0000-0000-0000-000000000000}"/>
          </ac:spMkLst>
        </pc:spChg>
        <pc:spChg chg="mod">
          <ac:chgData name="Jake Duddy" userId="7a8a0c806e99fd3e" providerId="LiveId" clId="{CCFF1EDE-63BB-4842-AC66-0597FB2EFDF5}" dt="2026-09-05T13:12:38.985" v="2127" actId="14100"/>
          <ac:spMkLst>
            <pc:docMk/>
            <pc:sldMk cId="1800506259" sldId="2147481933"/>
            <ac:spMk id="110" creationId="{00000000-0000-0000-0000-000000000000}"/>
          </ac:spMkLst>
        </pc:spChg>
        <pc:picChg chg="add">
          <ac:chgData name="Jake Duddy" userId="7a8a0c806e99fd3e" providerId="LiveId" clId="{CCFF1EDE-63BB-4842-AC66-0597FB2EFDF5}" dt="2026-09-05T07:20:27.013" v="1413" actId="22"/>
          <ac:picMkLst>
            <pc:docMk/>
            <pc:sldMk cId="1800506259" sldId="2147481933"/>
            <ac:picMk id="5" creationId="{9F6F6345-A616-376A-0176-CDA9C995C6FF}"/>
          </ac:picMkLst>
        </pc:picChg>
        <pc:picChg chg="add">
          <ac:chgData name="Jake Duddy" userId="7a8a0c806e99fd3e" providerId="LiveId" clId="{CCFF1EDE-63BB-4842-AC66-0597FB2EFDF5}" dt="2026-09-05T07:20:27.013" v="1413" actId="22"/>
          <ac:picMkLst>
            <pc:docMk/>
            <pc:sldMk cId="1800506259" sldId="2147481933"/>
            <ac:picMk id="7" creationId="{9B6AD39F-C166-219F-B3E7-DE0454526378}"/>
          </ac:picMkLst>
        </pc:picChg>
        <pc:picChg chg="add">
          <ac:chgData name="Jake Duddy" userId="7a8a0c806e99fd3e" providerId="LiveId" clId="{CCFF1EDE-63BB-4842-AC66-0597FB2EFDF5}" dt="2026-09-05T07:20:27.013" v="1413" actId="22"/>
          <ac:picMkLst>
            <pc:docMk/>
            <pc:sldMk cId="1800506259" sldId="2147481933"/>
            <ac:picMk id="9" creationId="{0B43ACBC-4A1C-38CD-670E-B985493D1983}"/>
          </ac:picMkLst>
        </pc:picChg>
        <pc:picChg chg="add">
          <ac:chgData name="Jake Duddy" userId="7a8a0c806e99fd3e" providerId="LiveId" clId="{CCFF1EDE-63BB-4842-AC66-0597FB2EFDF5}" dt="2026-09-05T07:20:27.013" v="1413" actId="22"/>
          <ac:picMkLst>
            <pc:docMk/>
            <pc:sldMk cId="1800506259" sldId="2147481933"/>
            <ac:picMk id="11" creationId="{CB26D86E-1C14-7973-F153-4B276CCEB3F3}"/>
          </ac:picMkLst>
        </pc:picChg>
        <pc:picChg chg="add">
          <ac:chgData name="Jake Duddy" userId="7a8a0c806e99fd3e" providerId="LiveId" clId="{CCFF1EDE-63BB-4842-AC66-0597FB2EFDF5}" dt="2026-09-05T07:20:27.013" v="1413" actId="22"/>
          <ac:picMkLst>
            <pc:docMk/>
            <pc:sldMk cId="1800506259" sldId="2147481933"/>
            <ac:picMk id="13" creationId="{4A90D3AC-50E6-25BB-EA6A-D168455AACE8}"/>
          </ac:picMkLst>
        </pc:picChg>
      </pc:sldChg>
      <pc:sldChg chg="addSp delSp modSp add mod modTransition">
        <pc:chgData name="Jake Duddy" userId="7a8a0c806e99fd3e" providerId="LiveId" clId="{CCFF1EDE-63BB-4842-AC66-0597FB2EFDF5}" dt="2026-09-05T17:16:54.085" v="2536" actId="1076"/>
        <pc:sldMkLst>
          <pc:docMk/>
          <pc:sldMk cId="601893910" sldId="2147481934"/>
        </pc:sldMkLst>
        <pc:spChg chg="mod">
          <ac:chgData name="Jake Duddy" userId="7a8a0c806e99fd3e" providerId="LiveId" clId="{CCFF1EDE-63BB-4842-AC66-0597FB2EFDF5}" dt="2026-09-05T17:16:54.085" v="2536" actId="1076"/>
          <ac:spMkLst>
            <pc:docMk/>
            <pc:sldMk cId="601893910" sldId="2147481934"/>
            <ac:spMk id="4" creationId="{2A0FDAC2-01AD-AA40-7776-5A015334C5E5}"/>
          </ac:spMkLst>
        </pc:spChg>
        <pc:spChg chg="add mod ord">
          <ac:chgData name="Jake Duddy" userId="7a8a0c806e99fd3e" providerId="LiveId" clId="{CCFF1EDE-63BB-4842-AC66-0597FB2EFDF5}" dt="2026-09-05T07:27:57.361" v="1525" actId="167"/>
          <ac:spMkLst>
            <pc:docMk/>
            <pc:sldMk cId="601893910" sldId="2147481934"/>
            <ac:spMk id="8" creationId="{E8F30E83-D78F-F44F-D913-74FBE4D48669}"/>
          </ac:spMkLst>
        </pc:spChg>
        <pc:spChg chg="mod ord">
          <ac:chgData name="Jake Duddy" userId="7a8a0c806e99fd3e" providerId="LiveId" clId="{CCFF1EDE-63BB-4842-AC66-0597FB2EFDF5}" dt="2026-09-05T07:28:03.998" v="1526" actId="167"/>
          <ac:spMkLst>
            <pc:docMk/>
            <pc:sldMk cId="601893910" sldId="2147481934"/>
            <ac:spMk id="101" creationId="{00000000-0000-0000-0000-000000000000}"/>
          </ac:spMkLst>
        </pc:spChg>
        <pc:spChg chg="mod">
          <ac:chgData name="Jake Duddy" userId="7a8a0c806e99fd3e" providerId="LiveId" clId="{CCFF1EDE-63BB-4842-AC66-0597FB2EFDF5}" dt="2026-09-05T13:12:51.007" v="2129" actId="14100"/>
          <ac:spMkLst>
            <pc:docMk/>
            <pc:sldMk cId="601893910" sldId="2147481934"/>
            <ac:spMk id="102" creationId="{00000000-0000-0000-0000-000000000000}"/>
          </ac:spMkLst>
        </pc:spChg>
        <pc:picChg chg="mod ord">
          <ac:chgData name="Jake Duddy" userId="7a8a0c806e99fd3e" providerId="LiveId" clId="{CCFF1EDE-63BB-4842-AC66-0597FB2EFDF5}" dt="2026-09-05T07:27:43.303" v="1522" actId="167"/>
          <ac:picMkLst>
            <pc:docMk/>
            <pc:sldMk cId="601893910" sldId="2147481934"/>
            <ac:picMk id="125" creationId="{00000000-0000-0000-0000-000000000000}"/>
          </ac:picMkLst>
        </pc:picChg>
        <pc:picChg chg="mod">
          <ac:chgData name="Jake Duddy" userId="7a8a0c806e99fd3e" providerId="LiveId" clId="{CCFF1EDE-63BB-4842-AC66-0597FB2EFDF5}" dt="2026-09-05T07:18:02.477" v="1344" actId="1038"/>
          <ac:picMkLst>
            <pc:docMk/>
            <pc:sldMk cId="601893910" sldId="2147481934"/>
            <ac:picMk id="126" creationId="{00000000-0000-0000-0000-000000000000}"/>
          </ac:picMkLst>
        </pc:picChg>
        <pc:picChg chg="mod">
          <ac:chgData name="Jake Duddy" userId="7a8a0c806e99fd3e" providerId="LiveId" clId="{CCFF1EDE-63BB-4842-AC66-0597FB2EFDF5}" dt="2026-09-05T07:18:02.477" v="1344" actId="1038"/>
          <ac:picMkLst>
            <pc:docMk/>
            <pc:sldMk cId="601893910" sldId="2147481934"/>
            <ac:picMk id="127" creationId="{00000000-0000-0000-0000-000000000000}"/>
          </ac:picMkLst>
        </pc:picChg>
        <pc:picChg chg="mod">
          <ac:chgData name="Jake Duddy" userId="7a8a0c806e99fd3e" providerId="LiveId" clId="{CCFF1EDE-63BB-4842-AC66-0597FB2EFDF5}" dt="2026-09-05T07:18:02.477" v="1344" actId="1038"/>
          <ac:picMkLst>
            <pc:docMk/>
            <pc:sldMk cId="601893910" sldId="2147481934"/>
            <ac:picMk id="128" creationId="{00000000-0000-0000-0000-000000000000}"/>
          </ac:picMkLst>
        </pc:picChg>
        <pc:picChg chg="mod">
          <ac:chgData name="Jake Duddy" userId="7a8a0c806e99fd3e" providerId="LiveId" clId="{CCFF1EDE-63BB-4842-AC66-0597FB2EFDF5}" dt="2026-09-05T07:18:02.477" v="1344" actId="1038"/>
          <ac:picMkLst>
            <pc:docMk/>
            <pc:sldMk cId="601893910" sldId="2147481934"/>
            <ac:picMk id="129" creationId="{00000000-0000-0000-0000-000000000000}"/>
          </ac:picMkLst>
        </pc:picChg>
      </pc:sldChg>
      <pc:sldChg chg="modSp add mod">
        <pc:chgData name="Jake Duddy" userId="7a8a0c806e99fd3e" providerId="LiveId" clId="{CCFF1EDE-63BB-4842-AC66-0597FB2EFDF5}" dt="2026-09-05T07:55:10.827" v="1661" actId="20577"/>
        <pc:sldMkLst>
          <pc:docMk/>
          <pc:sldMk cId="1090036473" sldId="2147481935"/>
        </pc:sldMkLst>
        <pc:spChg chg="mod">
          <ac:chgData name="Jake Duddy" userId="7a8a0c806e99fd3e" providerId="LiveId" clId="{CCFF1EDE-63BB-4842-AC66-0597FB2EFDF5}" dt="2026-09-05T07:55:10.827" v="1661" actId="20577"/>
          <ac:spMkLst>
            <pc:docMk/>
            <pc:sldMk cId="1090036473" sldId="2147481935"/>
            <ac:spMk id="2" creationId="{DAE953C4-2C6E-FE0C-FB25-B100191C8B04}"/>
          </ac:spMkLst>
        </pc:spChg>
      </pc:sldChg>
      <pc:sldChg chg="addSp delSp modSp add mod modTransition modAnim">
        <pc:chgData name="Jake Duddy" userId="7a8a0c806e99fd3e" providerId="LiveId" clId="{CCFF1EDE-63BB-4842-AC66-0597FB2EFDF5}" dt="2026-09-05T17:09:06.453" v="2267" actId="20577"/>
        <pc:sldMkLst>
          <pc:docMk/>
          <pc:sldMk cId="2193488585" sldId="2147481936"/>
        </pc:sldMkLst>
        <pc:spChg chg="mod">
          <ac:chgData name="Jake Duddy" userId="7a8a0c806e99fd3e" providerId="LiveId" clId="{CCFF1EDE-63BB-4842-AC66-0597FB2EFDF5}" dt="2026-09-05T17:09:06.453" v="2267" actId="20577"/>
          <ac:spMkLst>
            <pc:docMk/>
            <pc:sldMk cId="2193488585" sldId="2147481936"/>
            <ac:spMk id="4" creationId="{3F95B0A4-66D4-FD9B-C959-F354BF318E6E}"/>
          </ac:spMkLst>
        </pc:spChg>
        <pc:spChg chg="mod">
          <ac:chgData name="Jake Duddy" userId="7a8a0c806e99fd3e" providerId="LiveId" clId="{CCFF1EDE-63BB-4842-AC66-0597FB2EFDF5}" dt="2026-09-05T12:42:47.556" v="2025" actId="1036"/>
          <ac:spMkLst>
            <pc:docMk/>
            <pc:sldMk cId="2193488585" sldId="2147481936"/>
            <ac:spMk id="5" creationId="{08C33553-C4B4-1D7F-B717-27C79929FBAF}"/>
          </ac:spMkLst>
        </pc:spChg>
        <pc:spChg chg="mod">
          <ac:chgData name="Jake Duddy" userId="7a8a0c806e99fd3e" providerId="LiveId" clId="{CCFF1EDE-63BB-4842-AC66-0597FB2EFDF5}" dt="2026-09-05T12:42:47.556" v="2025" actId="1036"/>
          <ac:spMkLst>
            <pc:docMk/>
            <pc:sldMk cId="2193488585" sldId="2147481936"/>
            <ac:spMk id="6" creationId="{3E20C26A-3C7B-775A-F6D8-62F8B8507C1E}"/>
          </ac:spMkLst>
        </pc:spChg>
        <pc:spChg chg="mod">
          <ac:chgData name="Jake Duddy" userId="7a8a0c806e99fd3e" providerId="LiveId" clId="{CCFF1EDE-63BB-4842-AC66-0597FB2EFDF5}" dt="2026-09-05T12:40:14.561" v="1910" actId="1076"/>
          <ac:spMkLst>
            <pc:docMk/>
            <pc:sldMk cId="2193488585" sldId="2147481936"/>
            <ac:spMk id="7" creationId="{04CDBB34-D2E0-6871-BDCF-0F961EBFAE69}"/>
          </ac:spMkLst>
        </pc:spChg>
        <pc:spChg chg="mod">
          <ac:chgData name="Jake Duddy" userId="7a8a0c806e99fd3e" providerId="LiveId" clId="{CCFF1EDE-63BB-4842-AC66-0597FB2EFDF5}" dt="2026-09-05T12:42:47.556" v="2025" actId="1036"/>
          <ac:spMkLst>
            <pc:docMk/>
            <pc:sldMk cId="2193488585" sldId="2147481936"/>
            <ac:spMk id="8" creationId="{876D7010-6E42-F6B7-5126-E44CAD46C182}"/>
          </ac:spMkLst>
        </pc:spChg>
        <pc:spChg chg="mod">
          <ac:chgData name="Jake Duddy" userId="7a8a0c806e99fd3e" providerId="LiveId" clId="{CCFF1EDE-63BB-4842-AC66-0597FB2EFDF5}" dt="2026-09-05T12:42:47.556" v="2025" actId="1036"/>
          <ac:spMkLst>
            <pc:docMk/>
            <pc:sldMk cId="2193488585" sldId="2147481936"/>
            <ac:spMk id="10" creationId="{6C43A880-5B30-3C4F-BDF1-9848329935D1}"/>
          </ac:spMkLst>
        </pc:spChg>
        <pc:spChg chg="mod">
          <ac:chgData name="Jake Duddy" userId="7a8a0c806e99fd3e" providerId="LiveId" clId="{CCFF1EDE-63BB-4842-AC66-0597FB2EFDF5}" dt="2026-09-05T12:42:47.556" v="2025" actId="1036"/>
          <ac:spMkLst>
            <pc:docMk/>
            <pc:sldMk cId="2193488585" sldId="2147481936"/>
            <ac:spMk id="12" creationId="{8B04165B-B5D0-9D7C-2CE7-29E388988490}"/>
          </ac:spMkLst>
        </pc:spChg>
        <pc:spChg chg="mod">
          <ac:chgData name="Jake Duddy" userId="7a8a0c806e99fd3e" providerId="LiveId" clId="{CCFF1EDE-63BB-4842-AC66-0597FB2EFDF5}" dt="2026-09-05T12:42:47.556" v="2025" actId="1036"/>
          <ac:spMkLst>
            <pc:docMk/>
            <pc:sldMk cId="2193488585" sldId="2147481936"/>
            <ac:spMk id="13" creationId="{EC83F772-2153-1D7D-015B-A1380F358AE0}"/>
          </ac:spMkLst>
        </pc:spChg>
        <pc:spChg chg="mod">
          <ac:chgData name="Jake Duddy" userId="7a8a0c806e99fd3e" providerId="LiveId" clId="{CCFF1EDE-63BB-4842-AC66-0597FB2EFDF5}" dt="2026-09-05T12:42:47.556" v="2025" actId="1036"/>
          <ac:spMkLst>
            <pc:docMk/>
            <pc:sldMk cId="2193488585" sldId="2147481936"/>
            <ac:spMk id="15" creationId="{0F1FCEBD-E455-431C-8B3F-CCCCD2B20269}"/>
          </ac:spMkLst>
        </pc:spChg>
        <pc:spChg chg="mod">
          <ac:chgData name="Jake Duddy" userId="7a8a0c806e99fd3e" providerId="LiveId" clId="{CCFF1EDE-63BB-4842-AC66-0597FB2EFDF5}" dt="2026-09-05T12:42:47.556" v="2025" actId="1036"/>
          <ac:spMkLst>
            <pc:docMk/>
            <pc:sldMk cId="2193488585" sldId="2147481936"/>
            <ac:spMk id="17" creationId="{FCE29393-E9E5-1CC5-EAC5-7CC9A620A79B}"/>
          </ac:spMkLst>
        </pc:spChg>
        <pc:spChg chg="mod">
          <ac:chgData name="Jake Duddy" userId="7a8a0c806e99fd3e" providerId="LiveId" clId="{CCFF1EDE-63BB-4842-AC66-0597FB2EFDF5}" dt="2026-09-05T12:42:47.556" v="2025" actId="1036"/>
          <ac:spMkLst>
            <pc:docMk/>
            <pc:sldMk cId="2193488585" sldId="2147481936"/>
            <ac:spMk id="19" creationId="{8DF3161C-9223-65E1-486C-1F260E3AC2C9}"/>
          </ac:spMkLst>
        </pc:spChg>
      </pc:sldChg>
      <pc:sldChg chg="addSp delSp modSp add mod modTransition">
        <pc:chgData name="Jake Duddy" userId="7a8a0c806e99fd3e" providerId="LiveId" clId="{CCFF1EDE-63BB-4842-AC66-0597FB2EFDF5}" dt="2026-09-05T17:09:11.696" v="2269" actId="20577"/>
        <pc:sldMkLst>
          <pc:docMk/>
          <pc:sldMk cId="1706357906" sldId="2147481937"/>
        </pc:sldMkLst>
        <pc:spChg chg="mod">
          <ac:chgData name="Jake Duddy" userId="7a8a0c806e99fd3e" providerId="LiveId" clId="{CCFF1EDE-63BB-4842-AC66-0597FB2EFDF5}" dt="2026-09-05T17:09:11.696" v="2269" actId="20577"/>
          <ac:spMkLst>
            <pc:docMk/>
            <pc:sldMk cId="1706357906" sldId="2147481937"/>
            <ac:spMk id="4" creationId="{CC3D29FE-6B43-AB08-C17E-841194ED8F65}"/>
          </ac:spMkLst>
        </pc:spChg>
        <pc:spChg chg="mod">
          <ac:chgData name="Jake Duddy" userId="7a8a0c806e99fd3e" providerId="LiveId" clId="{CCFF1EDE-63BB-4842-AC66-0597FB2EFDF5}" dt="2026-09-05T12:42:40.199" v="2007" actId="1036"/>
          <ac:spMkLst>
            <pc:docMk/>
            <pc:sldMk cId="1706357906" sldId="2147481937"/>
            <ac:spMk id="5" creationId="{9BD638B8-53ED-3FCF-A3CD-C35E67FD0098}"/>
          </ac:spMkLst>
        </pc:spChg>
        <pc:spChg chg="mod">
          <ac:chgData name="Jake Duddy" userId="7a8a0c806e99fd3e" providerId="LiveId" clId="{CCFF1EDE-63BB-4842-AC66-0597FB2EFDF5}" dt="2026-09-05T12:42:40.199" v="2007" actId="1036"/>
          <ac:spMkLst>
            <pc:docMk/>
            <pc:sldMk cId="1706357906" sldId="2147481937"/>
            <ac:spMk id="6" creationId="{D9F2C8E1-EE9B-45B8-8F57-EA5558E70952}"/>
          </ac:spMkLst>
        </pc:spChg>
        <pc:spChg chg="mod">
          <ac:chgData name="Jake Duddy" userId="7a8a0c806e99fd3e" providerId="LiveId" clId="{CCFF1EDE-63BB-4842-AC66-0597FB2EFDF5}" dt="2026-09-05T12:42:40.199" v="2007" actId="1036"/>
          <ac:spMkLst>
            <pc:docMk/>
            <pc:sldMk cId="1706357906" sldId="2147481937"/>
            <ac:spMk id="8" creationId="{AE8D3788-9BB4-66F4-CD90-EA4CF87F16FF}"/>
          </ac:spMkLst>
        </pc:spChg>
        <pc:spChg chg="mod">
          <ac:chgData name="Jake Duddy" userId="7a8a0c806e99fd3e" providerId="LiveId" clId="{CCFF1EDE-63BB-4842-AC66-0597FB2EFDF5}" dt="2026-09-05T12:42:40.199" v="2007" actId="1036"/>
          <ac:spMkLst>
            <pc:docMk/>
            <pc:sldMk cId="1706357906" sldId="2147481937"/>
            <ac:spMk id="10" creationId="{5E631394-17CE-5F3D-04F8-5ECA6E0CB7D6}"/>
          </ac:spMkLst>
        </pc:spChg>
        <pc:spChg chg="mod">
          <ac:chgData name="Jake Duddy" userId="7a8a0c806e99fd3e" providerId="LiveId" clId="{CCFF1EDE-63BB-4842-AC66-0597FB2EFDF5}" dt="2026-09-05T12:42:40.199" v="2007" actId="1036"/>
          <ac:spMkLst>
            <pc:docMk/>
            <pc:sldMk cId="1706357906" sldId="2147481937"/>
            <ac:spMk id="12" creationId="{DF759FF4-30AF-B41C-4694-F8528FBB043F}"/>
          </ac:spMkLst>
        </pc:spChg>
        <pc:spChg chg="mod">
          <ac:chgData name="Jake Duddy" userId="7a8a0c806e99fd3e" providerId="LiveId" clId="{CCFF1EDE-63BB-4842-AC66-0597FB2EFDF5}" dt="2026-09-05T12:42:40.199" v="2007" actId="1036"/>
          <ac:spMkLst>
            <pc:docMk/>
            <pc:sldMk cId="1706357906" sldId="2147481937"/>
            <ac:spMk id="13" creationId="{AD34F687-3274-14ED-6783-7423487A3130}"/>
          </ac:spMkLst>
        </pc:spChg>
        <pc:spChg chg="add mod">
          <ac:chgData name="Jake Duddy" userId="7a8a0c806e99fd3e" providerId="LiveId" clId="{CCFF1EDE-63BB-4842-AC66-0597FB2EFDF5}" dt="2026-09-05T12:40:23.433" v="1912"/>
          <ac:spMkLst>
            <pc:docMk/>
            <pc:sldMk cId="1706357906" sldId="2147481937"/>
            <ac:spMk id="14" creationId="{7F5B1521-8900-FBEF-B71B-44494A112292}"/>
          </ac:spMkLst>
        </pc:spChg>
        <pc:spChg chg="mod">
          <ac:chgData name="Jake Duddy" userId="7a8a0c806e99fd3e" providerId="LiveId" clId="{CCFF1EDE-63BB-4842-AC66-0597FB2EFDF5}" dt="2026-09-05T12:42:40.199" v="2007" actId="1036"/>
          <ac:spMkLst>
            <pc:docMk/>
            <pc:sldMk cId="1706357906" sldId="2147481937"/>
            <ac:spMk id="15" creationId="{AAC7D049-E986-8F80-501F-37B7CB9E47C4}"/>
          </ac:spMkLst>
        </pc:spChg>
        <pc:spChg chg="mod">
          <ac:chgData name="Jake Duddy" userId="7a8a0c806e99fd3e" providerId="LiveId" clId="{CCFF1EDE-63BB-4842-AC66-0597FB2EFDF5}" dt="2026-09-05T12:42:40.199" v="2007" actId="1036"/>
          <ac:spMkLst>
            <pc:docMk/>
            <pc:sldMk cId="1706357906" sldId="2147481937"/>
            <ac:spMk id="17" creationId="{CD92B26B-3DEA-534F-5CA6-9E678ECF4917}"/>
          </ac:spMkLst>
        </pc:spChg>
        <pc:spChg chg="mod">
          <ac:chgData name="Jake Duddy" userId="7a8a0c806e99fd3e" providerId="LiveId" clId="{CCFF1EDE-63BB-4842-AC66-0597FB2EFDF5}" dt="2026-09-05T12:42:40.199" v="2007" actId="1036"/>
          <ac:spMkLst>
            <pc:docMk/>
            <pc:sldMk cId="1706357906" sldId="2147481937"/>
            <ac:spMk id="19" creationId="{58D60243-2044-830B-5EC3-CD947940C141}"/>
          </ac:spMkLst>
        </pc:spChg>
      </pc:sldChg>
      <pc:sldChg chg="addSp delSp modSp new mod modTransition">
        <pc:chgData name="Jake Duddy" userId="7a8a0c806e99fd3e" providerId="LiveId" clId="{CCFF1EDE-63BB-4842-AC66-0597FB2EFDF5}" dt="2026-09-05T17:25:21.693" v="2806" actId="20577"/>
        <pc:sldMkLst>
          <pc:docMk/>
          <pc:sldMk cId="2578157871" sldId="2147481938"/>
        </pc:sldMkLst>
        <pc:spChg chg="mod">
          <ac:chgData name="Jake Duddy" userId="7a8a0c806e99fd3e" providerId="LiveId" clId="{CCFF1EDE-63BB-4842-AC66-0597FB2EFDF5}" dt="2026-09-05T17:25:21.693" v="2806" actId="20577"/>
          <ac:spMkLst>
            <pc:docMk/>
            <pc:sldMk cId="2578157871" sldId="2147481938"/>
            <ac:spMk id="2" creationId="{EFBE5D3C-19F4-F8B1-8404-3D274F5050C8}"/>
          </ac:spMkLst>
        </pc:spChg>
        <pc:spChg chg="add mod">
          <ac:chgData name="Jake Duddy" userId="7a8a0c806e99fd3e" providerId="LiveId" clId="{CCFF1EDE-63BB-4842-AC66-0597FB2EFDF5}" dt="2026-09-05T17:24:07.925" v="2775" actId="1037"/>
          <ac:spMkLst>
            <pc:docMk/>
            <pc:sldMk cId="2578157871" sldId="2147481938"/>
            <ac:spMk id="5" creationId="{20252B2D-A3C8-C8EC-AE1C-9C5F0CA4190E}"/>
          </ac:spMkLst>
        </pc:spChg>
        <pc:spChg chg="add mod">
          <ac:chgData name="Jake Duddy" userId="7a8a0c806e99fd3e" providerId="LiveId" clId="{CCFF1EDE-63BB-4842-AC66-0597FB2EFDF5}" dt="2026-09-05T17:24:07.925" v="2775" actId="1037"/>
          <ac:spMkLst>
            <pc:docMk/>
            <pc:sldMk cId="2578157871" sldId="2147481938"/>
            <ac:spMk id="7" creationId="{BD1169FD-ACB1-9770-C31A-8C0386E301A6}"/>
          </ac:spMkLst>
        </pc:spChg>
        <pc:spChg chg="add mod">
          <ac:chgData name="Jake Duddy" userId="7a8a0c806e99fd3e" providerId="LiveId" clId="{CCFF1EDE-63BB-4842-AC66-0597FB2EFDF5}" dt="2026-09-05T17:24:07.925" v="2775" actId="1037"/>
          <ac:spMkLst>
            <pc:docMk/>
            <pc:sldMk cId="2578157871" sldId="2147481938"/>
            <ac:spMk id="11" creationId="{6033919E-39D2-D49A-B550-8B0FEC8C5506}"/>
          </ac:spMkLst>
        </pc:spChg>
        <pc:spChg chg="add mod">
          <ac:chgData name="Jake Duddy" userId="7a8a0c806e99fd3e" providerId="LiveId" clId="{CCFF1EDE-63BB-4842-AC66-0597FB2EFDF5}" dt="2026-09-05T17:24:07.925" v="2775" actId="1037"/>
          <ac:spMkLst>
            <pc:docMk/>
            <pc:sldMk cId="2578157871" sldId="2147481938"/>
            <ac:spMk id="13" creationId="{F014EB87-7362-268D-E226-A0F3B9B8C092}"/>
          </ac:spMkLst>
        </pc:spChg>
        <pc:spChg chg="add mod">
          <ac:chgData name="Jake Duddy" userId="7a8a0c806e99fd3e" providerId="LiveId" clId="{CCFF1EDE-63BB-4842-AC66-0597FB2EFDF5}" dt="2026-09-05T17:24:07.925" v="2775" actId="1037"/>
          <ac:spMkLst>
            <pc:docMk/>
            <pc:sldMk cId="2578157871" sldId="2147481938"/>
            <ac:spMk id="15" creationId="{83B4A3FE-70E1-12F5-F65D-2663AD4901D9}"/>
          </ac:spMkLst>
        </pc:spChg>
        <pc:spChg chg="add mod">
          <ac:chgData name="Jake Duddy" userId="7a8a0c806e99fd3e" providerId="LiveId" clId="{CCFF1EDE-63BB-4842-AC66-0597FB2EFDF5}" dt="2026-09-05T17:24:07.925" v="2775" actId="1037"/>
          <ac:spMkLst>
            <pc:docMk/>
            <pc:sldMk cId="2578157871" sldId="2147481938"/>
            <ac:spMk id="17" creationId="{20E032E5-5938-4F0B-91A6-CF01587897DA}"/>
          </ac:spMkLst>
        </pc:spChg>
        <pc:spChg chg="mod">
          <ac:chgData name="Jake Duddy" userId="7a8a0c806e99fd3e" providerId="LiveId" clId="{CCFF1EDE-63BB-4842-AC66-0597FB2EFDF5}" dt="2026-09-05T17:19:17.095" v="2561" actId="20577"/>
          <ac:spMkLst>
            <pc:docMk/>
            <pc:sldMk cId="2578157871" sldId="2147481938"/>
            <ac:spMk id="19" creationId="{C7A64FE3-A9BF-FC39-F067-BEE6EE45073A}"/>
          </ac:spMkLst>
        </pc:spChg>
        <pc:spChg chg="add mod">
          <ac:chgData name="Jake Duddy" userId="7a8a0c806e99fd3e" providerId="LiveId" clId="{CCFF1EDE-63BB-4842-AC66-0597FB2EFDF5}" dt="2026-09-05T17:23:35.085" v="2713" actId="1036"/>
          <ac:spMkLst>
            <pc:docMk/>
            <pc:sldMk cId="2578157871" sldId="2147481938"/>
            <ac:spMk id="21" creationId="{6E25036F-2958-9EA1-283B-7A92152B409E}"/>
          </ac:spMkLst>
        </pc:spChg>
        <pc:spChg chg="add mod">
          <ac:chgData name="Jake Duddy" userId="7a8a0c806e99fd3e" providerId="LiveId" clId="{CCFF1EDE-63BB-4842-AC66-0597FB2EFDF5}" dt="2026-09-05T17:23:35.085" v="2713" actId="1036"/>
          <ac:spMkLst>
            <pc:docMk/>
            <pc:sldMk cId="2578157871" sldId="2147481938"/>
            <ac:spMk id="23" creationId="{4D889B1B-D93F-5B75-B7D5-F3AEEE9C4DB0}"/>
          </ac:spMkLst>
        </pc:spChg>
        <pc:spChg chg="add mod">
          <ac:chgData name="Jake Duddy" userId="7a8a0c806e99fd3e" providerId="LiveId" clId="{CCFF1EDE-63BB-4842-AC66-0597FB2EFDF5}" dt="2026-09-05T17:23:35.085" v="2713" actId="1036"/>
          <ac:spMkLst>
            <pc:docMk/>
            <pc:sldMk cId="2578157871" sldId="2147481938"/>
            <ac:spMk id="25" creationId="{06785D63-3747-BB78-7B76-108F5F2A01CE}"/>
          </ac:spMkLst>
        </pc:spChg>
        <pc:spChg chg="add mod">
          <ac:chgData name="Jake Duddy" userId="7a8a0c806e99fd3e" providerId="LiveId" clId="{CCFF1EDE-63BB-4842-AC66-0597FB2EFDF5}" dt="2026-09-05T17:23:35.085" v="2713" actId="1036"/>
          <ac:spMkLst>
            <pc:docMk/>
            <pc:sldMk cId="2578157871" sldId="2147481938"/>
            <ac:spMk id="27" creationId="{DD369A9B-4396-EC76-40F6-64E3C87674D6}"/>
          </ac:spMkLst>
        </pc:spChg>
        <pc:picChg chg="add mod">
          <ac:chgData name="Jake Duddy" userId="7a8a0c806e99fd3e" providerId="LiveId" clId="{CCFF1EDE-63BB-4842-AC66-0597FB2EFDF5}" dt="2026-09-05T17:24:07.925" v="2775" actId="1037"/>
          <ac:picMkLst>
            <pc:docMk/>
            <pc:sldMk cId="2578157871" sldId="2147481938"/>
            <ac:picMk id="36" creationId="{6AD3FEC7-FB1E-6E6A-0C02-03CBD519C2F3}"/>
          </ac:picMkLst>
        </pc:picChg>
        <pc:picChg chg="add mod">
          <ac:chgData name="Jake Duddy" userId="7a8a0c806e99fd3e" providerId="LiveId" clId="{CCFF1EDE-63BB-4842-AC66-0597FB2EFDF5}" dt="2026-09-05T17:24:09.961" v="2779" actId="1036"/>
          <ac:picMkLst>
            <pc:docMk/>
            <pc:sldMk cId="2578157871" sldId="2147481938"/>
            <ac:picMk id="37" creationId="{7D4B1C39-6BA3-74CB-2FB2-B3E2E02B0D01}"/>
          </ac:picMkLst>
        </pc:picChg>
        <pc:picChg chg="add mod">
          <ac:chgData name="Jake Duddy" userId="7a8a0c806e99fd3e" providerId="LiveId" clId="{CCFF1EDE-63BB-4842-AC66-0597FB2EFDF5}" dt="2026-09-05T17:24:07.925" v="2775" actId="1037"/>
          <ac:picMkLst>
            <pc:docMk/>
            <pc:sldMk cId="2578157871" sldId="2147481938"/>
            <ac:picMk id="38" creationId="{D1903E1C-1F1D-2985-62B2-331513BD11D8}"/>
          </ac:picMkLst>
        </pc:picChg>
        <pc:picChg chg="add mod">
          <ac:chgData name="Jake Duddy" userId="7a8a0c806e99fd3e" providerId="LiveId" clId="{CCFF1EDE-63BB-4842-AC66-0597FB2EFDF5}" dt="2026-09-05T17:24:00.357" v="2764" actId="1038"/>
          <ac:picMkLst>
            <pc:docMk/>
            <pc:sldMk cId="2578157871" sldId="2147481938"/>
            <ac:picMk id="41" creationId="{07C57502-11DF-FAE6-9123-76E8C329058A}"/>
          </ac:picMkLst>
        </pc:picChg>
        <pc:picChg chg="add mod">
          <ac:chgData name="Jake Duddy" userId="7a8a0c806e99fd3e" providerId="LiveId" clId="{CCFF1EDE-63BB-4842-AC66-0597FB2EFDF5}" dt="2026-09-05T17:24:07.925" v="2775" actId="1037"/>
          <ac:picMkLst>
            <pc:docMk/>
            <pc:sldMk cId="2578157871" sldId="2147481938"/>
            <ac:picMk id="43" creationId="{6D97A1B4-9A72-42D7-2239-1A4E5F0623BF}"/>
          </ac:picMkLst>
        </pc:picChg>
      </pc:sldChg>
      <pc:sldChg chg="addSp delSp modSp add mod delAnim modAnim">
        <pc:chgData name="Jake Duddy" userId="7a8a0c806e99fd3e" providerId="LiveId" clId="{CCFF1EDE-63BB-4842-AC66-0597FB2EFDF5}" dt="2026-09-05T20:25:33.567" v="3071" actId="14100"/>
        <pc:sldMkLst>
          <pc:docMk/>
          <pc:sldMk cId="617865406" sldId="2147481939"/>
        </pc:sldMkLst>
        <pc:spChg chg="add mod">
          <ac:chgData name="Jake Duddy" userId="7a8a0c806e99fd3e" providerId="LiveId" clId="{CCFF1EDE-63BB-4842-AC66-0597FB2EFDF5}" dt="2026-09-05T20:25:33.567" v="3071" actId="14100"/>
          <ac:spMkLst>
            <pc:docMk/>
            <pc:sldMk cId="617865406" sldId="2147481939"/>
            <ac:spMk id="6" creationId="{8A8B84C9-621E-76D0-CB23-32961E7A6D77}"/>
          </ac:spMkLst>
        </pc:spChg>
        <pc:spChg chg="add">
          <ac:chgData name="Jake Duddy" userId="7a8a0c806e99fd3e" providerId="LiveId" clId="{CCFF1EDE-63BB-4842-AC66-0597FB2EFDF5}" dt="2026-09-05T20:25:28.602" v="3069" actId="22"/>
          <ac:spMkLst>
            <pc:docMk/>
            <pc:sldMk cId="617865406" sldId="2147481939"/>
            <ac:spMk id="12" creationId="{10A5F653-DB27-6A80-090C-CEFDA5DCBAE5}"/>
          </ac:spMkLst>
        </pc:spChg>
      </pc:sldChg>
      <pc:sldChg chg="addSp modSp add mod">
        <pc:chgData name="Jake Duddy" userId="7a8a0c806e99fd3e" providerId="LiveId" clId="{CCFF1EDE-63BB-4842-AC66-0597FB2EFDF5}" dt="2026-09-05T20:26:11.487" v="3083" actId="20577"/>
        <pc:sldMkLst>
          <pc:docMk/>
          <pc:sldMk cId="1689496431" sldId="2147481941"/>
        </pc:sldMkLst>
        <pc:spChg chg="add mod">
          <ac:chgData name="Jake Duddy" userId="7a8a0c806e99fd3e" providerId="LiveId" clId="{CCFF1EDE-63BB-4842-AC66-0597FB2EFDF5}" dt="2026-09-05T20:26:11.487" v="3083" actId="20577"/>
          <ac:spMkLst>
            <pc:docMk/>
            <pc:sldMk cId="1689496431" sldId="2147481941"/>
            <ac:spMk id="3" creationId="{F3EC68E1-61D6-9A67-A6B7-4EDBF42E9027}"/>
          </ac:spMkLst>
        </pc:spChg>
        <pc:spChg chg="mod">
          <ac:chgData name="Jake Duddy" userId="7a8a0c806e99fd3e" providerId="LiveId" clId="{CCFF1EDE-63BB-4842-AC66-0597FB2EFDF5}" dt="2026-09-05T20:23:38.674" v="3007" actId="14100"/>
          <ac:spMkLst>
            <pc:docMk/>
            <pc:sldMk cId="1689496431" sldId="2147481941"/>
            <ac:spMk id="6" creationId="{1F5B9D77-FCE4-4F99-ECAC-7BBECD0BCC75}"/>
          </ac:spMkLst>
        </pc:spChg>
      </pc:sldChg>
      <pc:sldChg chg="modSp add mod">
        <pc:chgData name="Jake Duddy" userId="7a8a0c806e99fd3e" providerId="LiveId" clId="{CCFF1EDE-63BB-4842-AC66-0597FB2EFDF5}" dt="2026-09-05T20:28:23.797" v="3088" actId="14100"/>
        <pc:sldMkLst>
          <pc:docMk/>
          <pc:sldMk cId="413743720" sldId="2147481942"/>
        </pc:sldMkLst>
        <pc:spChg chg="mod">
          <ac:chgData name="Jake Duddy" userId="7a8a0c806e99fd3e" providerId="LiveId" clId="{CCFF1EDE-63BB-4842-AC66-0597FB2EFDF5}" dt="2026-09-05T20:24:23.490" v="3021" actId="20577"/>
          <ac:spMkLst>
            <pc:docMk/>
            <pc:sldMk cId="413743720" sldId="2147481942"/>
            <ac:spMk id="3" creationId="{87CDA1C4-04B4-39BA-7427-198C60D38CEA}"/>
          </ac:spMkLst>
        </pc:spChg>
        <pc:spChg chg="mod">
          <ac:chgData name="Jake Duddy" userId="7a8a0c806e99fd3e" providerId="LiveId" clId="{CCFF1EDE-63BB-4842-AC66-0597FB2EFDF5}" dt="2026-09-05T20:28:23.797" v="3088" actId="14100"/>
          <ac:spMkLst>
            <pc:docMk/>
            <pc:sldMk cId="413743720" sldId="2147481942"/>
            <ac:spMk id="6" creationId="{ECB0CEC1-660D-C340-95E5-09B4C9A77AD9}"/>
          </ac:spMkLst>
        </pc:spChg>
      </pc:sldChg>
      <pc:sldChg chg="modSp add mod">
        <pc:chgData name="Jake Duddy" userId="7a8a0c806e99fd3e" providerId="LiveId" clId="{CCFF1EDE-63BB-4842-AC66-0597FB2EFDF5}" dt="2026-09-05T20:26:52.056" v="3086" actId="14100"/>
        <pc:sldMkLst>
          <pc:docMk/>
          <pc:sldMk cId="4062244986" sldId="2147481943"/>
        </pc:sldMkLst>
        <pc:spChg chg="mod">
          <ac:chgData name="Jake Duddy" userId="7a8a0c806e99fd3e" providerId="LiveId" clId="{CCFF1EDE-63BB-4842-AC66-0597FB2EFDF5}" dt="2026-09-05T20:26:46.548" v="3084"/>
          <ac:spMkLst>
            <pc:docMk/>
            <pc:sldMk cId="4062244986" sldId="2147481943"/>
            <ac:spMk id="3" creationId="{BB2C0A43-60EE-E1EF-0C33-21E058F85343}"/>
          </ac:spMkLst>
        </pc:spChg>
        <pc:spChg chg="mod">
          <ac:chgData name="Jake Duddy" userId="7a8a0c806e99fd3e" providerId="LiveId" clId="{CCFF1EDE-63BB-4842-AC66-0597FB2EFDF5}" dt="2026-09-05T20:26:52.056" v="3086" actId="14100"/>
          <ac:spMkLst>
            <pc:docMk/>
            <pc:sldMk cId="4062244986" sldId="2147481943"/>
            <ac:spMk id="6" creationId="{AB4D1860-267B-6656-05D5-AF95AF06B82C}"/>
          </ac:spMkLst>
        </pc:spChg>
      </pc:sldChg>
      <pc:sldChg chg="add">
        <pc:chgData name="Jake Duddy" userId="7a8a0c806e99fd3e" providerId="LiveId" clId="{CCFF1EDE-63BB-4842-AC66-0597FB2EFDF5}" dt="2026-09-05T20:25:38.866" v="3072" actId="2890"/>
        <pc:sldMkLst>
          <pc:docMk/>
          <pc:sldMk cId="3745395717" sldId="2147481944"/>
        </pc:sldMkLst>
      </pc:sldChg>
      <pc:sldChg chg="addSp delSp modSp add mod modTransition">
        <pc:chgData name="Jake Duddy" userId="7a8a0c806e99fd3e" providerId="LiveId" clId="{CCFF1EDE-63BB-4842-AC66-0597FB2EFDF5}" dt="2026-09-05T21:26:45.253" v="3474" actId="167"/>
        <pc:sldMkLst>
          <pc:docMk/>
          <pc:sldMk cId="3405812521" sldId="2147481959"/>
        </pc:sldMkLst>
        <pc:spChg chg="add mod ord">
          <ac:chgData name="Jake Duddy" userId="7a8a0c806e99fd3e" providerId="LiveId" clId="{CCFF1EDE-63BB-4842-AC66-0597FB2EFDF5}" dt="2026-09-05T21:26:45.253" v="3474" actId="167"/>
          <ac:spMkLst>
            <pc:docMk/>
            <pc:sldMk cId="3405812521" sldId="2147481959"/>
            <ac:spMk id="9" creationId="{4852A06C-22E1-0C24-5F06-D2B3510D92FA}"/>
          </ac:spMkLst>
        </pc:spChg>
        <pc:spChg chg="mod">
          <ac:chgData name="Jake Duddy" userId="7a8a0c806e99fd3e" providerId="LiveId" clId="{CCFF1EDE-63BB-4842-AC66-0597FB2EFDF5}" dt="2026-09-05T21:24:17.286" v="3396" actId="20577"/>
          <ac:spMkLst>
            <pc:docMk/>
            <pc:sldMk cId="3405812521" sldId="2147481959"/>
            <ac:spMk id="213" creationId="{00000000-0000-0000-0000-000000000000}"/>
          </ac:spMkLst>
        </pc:spChg>
        <pc:picChg chg="mod">
          <ac:chgData name="Jake Duddy" userId="7a8a0c806e99fd3e" providerId="LiveId" clId="{CCFF1EDE-63BB-4842-AC66-0597FB2EFDF5}" dt="2026-09-05T21:25:57.602" v="3466" actId="1076"/>
          <ac:picMkLst>
            <pc:docMk/>
            <pc:sldMk cId="3405812521" sldId="2147481959"/>
            <ac:picMk id="3" creationId="{9C219A71-54DD-11E2-0C4E-511B03EAB0BE}"/>
          </ac:picMkLst>
        </pc:picChg>
      </pc:sldChg>
      <pc:sldChg chg="addSp delSp modSp add mod modTransition">
        <pc:chgData name="Jake Duddy" userId="7a8a0c806e99fd3e" providerId="LiveId" clId="{CCFF1EDE-63BB-4842-AC66-0597FB2EFDF5}" dt="2026-09-05T21:27:11.460" v="3477" actId="167"/>
        <pc:sldMkLst>
          <pc:docMk/>
          <pc:sldMk cId="691873082" sldId="2147481960"/>
        </pc:sldMkLst>
        <pc:spChg chg="mod">
          <ac:chgData name="Jake Duddy" userId="7a8a0c806e99fd3e" providerId="LiveId" clId="{CCFF1EDE-63BB-4842-AC66-0597FB2EFDF5}" dt="2026-09-05T21:25:42.012" v="3461" actId="403"/>
          <ac:spMkLst>
            <pc:docMk/>
            <pc:sldMk cId="691873082" sldId="2147481960"/>
            <ac:spMk id="5" creationId="{7C45A0EB-9394-6413-329C-29A1701AFF99}"/>
          </ac:spMkLst>
        </pc:spChg>
        <pc:spChg chg="mod">
          <ac:chgData name="Jake Duddy" userId="7a8a0c806e99fd3e" providerId="LiveId" clId="{CCFF1EDE-63BB-4842-AC66-0597FB2EFDF5}" dt="2026-09-05T21:20:38.254" v="3342" actId="255"/>
          <ac:spMkLst>
            <pc:docMk/>
            <pc:sldMk cId="691873082" sldId="2147481960"/>
            <ac:spMk id="6" creationId="{0FF34DBA-EAB6-7FDA-45BD-5C396039C1A3}"/>
          </ac:spMkLst>
        </pc:spChg>
        <pc:spChg chg="add mod ord">
          <ac:chgData name="Jake Duddy" userId="7a8a0c806e99fd3e" providerId="LiveId" clId="{CCFF1EDE-63BB-4842-AC66-0597FB2EFDF5}" dt="2026-09-05T21:27:11.460" v="3477" actId="167"/>
          <ac:spMkLst>
            <pc:docMk/>
            <pc:sldMk cId="691873082" sldId="2147481960"/>
            <ac:spMk id="9" creationId="{CBC461BF-9272-D092-97E6-B4F4261B6FC9}"/>
          </ac:spMkLst>
        </pc:spChg>
        <pc:spChg chg="mod">
          <ac:chgData name="Jake Duddy" userId="7a8a0c806e99fd3e" providerId="LiveId" clId="{CCFF1EDE-63BB-4842-AC66-0597FB2EFDF5}" dt="2026-09-05T21:24:28.268" v="3408" actId="20577"/>
          <ac:spMkLst>
            <pc:docMk/>
            <pc:sldMk cId="691873082" sldId="2147481960"/>
            <ac:spMk id="213" creationId="{00000000-0000-0000-0000-000000000000}"/>
          </ac:spMkLst>
        </pc:spChg>
      </pc:sldChg>
      <pc:sldChg chg="addSp delSp modSp add mod modTransition">
        <pc:chgData name="Jake Duddy" userId="7a8a0c806e99fd3e" providerId="LiveId" clId="{CCFF1EDE-63BB-4842-AC66-0597FB2EFDF5}" dt="2026-09-05T21:52:20.680" v="3876" actId="403"/>
        <pc:sldMkLst>
          <pc:docMk/>
          <pc:sldMk cId="124834977" sldId="2147481961"/>
        </pc:sldMkLst>
        <pc:spChg chg="mod">
          <ac:chgData name="Jake Duddy" userId="7a8a0c806e99fd3e" providerId="LiveId" clId="{CCFF1EDE-63BB-4842-AC66-0597FB2EFDF5}" dt="2026-09-05T21:52:20.680" v="3876" actId="403"/>
          <ac:spMkLst>
            <pc:docMk/>
            <pc:sldMk cId="124834977" sldId="2147481961"/>
            <ac:spMk id="5" creationId="{7C45A0EB-9394-6413-329C-29A1701AFF99}"/>
          </ac:spMkLst>
        </pc:spChg>
        <pc:spChg chg="mod">
          <ac:chgData name="Jake Duddy" userId="7a8a0c806e99fd3e" providerId="LiveId" clId="{CCFF1EDE-63BB-4842-AC66-0597FB2EFDF5}" dt="2026-09-05T21:21:41.951" v="3360" actId="255"/>
          <ac:spMkLst>
            <pc:docMk/>
            <pc:sldMk cId="124834977" sldId="2147481961"/>
            <ac:spMk id="6" creationId="{0FF34DBA-EAB6-7FDA-45BD-5C396039C1A3}"/>
          </ac:spMkLst>
        </pc:spChg>
        <pc:spChg chg="add mod ord">
          <ac:chgData name="Jake Duddy" userId="7a8a0c806e99fd3e" providerId="LiveId" clId="{CCFF1EDE-63BB-4842-AC66-0597FB2EFDF5}" dt="2026-09-05T21:26:39.334" v="3471" actId="167"/>
          <ac:spMkLst>
            <pc:docMk/>
            <pc:sldMk cId="124834977" sldId="2147481961"/>
            <ac:spMk id="11" creationId="{5CB3FC63-A1AD-E4AE-8230-D7610EAA89C9}"/>
          </ac:spMkLst>
        </pc:spChg>
        <pc:spChg chg="mod">
          <ac:chgData name="Jake Duddy" userId="7a8a0c806e99fd3e" providerId="LiveId" clId="{CCFF1EDE-63BB-4842-AC66-0597FB2EFDF5}" dt="2026-09-05T21:24:23.350" v="3402" actId="20577"/>
          <ac:spMkLst>
            <pc:docMk/>
            <pc:sldMk cId="124834977" sldId="2147481961"/>
            <ac:spMk id="213" creationId="{00000000-0000-0000-0000-000000000000}"/>
          </ac:spMkLst>
        </pc:spChg>
      </pc:sldChg>
      <pc:sldChg chg="addSp delSp modSp add mod">
        <pc:chgData name="Jake Duddy" userId="7a8a0c806e99fd3e" providerId="LiveId" clId="{CCFF1EDE-63BB-4842-AC66-0597FB2EFDF5}" dt="2026-09-05T21:39:54.668" v="3638" actId="20577"/>
        <pc:sldMkLst>
          <pc:docMk/>
          <pc:sldMk cId="627491429" sldId="2147481962"/>
        </pc:sldMkLst>
        <pc:spChg chg="mod">
          <ac:chgData name="Jake Duddy" userId="7a8a0c806e99fd3e" providerId="LiveId" clId="{CCFF1EDE-63BB-4842-AC66-0597FB2EFDF5}" dt="2026-09-05T21:39:54.668" v="3638" actId="20577"/>
          <ac:spMkLst>
            <pc:docMk/>
            <pc:sldMk cId="627491429" sldId="2147481962"/>
            <ac:spMk id="4" creationId="{372E0F82-B61C-0B29-E29C-904031372449}"/>
          </ac:spMkLst>
        </pc:spChg>
        <pc:spChg chg="add mod ord">
          <ac:chgData name="Jake Duddy" userId="7a8a0c806e99fd3e" providerId="LiveId" clId="{CCFF1EDE-63BB-4842-AC66-0597FB2EFDF5}" dt="2026-09-05T21:32:49.006" v="3578" actId="1038"/>
          <ac:spMkLst>
            <pc:docMk/>
            <pc:sldMk cId="627491429" sldId="2147481962"/>
            <ac:spMk id="6" creationId="{90C84E5C-80C5-9EEC-B1B0-5469720AC483}"/>
          </ac:spMkLst>
        </pc:spChg>
        <pc:spChg chg="mod ord">
          <ac:chgData name="Jake Duddy" userId="7a8a0c806e99fd3e" providerId="LiveId" clId="{CCFF1EDE-63BB-4842-AC66-0597FB2EFDF5}" dt="2026-09-05T21:32:49.006" v="3578" actId="1038"/>
          <ac:spMkLst>
            <pc:docMk/>
            <pc:sldMk cId="627491429" sldId="2147481962"/>
            <ac:spMk id="201" creationId="{D08D058D-A180-D4F0-2DC9-DADB699B8F49}"/>
          </ac:spMkLst>
        </pc:spChg>
        <pc:spChg chg="mod">
          <ac:chgData name="Jake Duddy" userId="7a8a0c806e99fd3e" providerId="LiveId" clId="{CCFF1EDE-63BB-4842-AC66-0597FB2EFDF5}" dt="2026-09-05T21:32:49.006" v="3578" actId="1038"/>
          <ac:spMkLst>
            <pc:docMk/>
            <pc:sldMk cId="627491429" sldId="2147481962"/>
            <ac:spMk id="202" creationId="{0A95CBB5-646D-3162-5623-F33456051CCE}"/>
          </ac:spMkLst>
        </pc:spChg>
        <pc:spChg chg="mod">
          <ac:chgData name="Jake Duddy" userId="7a8a0c806e99fd3e" providerId="LiveId" clId="{CCFF1EDE-63BB-4842-AC66-0597FB2EFDF5}" dt="2026-09-05T21:33:39.657" v="3590" actId="207"/>
          <ac:spMkLst>
            <pc:docMk/>
            <pc:sldMk cId="627491429" sldId="2147481962"/>
            <ac:spMk id="211" creationId="{F75E47AE-544F-EFF4-E9D5-E579813DC0F8}"/>
          </ac:spMkLst>
        </pc:spChg>
        <pc:spChg chg="mod">
          <ac:chgData name="Jake Duddy" userId="7a8a0c806e99fd3e" providerId="LiveId" clId="{CCFF1EDE-63BB-4842-AC66-0597FB2EFDF5}" dt="2026-09-05T21:32:49.006" v="3578" actId="1038"/>
          <ac:spMkLst>
            <pc:docMk/>
            <pc:sldMk cId="627491429" sldId="2147481962"/>
            <ac:spMk id="212" creationId="{960CEE93-5FF9-156C-9B9D-92B0AA4C29F6}"/>
          </ac:spMkLst>
        </pc:spChg>
        <pc:picChg chg="add mod">
          <ac:chgData name="Jake Duddy" userId="7a8a0c806e99fd3e" providerId="LiveId" clId="{CCFF1EDE-63BB-4842-AC66-0597FB2EFDF5}" dt="2026-09-05T21:32:49.006" v="3578" actId="1038"/>
          <ac:picMkLst>
            <pc:docMk/>
            <pc:sldMk cId="627491429" sldId="2147481962"/>
            <ac:picMk id="7" creationId="{4E83AD69-7044-4285-2CEA-E66D0784D7CA}"/>
          </ac:picMkLst>
        </pc:picChg>
        <pc:picChg chg="add">
          <ac:chgData name="Jake Duddy" userId="7a8a0c806e99fd3e" providerId="LiveId" clId="{CCFF1EDE-63BB-4842-AC66-0597FB2EFDF5}" dt="2026-09-05T21:32:54.292" v="3579" actId="22"/>
          <ac:picMkLst>
            <pc:docMk/>
            <pc:sldMk cId="627491429" sldId="2147481962"/>
            <ac:picMk id="10" creationId="{DA4600DE-4396-69BD-E01A-38D5442DF756}"/>
          </ac:picMkLst>
        </pc:picChg>
        <pc:picChg chg="mod">
          <ac:chgData name="Jake Duddy" userId="7a8a0c806e99fd3e" providerId="LiveId" clId="{CCFF1EDE-63BB-4842-AC66-0597FB2EFDF5}" dt="2026-09-05T21:32:49.006" v="3578" actId="1038"/>
          <ac:picMkLst>
            <pc:docMk/>
            <pc:sldMk cId="627491429" sldId="2147481962"/>
            <ac:picMk id="215" creationId="{77094C43-3F85-828E-D785-78E3B73163C6}"/>
          </ac:picMkLst>
        </pc:picChg>
      </pc:sldChg>
      <pc:sldChg chg="modSp add mod">
        <pc:chgData name="Jake Duddy" userId="7a8a0c806e99fd3e" providerId="LiveId" clId="{CCFF1EDE-63BB-4842-AC66-0597FB2EFDF5}" dt="2026-09-05T21:52:32.491" v="3879" actId="20577"/>
        <pc:sldMkLst>
          <pc:docMk/>
          <pc:sldMk cId="1088099196" sldId="2147481964"/>
        </pc:sldMkLst>
        <pc:spChg chg="mod">
          <ac:chgData name="Jake Duddy" userId="7a8a0c806e99fd3e" providerId="LiveId" clId="{CCFF1EDE-63BB-4842-AC66-0597FB2EFDF5}" dt="2026-09-05T21:52:32.491" v="3879" actId="20577"/>
          <ac:spMkLst>
            <pc:docMk/>
            <pc:sldMk cId="1088099196" sldId="2147481964"/>
            <ac:spMk id="18" creationId="{C87FA360-31E4-EF04-0D4F-EEB9839DED49}"/>
          </ac:spMkLst>
        </pc:spChg>
      </pc:sldChg>
      <pc:sldChg chg="modSp add mod">
        <pc:chgData name="Jake Duddy" userId="7a8a0c806e99fd3e" providerId="LiveId" clId="{CCFF1EDE-63BB-4842-AC66-0597FB2EFDF5}" dt="2026-09-08T07:30:48.616" v="3900" actId="20577"/>
        <pc:sldMkLst>
          <pc:docMk/>
          <pc:sldMk cId="3322921812" sldId="2147481965"/>
        </pc:sldMkLst>
        <pc:spChg chg="mod">
          <ac:chgData name="Jake Duddy" userId="7a8a0c806e99fd3e" providerId="LiveId" clId="{CCFF1EDE-63BB-4842-AC66-0597FB2EFDF5}" dt="2026-09-08T07:30:48.616" v="3900" actId="20577"/>
          <ac:spMkLst>
            <pc:docMk/>
            <pc:sldMk cId="3322921812" sldId="2147481965"/>
            <ac:spMk id="2" creationId="{6E461A3B-B635-19B9-6A9A-A9F05776FDF8}"/>
          </ac:spMkLst>
        </pc:spChg>
      </pc:sldChg>
      <pc:sldChg chg="delSp add del mod ord">
        <pc:chgData name="Jake Duddy" userId="7a8a0c806e99fd3e" providerId="LiveId" clId="{CCFF1EDE-63BB-4842-AC66-0597FB2EFDF5}" dt="2026-09-08T07:35:01.404" v="3905"/>
        <pc:sldMkLst>
          <pc:docMk/>
          <pc:sldMk cId="652770903" sldId="2147481966"/>
        </pc:sldMkLst>
        <pc:picChg chg="del">
          <ac:chgData name="Jake Duddy" userId="7a8a0c806e99fd3e" providerId="LiveId" clId="{CCFF1EDE-63BB-4842-AC66-0597FB2EFDF5}" dt="2026-09-08T07:34:22.270" v="3903"/>
          <ac:picMkLst>
            <pc:docMk/>
            <pc:sldMk cId="652770903" sldId="2147481966"/>
            <ac:picMk id="7" creationId="{B2EADFF2-CB98-2049-AAEF-892BA9A7EE37}"/>
          </ac:picMkLst>
        </pc:picChg>
      </pc:sldChg>
      <pc:sldChg chg="modSp add del mod">
        <pc:chgData name="Jake Duddy" userId="7a8a0c806e99fd3e" providerId="LiveId" clId="{CCFF1EDE-63BB-4842-AC66-0597FB2EFDF5}" dt="2026-09-08T07:36:11.983" v="3909"/>
        <pc:sldMkLst>
          <pc:docMk/>
          <pc:sldMk cId="198449730" sldId="2147481967"/>
        </pc:sldMkLst>
        <pc:spChg chg="mod">
          <ac:chgData name="Jake Duddy" userId="7a8a0c806e99fd3e" providerId="LiveId" clId="{CCFF1EDE-63BB-4842-AC66-0597FB2EFDF5}" dt="2026-09-08T07:35:01.487" v="3906" actId="27636"/>
          <ac:spMkLst>
            <pc:docMk/>
            <pc:sldMk cId="198449730" sldId="2147481967"/>
            <ac:spMk id="4" creationId="{87B04F9C-E477-7E91-273D-6F269F3BEDC8}"/>
          </ac:spMkLst>
        </pc:spChg>
        <pc:spChg chg="mod">
          <ac:chgData name="Jake Duddy" userId="7a8a0c806e99fd3e" providerId="LiveId" clId="{CCFF1EDE-63BB-4842-AC66-0597FB2EFDF5}" dt="2026-09-08T07:35:01.531" v="3907" actId="27636"/>
          <ac:spMkLst>
            <pc:docMk/>
            <pc:sldMk cId="198449730" sldId="2147481967"/>
            <ac:spMk id="5" creationId="{D9A745A3-E2A5-7741-B284-B72DA88B767B}"/>
          </ac:spMkLst>
        </pc:spChg>
      </pc:sldChg>
      <pc:sldChg chg="modSp add del mod">
        <pc:chgData name="Jake Duddy" userId="7a8a0c806e99fd3e" providerId="LiveId" clId="{CCFF1EDE-63BB-4842-AC66-0597FB2EFDF5}" dt="2026-09-08T07:36:53.897" v="3913"/>
        <pc:sldMkLst>
          <pc:docMk/>
          <pc:sldMk cId="1434995457" sldId="2147481968"/>
        </pc:sldMkLst>
        <pc:spChg chg="mod">
          <ac:chgData name="Jake Duddy" userId="7a8a0c806e99fd3e" providerId="LiveId" clId="{CCFF1EDE-63BB-4842-AC66-0597FB2EFDF5}" dt="2026-09-08T07:36:12.104" v="3911" actId="27636"/>
          <ac:spMkLst>
            <pc:docMk/>
            <pc:sldMk cId="1434995457" sldId="2147481968"/>
            <ac:spMk id="4" creationId="{87B04F9C-E477-7E91-273D-6F269F3BEDC8}"/>
          </ac:spMkLst>
        </pc:spChg>
        <pc:spChg chg="mod">
          <ac:chgData name="Jake Duddy" userId="7a8a0c806e99fd3e" providerId="LiveId" clId="{CCFF1EDE-63BB-4842-AC66-0597FB2EFDF5}" dt="2026-09-08T07:36:12.091" v="3910" actId="27636"/>
          <ac:spMkLst>
            <pc:docMk/>
            <pc:sldMk cId="1434995457" sldId="2147481968"/>
            <ac:spMk id="5" creationId="{D9A745A3-E2A5-7741-B284-B72DA88B767B}"/>
          </ac:spMkLst>
        </pc:spChg>
      </pc:sldChg>
      <pc:sldChg chg="modSp add del mod">
        <pc:chgData name="Jake Duddy" userId="7a8a0c806e99fd3e" providerId="LiveId" clId="{CCFF1EDE-63BB-4842-AC66-0597FB2EFDF5}" dt="2026-09-08T07:37:38.282" v="3916"/>
        <pc:sldMkLst>
          <pc:docMk/>
          <pc:sldMk cId="3874574413" sldId="2147481969"/>
        </pc:sldMkLst>
        <pc:spChg chg="mod">
          <ac:chgData name="Jake Duddy" userId="7a8a0c806e99fd3e" providerId="LiveId" clId="{CCFF1EDE-63BB-4842-AC66-0597FB2EFDF5}" dt="2026-09-08T07:36:54.004" v="3914" actId="27636"/>
          <ac:spMkLst>
            <pc:docMk/>
            <pc:sldMk cId="3874574413" sldId="2147481969"/>
            <ac:spMk id="5" creationId="{D9A745A3-E2A5-7741-B284-B72DA88B767B}"/>
          </ac:spMkLst>
        </pc:spChg>
      </pc:sldChg>
      <pc:sldChg chg="add del">
        <pc:chgData name="Jake Duddy" userId="7a8a0c806e99fd3e" providerId="LiveId" clId="{CCFF1EDE-63BB-4842-AC66-0597FB2EFDF5}" dt="2026-09-08T07:41:31.109" v="3920"/>
        <pc:sldMkLst>
          <pc:docMk/>
          <pc:sldMk cId="299322738" sldId="2147481970"/>
        </pc:sldMkLst>
      </pc:sldChg>
      <pc:sldChg chg="add del">
        <pc:chgData name="Jake Duddy" userId="7a8a0c806e99fd3e" providerId="LiveId" clId="{CCFF1EDE-63BB-4842-AC66-0597FB2EFDF5}" dt="2026-09-08T07:41:58.857" v="3922"/>
        <pc:sldMkLst>
          <pc:docMk/>
          <pc:sldMk cId="2970643493" sldId="2147481971"/>
        </pc:sldMkLst>
      </pc:sldChg>
      <pc:sldChg chg="add del">
        <pc:chgData name="Jake Duddy" userId="7a8a0c806e99fd3e" providerId="LiveId" clId="{CCFF1EDE-63BB-4842-AC66-0597FB2EFDF5}" dt="2026-09-08T07:42:08.392" v="3924"/>
        <pc:sldMkLst>
          <pc:docMk/>
          <pc:sldMk cId="2107730163" sldId="2147481972"/>
        </pc:sldMkLst>
      </pc:sldChg>
      <pc:sldChg chg="add del">
        <pc:chgData name="Jake Duddy" userId="7a8a0c806e99fd3e" providerId="LiveId" clId="{CCFF1EDE-63BB-4842-AC66-0597FB2EFDF5}" dt="2026-09-08T07:42:17.861" v="3926"/>
        <pc:sldMkLst>
          <pc:docMk/>
          <pc:sldMk cId="83870472" sldId="2147481973"/>
        </pc:sldMkLst>
      </pc:sldChg>
      <pc:sldChg chg="addSp modSp add mod modTransition">
        <pc:chgData name="Jake Duddy" userId="7a8a0c806e99fd3e" providerId="LiveId" clId="{CCFF1EDE-63BB-4842-AC66-0597FB2EFDF5}" dt="2026-09-08T07:53:33.339" v="4542" actId="1076"/>
        <pc:sldMkLst>
          <pc:docMk/>
          <pc:sldMk cId="660405382" sldId="2147481974"/>
        </pc:sldMkLst>
        <pc:spChg chg="add mod ord">
          <ac:chgData name="Jake Duddy" userId="7a8a0c806e99fd3e" providerId="LiveId" clId="{CCFF1EDE-63BB-4842-AC66-0597FB2EFDF5}" dt="2026-09-08T07:47:28.218" v="4022" actId="167"/>
          <ac:spMkLst>
            <pc:docMk/>
            <pc:sldMk cId="660405382" sldId="2147481974"/>
            <ac:spMk id="5" creationId="{2B176336-5892-4F34-2E3F-D34FE3C42258}"/>
          </ac:spMkLst>
        </pc:spChg>
        <pc:spChg chg="add mod">
          <ac:chgData name="Jake Duddy" userId="7a8a0c806e99fd3e" providerId="LiveId" clId="{CCFF1EDE-63BB-4842-AC66-0597FB2EFDF5}" dt="2026-09-08T07:53:33.339" v="4542" actId="1076"/>
          <ac:spMkLst>
            <pc:docMk/>
            <pc:sldMk cId="660405382" sldId="2147481974"/>
            <ac:spMk id="7" creationId="{547581A4-78DD-1679-8EAE-0BA4DE96D9C0}"/>
          </ac:spMkLst>
        </pc:spChg>
        <pc:spChg chg="mod">
          <ac:chgData name="Jake Duddy" userId="7a8a0c806e99fd3e" providerId="LiveId" clId="{CCFF1EDE-63BB-4842-AC66-0597FB2EFDF5}" dt="2026-09-08T07:53:26.783" v="4541" actId="20577"/>
          <ac:spMkLst>
            <pc:docMk/>
            <pc:sldMk cId="660405382" sldId="2147481974"/>
            <ac:spMk id="302" creationId="{00000000-0000-0000-0000-000000000000}"/>
          </ac:spMkLst>
        </pc:spChg>
      </pc:sldChg>
      <pc:sldChg chg="add del">
        <pc:chgData name="Jake Duddy" userId="7a8a0c806e99fd3e" providerId="LiveId" clId="{CCFF1EDE-63BB-4842-AC66-0597FB2EFDF5}" dt="2026-09-08T07:43:36.681" v="3929"/>
        <pc:sldMkLst>
          <pc:docMk/>
          <pc:sldMk cId="2143531355" sldId="2147481975"/>
        </pc:sldMkLst>
      </pc:sldChg>
      <pc:sldChg chg="add del">
        <pc:chgData name="Jake Duddy" userId="7a8a0c806e99fd3e" providerId="LiveId" clId="{CCFF1EDE-63BB-4842-AC66-0597FB2EFDF5}" dt="2026-09-08T07:44:43.689" v="3934"/>
        <pc:sldMkLst>
          <pc:docMk/>
          <pc:sldMk cId="3372571984" sldId="2147481976"/>
        </pc:sldMkLst>
      </pc:sldChg>
      <pc:sldChg chg="add del">
        <pc:chgData name="Jake Duddy" userId="7a8a0c806e99fd3e" providerId="LiveId" clId="{CCFF1EDE-63BB-4842-AC66-0597FB2EFDF5}" dt="2026-09-08T07:44:08.508" v="3932"/>
        <pc:sldMkLst>
          <pc:docMk/>
          <pc:sldMk cId="4171660276" sldId="2147481977"/>
        </pc:sldMkLst>
      </pc:sldChg>
      <pc:sldChg chg="add del">
        <pc:chgData name="Jake Duddy" userId="7a8a0c806e99fd3e" providerId="LiveId" clId="{CCFF1EDE-63BB-4842-AC66-0597FB2EFDF5}" dt="2026-09-08T07:45:17.568" v="3936"/>
        <pc:sldMkLst>
          <pc:docMk/>
          <pc:sldMk cId="1190050864" sldId="2147481978"/>
        </pc:sldMkLst>
      </pc:sldChg>
      <pc:sldChg chg="addSp modSp add mod modTransition">
        <pc:chgData name="Jake Duddy" userId="7a8a0c806e99fd3e" providerId="LiveId" clId="{CCFF1EDE-63BB-4842-AC66-0597FB2EFDF5}" dt="2026-09-08T07:49:46.162" v="4277" actId="6549"/>
        <pc:sldMkLst>
          <pc:docMk/>
          <pc:sldMk cId="329373352" sldId="2147481979"/>
        </pc:sldMkLst>
        <pc:spChg chg="add mod ord">
          <ac:chgData name="Jake Duddy" userId="7a8a0c806e99fd3e" providerId="LiveId" clId="{CCFF1EDE-63BB-4842-AC66-0597FB2EFDF5}" dt="2026-09-08T07:47:37.783" v="4044" actId="167"/>
          <ac:spMkLst>
            <pc:docMk/>
            <pc:sldMk cId="329373352" sldId="2147481979"/>
            <ac:spMk id="5" creationId="{0AC8E620-4C8F-1D9E-D49D-904462391885}"/>
          </ac:spMkLst>
        </pc:spChg>
        <pc:spChg chg="mod">
          <ac:chgData name="Jake Duddy" userId="7a8a0c806e99fd3e" providerId="LiveId" clId="{CCFF1EDE-63BB-4842-AC66-0597FB2EFDF5}" dt="2026-09-08T07:49:46.162" v="4277" actId="6549"/>
          <ac:spMkLst>
            <pc:docMk/>
            <pc:sldMk cId="329373352" sldId="2147481979"/>
            <ac:spMk id="302" creationId="{00000000-0000-0000-0000-000000000000}"/>
          </ac:spMkLst>
        </pc:spChg>
      </pc:sldChg>
      <pc:sldChg chg="addSp modSp add mod modTransition">
        <pc:chgData name="Jake Duddy" userId="7a8a0c806e99fd3e" providerId="LiveId" clId="{CCFF1EDE-63BB-4842-AC66-0597FB2EFDF5}" dt="2026-09-08T07:47:53.023" v="4128" actId="167"/>
        <pc:sldMkLst>
          <pc:docMk/>
          <pc:sldMk cId="2078434653" sldId="2147481980"/>
        </pc:sldMkLst>
        <pc:spChg chg="add mod ord">
          <ac:chgData name="Jake Duddy" userId="7a8a0c806e99fd3e" providerId="LiveId" clId="{CCFF1EDE-63BB-4842-AC66-0597FB2EFDF5}" dt="2026-09-08T07:47:53.023" v="4128" actId="167"/>
          <ac:spMkLst>
            <pc:docMk/>
            <pc:sldMk cId="2078434653" sldId="2147481980"/>
            <ac:spMk id="5" creationId="{9E5BF594-9749-EB83-9B48-3E58FEDC544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7E3F2F-0DD0-0F4B-8883-5CE9BA3BEF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i-FI"/>
              <a:t>Zure Oy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0C08C-81B5-7249-B780-9F47CF6AC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B822A-76DD-47ED-B361-084EA0023FF4}" type="datetime1">
              <a:rPr lang="fi-FI" smtClean="0"/>
              <a:t>8.9.2026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FE7D9-A31B-9842-94AF-080628511F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www.zure.com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94E60-9975-4C44-AEDF-2396FBF6B9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23E8A-A2D8-BB44-8E7A-4A49C5EC275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7908824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i-FI"/>
              <a:t>Zure Oy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B6960-E446-4C60-A76A-B567577C7150}" type="datetime1">
              <a:rPr lang="fi-FI" smtClean="0"/>
              <a:t>8.9.2026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F4143-29F8-8147-8F83-CA92D91847F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47200512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8.9.2026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46603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8.9.2026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12604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Fork</a:t>
            </a:r>
            <a:r>
              <a:rPr lang="en-GB" dirty="0"/>
              <a:t> </a:t>
            </a:r>
            <a:r>
              <a:rPr lang="en-GB" dirty="0" err="1"/>
              <a:t>daxlib</a:t>
            </a:r>
            <a:r>
              <a:rPr lang="en-GB" dirty="0"/>
              <a:t>/</a:t>
            </a:r>
            <a:r>
              <a:rPr lang="en-GB" dirty="0" err="1"/>
              <a:t>daxlib</a:t>
            </a:r>
            <a:endParaRPr lang="en-GB" dirty="0"/>
          </a:p>
          <a:p>
            <a:r>
              <a:rPr lang="en-GB" b="1" dirty="0"/>
              <a:t>Branch</a:t>
            </a:r>
            <a:r>
              <a:rPr lang="en-GB" dirty="0"/>
              <a:t> + add /packages/c/</a:t>
            </a:r>
            <a:r>
              <a:rPr lang="en-GB" dirty="0" err="1"/>
              <a:t>contoso.conversion</a:t>
            </a:r>
            <a:endParaRPr lang="en-GB" dirty="0"/>
          </a:p>
          <a:p>
            <a:r>
              <a:rPr lang="en-GB" b="1" dirty="0"/>
              <a:t>Tip:</a:t>
            </a:r>
            <a:r>
              <a:rPr lang="en-GB" dirty="0"/>
              <a:t> start from </a:t>
            </a:r>
            <a:r>
              <a:rPr lang="en-GB" dirty="0" err="1"/>
              <a:t>DaxLib.Sample</a:t>
            </a:r>
            <a:endParaRPr lang="en-GB" dirty="0"/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8.9.2026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24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71579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your UDFs to lib/</a:t>
            </a:r>
            <a:r>
              <a:rPr lang="en-GB" dirty="0" err="1"/>
              <a:t>functions.tmdl</a:t>
            </a:r>
            <a:endParaRPr lang="en-GB" dirty="0"/>
          </a:p>
          <a:p>
            <a:pPr lvl="1"/>
            <a:r>
              <a:rPr lang="en-GB" dirty="0"/>
              <a:t>Remove </a:t>
            </a:r>
            <a:r>
              <a:rPr lang="en-GB" dirty="0" err="1"/>
              <a:t>createOrUpdate</a:t>
            </a:r>
            <a:endParaRPr lang="en-GB" dirty="0"/>
          </a:p>
          <a:p>
            <a:pPr lvl="1"/>
            <a:r>
              <a:rPr lang="en-GB" dirty="0"/>
              <a:t>Remove indent</a:t>
            </a:r>
          </a:p>
          <a:p>
            <a:pPr lvl="1"/>
            <a:r>
              <a:rPr lang="en-GB" dirty="0"/>
              <a:t>Add annotations</a:t>
            </a:r>
          </a:p>
          <a:p>
            <a:pPr lvl="1">
              <a:buNone/>
            </a:pPr>
            <a:r>
              <a:rPr lang="en-GB" sz="1400" dirty="0">
                <a:solidFill>
                  <a:srgbClr val="770000"/>
                </a:solidFill>
                <a:latin typeface="Consolas"/>
              </a:rPr>
              <a:t>	annotation</a:t>
            </a:r>
            <a:r>
              <a:rPr lang="en-GB" sz="14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1400" dirty="0" err="1">
                <a:solidFill>
                  <a:srgbClr val="B60DDC"/>
                </a:solidFill>
                <a:latin typeface="Consolas"/>
              </a:rPr>
              <a:t>DAXLIB_PackageId</a:t>
            </a:r>
            <a:r>
              <a:rPr lang="en-GB" sz="1400" dirty="0">
                <a:solidFill>
                  <a:srgbClr val="191919"/>
                </a:solidFill>
                <a:latin typeface="Consolas"/>
              </a:rPr>
              <a:t> = </a:t>
            </a:r>
            <a:r>
              <a:rPr lang="en-GB" sz="1400" dirty="0" err="1">
                <a:solidFill>
                  <a:srgbClr val="8F8160"/>
                </a:solidFill>
                <a:latin typeface="Consolas"/>
              </a:rPr>
              <a:t>Contoso.Conversion</a:t>
            </a:r>
            <a:endParaRPr lang="en-GB" sz="1400" dirty="0">
              <a:solidFill>
                <a:srgbClr val="8F8160"/>
              </a:solidFill>
              <a:latin typeface="Consolas"/>
            </a:endParaRPr>
          </a:p>
          <a:p>
            <a:pPr lvl="1">
              <a:buNone/>
            </a:pPr>
            <a:r>
              <a:rPr lang="en-GB" sz="1400" dirty="0">
                <a:solidFill>
                  <a:srgbClr val="770000"/>
                </a:solidFill>
                <a:latin typeface="Consolas"/>
              </a:rPr>
              <a:t>	annotation</a:t>
            </a:r>
            <a:r>
              <a:rPr lang="en-GB" sz="14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1400" dirty="0" err="1">
                <a:solidFill>
                  <a:srgbClr val="B60DDC"/>
                </a:solidFill>
                <a:latin typeface="Consolas"/>
              </a:rPr>
              <a:t>DAXLIB_PackageVersion</a:t>
            </a:r>
            <a:r>
              <a:rPr lang="en-GB" sz="1400" dirty="0">
                <a:solidFill>
                  <a:srgbClr val="191919"/>
                </a:solidFill>
                <a:latin typeface="Consolas"/>
              </a:rPr>
              <a:t> = </a:t>
            </a:r>
            <a:r>
              <a:rPr lang="en-GB" sz="1400" dirty="0">
                <a:solidFill>
                  <a:srgbClr val="8F8160"/>
                </a:solidFill>
                <a:latin typeface="Consolas"/>
              </a:rPr>
              <a:t>2.0.0</a:t>
            </a:r>
            <a:endParaRPr lang="en-GB" dirty="0"/>
          </a:p>
          <a:p>
            <a:r>
              <a:rPr lang="en-GB" dirty="0"/>
              <a:t>Open a pull request to </a:t>
            </a:r>
            <a:r>
              <a:rPr lang="en-GB" dirty="0" err="1"/>
              <a:t>daxlib</a:t>
            </a:r>
            <a:r>
              <a:rPr lang="en-GB" dirty="0"/>
              <a:t>/</a:t>
            </a:r>
            <a:r>
              <a:rPr lang="en-GB" dirty="0" err="1"/>
              <a:t>daxlib</a:t>
            </a:r>
            <a:endParaRPr lang="en-GB" dirty="0"/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8.9.2026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25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90935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DAXLib</a:t>
            </a:r>
            <a:r>
              <a:rPr lang="en-GB" dirty="0"/>
              <a:t> maintainers review every PR</a:t>
            </a:r>
          </a:p>
          <a:p>
            <a:r>
              <a:rPr lang="en-GB" dirty="0"/>
              <a:t>Approved &amp; merged → live on daxlib.org</a:t>
            </a: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8.9.2026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26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41376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8.9.2026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50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29574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8.9.2026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51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29574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8.9.2026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52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29574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FBD1038-E7E7-A8DC-C409-FE589F263A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5134"/>
          <a:stretch>
            <a:fillRect/>
          </a:stretch>
        </p:blipFill>
        <p:spPr>
          <a:xfrm rot="16200000">
            <a:off x="5189778" y="-5189779"/>
            <a:ext cx="1812445" cy="12192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087C46-8175-42D9-8ADF-66ED456725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74012" r="4775"/>
          <a:stretch>
            <a:fillRect/>
          </a:stretch>
        </p:blipFill>
        <p:spPr>
          <a:xfrm rot="5400000">
            <a:off x="4802831" y="-531171"/>
            <a:ext cx="2586340" cy="12192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719999"/>
            <a:ext cx="10753200" cy="468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title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84424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: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C087C46-8175-42D9-8ADF-66ED456725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4012" r="4775"/>
          <a:stretch>
            <a:fillRect/>
          </a:stretch>
        </p:blipFill>
        <p:spPr>
          <a:xfrm rot="5400000">
            <a:off x="4802831" y="-531171"/>
            <a:ext cx="2586340" cy="12192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719999"/>
            <a:ext cx="10753200" cy="468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title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0553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ght: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3EED4D-9F06-A608-EC01-0DC3CE9519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5134"/>
          <a:stretch>
            <a:fillRect/>
          </a:stretch>
        </p:blipFill>
        <p:spPr>
          <a:xfrm rot="5400000">
            <a:off x="5189776" y="-144223"/>
            <a:ext cx="1812445" cy="12192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719999"/>
            <a:ext cx="10753200" cy="468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title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195697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88B1CED-C2ED-A4C1-A985-44F2E62A2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60000"/>
            <a:ext cx="10753200" cy="306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548EA6-2912-8742-8424-B4C74BA88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3600000"/>
            <a:ext cx="10753200" cy="2160000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algn="ctr">
              <a:defRPr sz="3600"/>
            </a:lvl2pPr>
            <a:lvl3pPr algn="ctr">
              <a:defRPr sz="3600"/>
            </a:lvl3pPr>
            <a:lvl4pPr algn="ctr">
              <a:defRPr sz="3600"/>
            </a:lvl4pPr>
            <a:lvl5pPr algn="ctr">
              <a:defRPr sz="3600"/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384306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lo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D0DB0C2-FAA0-F737-9D25-F36881A909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839041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6839090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626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50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: 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6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13C6-EF55-7725-7957-EC82B843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8AAF-7DEC-22F3-D9B1-ADDA17076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99E3F-5113-640D-1DF6-4E99AF40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A16A5-04C0-709F-31B0-8CF38CEA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16359-5C1F-072C-BD07-231CAE12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4869E-8868-E047-AE03-59116D6F6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09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756E8A81-9C43-F1F5-E005-CFD5D40F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2627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27" r:id="rId2"/>
    <p:sldLayoutId id="2147483728" r:id="rId3"/>
    <p:sldLayoutId id="2147483700" r:id="rId4"/>
    <p:sldLayoutId id="2147483709" r:id="rId5"/>
    <p:sldLayoutId id="2147483717" r:id="rId6"/>
    <p:sldLayoutId id="2147483726" r:id="rId7"/>
    <p:sldLayoutId id="2147483725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hyperlink" Target="https://daxlib.org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daxlib.org/package/EvaluationContext.Colour/" TargetMode="External"/><Relationship Id="rId4" Type="http://schemas.openxmlformats.org/officeDocument/2006/relationships/hyperlink" Target="https://daxlib.org/package/DaxLib.SVG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xlib/lib-quickstart-template" TargetMode="Externa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axlib.org/package/PQL.Assert" TargetMode="External"/><Relationship Id="rId2" Type="http://schemas.openxmlformats.org/officeDocument/2006/relationships/hyperlink" Target="https://www.kerski.tech/bringing-dataops-to-power-bi-part37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microsoft/fabric-toolbox/tree/main/tools/DAXPerformanceTesting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github.com/sql-bi/Contoso-Data-Generator-V2-data/releases/tag/ready-to-use-data" TargetMode="Externa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daxlib.org/package/DataZoe.SVG/" TargetMode="Externa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evaluationcontext.github.io/posts/DAXUDF-AutoDocs/" TargetMode="External"/><Relationship Id="rId2" Type="http://schemas.openxmlformats.org/officeDocument/2006/relationships/hyperlink" Target="https://docs.sqlbi.com/dax-style/dax-naming-conventions#parameters" TargetMode="Externa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axlib.org/contribute/" TargetMode="Externa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64AB-82E4-2B13-5D69-6AAC51999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DAXLIB</a:t>
            </a:r>
            <a:br>
              <a:rPr lang="en-GB" dirty="0"/>
            </a:br>
            <a:r>
              <a:rPr lang="en-GB" sz="5400" dirty="0">
                <a:solidFill>
                  <a:srgbClr val="E92063"/>
                </a:solidFill>
              </a:rPr>
              <a:t>Zero to community hero</a:t>
            </a:r>
            <a:endParaRPr lang="en-GB" dirty="0">
              <a:solidFill>
                <a:srgbClr val="E92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347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F0D9331-8DC9-A13A-DE79-F2B7418CE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036" y="5214613"/>
            <a:ext cx="3616830" cy="2034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B87699-E52E-01B4-C042-051008E0DE9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9739" y="6168213"/>
            <a:ext cx="1319964" cy="325591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AEB349C-6B04-3B89-069C-B28CE81C537A}"/>
              </a:ext>
            </a:extLst>
          </p:cNvPr>
          <p:cNvSpPr txBox="1">
            <a:spLocks/>
          </p:cNvSpPr>
          <p:nvPr/>
        </p:nvSpPr>
        <p:spPr>
          <a:xfrm>
            <a:off x="6760111" y="1131679"/>
            <a:ext cx="7043737" cy="243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fi-FI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Jake Duddy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i-FI" altLang="fi-FI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Data Engineer, Zure UK</a:t>
            </a:r>
            <a:b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Microsoft MVP (Data Platform)</a:t>
            </a:r>
            <a:b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Fabric Super User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https://evaluationcontext.github.io/</a:t>
            </a:r>
            <a:endParaRPr kumimoji="0" lang="en-US" altLang="fi-FI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3B22DA-0B51-339B-2BED-C561B87BC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553" y="1237753"/>
            <a:ext cx="4626550" cy="4664651"/>
          </a:xfrm>
          <a:prstGeom prst="rect">
            <a:avLst/>
          </a:prstGeom>
        </p:spPr>
      </p:pic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635AFE4C-2C21-78F4-D30C-A8B3B1F98735}"/>
              </a:ext>
            </a:extLst>
          </p:cNvPr>
          <p:cNvSpPr/>
          <p:nvPr/>
        </p:nvSpPr>
        <p:spPr>
          <a:xfrm>
            <a:off x="660977" y="1119293"/>
            <a:ext cx="5109882" cy="4901568"/>
          </a:xfrm>
          <a:custGeom>
            <a:avLst/>
            <a:gdLst>
              <a:gd name="csX0" fmla="*/ 2554941 w 5109882"/>
              <a:gd name="csY0" fmla="*/ 118459 h 4901568"/>
              <a:gd name="csX1" fmla="*/ 209675 w 5109882"/>
              <a:gd name="csY1" fmla="*/ 2450785 h 4901568"/>
              <a:gd name="csX2" fmla="*/ 2554941 w 5109882"/>
              <a:gd name="csY2" fmla="*/ 4783111 h 4901568"/>
              <a:gd name="csX3" fmla="*/ 4900207 w 5109882"/>
              <a:gd name="csY3" fmla="*/ 2450785 h 4901568"/>
              <a:gd name="csX4" fmla="*/ 2554941 w 5109882"/>
              <a:gd name="csY4" fmla="*/ 118459 h 4901568"/>
              <a:gd name="csX5" fmla="*/ 0 w 5109882"/>
              <a:gd name="csY5" fmla="*/ 0 h 4901568"/>
              <a:gd name="csX6" fmla="*/ 5109882 w 5109882"/>
              <a:gd name="csY6" fmla="*/ 0 h 4901568"/>
              <a:gd name="csX7" fmla="*/ 5109882 w 5109882"/>
              <a:gd name="csY7" fmla="*/ 4901568 h 4901568"/>
              <a:gd name="csX8" fmla="*/ 0 w 5109882"/>
              <a:gd name="csY8" fmla="*/ 4901568 h 49015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109882" h="4901568">
                <a:moveTo>
                  <a:pt x="2554941" y="118459"/>
                </a:moveTo>
                <a:cubicBezTo>
                  <a:pt x="1259686" y="118459"/>
                  <a:pt x="209675" y="1162677"/>
                  <a:pt x="209675" y="2450785"/>
                </a:cubicBezTo>
                <a:cubicBezTo>
                  <a:pt x="209675" y="3738893"/>
                  <a:pt x="1259686" y="4783111"/>
                  <a:pt x="2554941" y="4783111"/>
                </a:cubicBezTo>
                <a:cubicBezTo>
                  <a:pt x="3850196" y="4783111"/>
                  <a:pt x="4900207" y="3738893"/>
                  <a:pt x="4900207" y="2450785"/>
                </a:cubicBezTo>
                <a:cubicBezTo>
                  <a:pt x="4900207" y="1162677"/>
                  <a:pt x="3850196" y="118459"/>
                  <a:pt x="2554941" y="118459"/>
                </a:cubicBezTo>
                <a:close/>
                <a:moveTo>
                  <a:pt x="0" y="0"/>
                </a:moveTo>
                <a:lnTo>
                  <a:pt x="5109882" y="0"/>
                </a:lnTo>
                <a:lnTo>
                  <a:pt x="5109882" y="4901568"/>
                </a:lnTo>
                <a:lnTo>
                  <a:pt x="0" y="4901568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BDE42F-F84C-C382-E562-051745A61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86" y="1189740"/>
            <a:ext cx="4721132" cy="47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1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urple letters on a black background&#10;&#10;Description automatically generated">
            <a:extLst>
              <a:ext uri="{FF2B5EF4-FFF2-40B4-BE49-F238E27FC236}">
                <a16:creationId xmlns:a16="http://schemas.microsoft.com/office/drawing/2014/main" id="{75B76685-BB18-9D2B-AFCF-460E1FCCD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46" y="3077328"/>
            <a:ext cx="2860381" cy="1287172"/>
          </a:xfrm>
          <a:prstGeom prst="rect">
            <a:avLst/>
          </a:prstGeom>
        </p:spPr>
      </p:pic>
      <p:pic>
        <p:nvPicPr>
          <p:cNvPr id="8" name="Picture 7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CCA11777-87D5-5D18-C650-8FE81C4E6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760" y="1322516"/>
            <a:ext cx="3385391" cy="186197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749C7ED-A544-CDA2-935D-88275092009A}"/>
              </a:ext>
            </a:extLst>
          </p:cNvPr>
          <p:cNvSpPr txBox="1">
            <a:spLocks/>
          </p:cNvSpPr>
          <p:nvPr/>
        </p:nvSpPr>
        <p:spPr>
          <a:xfrm>
            <a:off x="838200" y="3951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Big thank you to our great sponsors</a:t>
            </a:r>
          </a:p>
        </p:txBody>
      </p:sp>
      <p:pic>
        <p:nvPicPr>
          <p:cNvPr id="3" name="Picture 2" descr="A logo with pink and purple text&#10;&#10;AI-generated content may be incorrect.">
            <a:extLst>
              <a:ext uri="{FF2B5EF4-FFF2-40B4-BE49-F238E27FC236}">
                <a16:creationId xmlns:a16="http://schemas.microsoft.com/office/drawing/2014/main" id="{5837AE05-CA4D-0EFF-BCB4-73DF861358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42" y="1293917"/>
            <a:ext cx="3385391" cy="18619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EB8C86-B0AC-2D4B-FBE9-1C5BA109A92C}"/>
              </a:ext>
            </a:extLst>
          </p:cNvPr>
          <p:cNvCxnSpPr/>
          <p:nvPr/>
        </p:nvCxnSpPr>
        <p:spPr>
          <a:xfrm>
            <a:off x="310963" y="4595854"/>
            <a:ext cx="116477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845588A-D74A-5066-A6D7-EC05307623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618" y="2764233"/>
            <a:ext cx="3200533" cy="1600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5D8ED-D739-5A00-F238-4904D26AD7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4908852"/>
            <a:ext cx="2196742" cy="10983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687BB9-F921-04EF-39C1-ECCA07D518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4971620"/>
            <a:ext cx="2574187" cy="106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2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14FD-694C-77AA-60EF-4DF0ECEC3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Raffle prizes from the sponsors</a:t>
            </a:r>
          </a:p>
        </p:txBody>
      </p:sp>
      <p:pic>
        <p:nvPicPr>
          <p:cNvPr id="8" name="Picture 7" descr="A green and black text&#10;&#10;Description automatically generated">
            <a:extLst>
              <a:ext uri="{FF2B5EF4-FFF2-40B4-BE49-F238E27FC236}">
                <a16:creationId xmlns:a16="http://schemas.microsoft.com/office/drawing/2014/main" id="{959370AC-F1DD-BBEE-3488-AB152A056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386" y="1665841"/>
            <a:ext cx="3892751" cy="12386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6B28BD-3270-22F7-9169-0938FA89C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016" y="3696111"/>
            <a:ext cx="2377168" cy="2065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19D3B1-C4D1-D8A9-D704-DA13FBD99A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596" y="1387533"/>
            <a:ext cx="3892751" cy="21384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4085D7-8434-C30A-200E-B27DC880B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570" y="3821445"/>
            <a:ext cx="3086352" cy="25712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C358BA6-F8CD-4507-6095-4742242CBD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11" y="3742570"/>
            <a:ext cx="3086353" cy="241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4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54C8-3384-062D-9956-F4A2E21F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440F-C174-9FE5-666C-775EB75876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User Defined Functions</a:t>
            </a:r>
            <a:br>
              <a:rPr lang="en-GB" dirty="0"/>
            </a:br>
            <a:r>
              <a:rPr lang="en-GB" sz="2800" dirty="0">
                <a:solidFill>
                  <a:srgbClr val="E92063"/>
                </a:solidFill>
              </a:rPr>
              <a:t>UDF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2180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A94A-5DD9-D5F6-BF49-E1CBDDD3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DAX UDFs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40527-E972-3852-F18E-48A73500F9D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User Defined Functions </a:t>
            </a:r>
            <a:r>
              <a:rPr lang="en-GB" dirty="0"/>
              <a:t>≠ User Data Functions</a:t>
            </a:r>
          </a:p>
          <a:p>
            <a:r>
              <a:rPr lang="en-GB" b="1" dirty="0"/>
              <a:t>Build your own DAX functions that you can call like any other DAX function</a:t>
            </a:r>
          </a:p>
          <a:p>
            <a:r>
              <a:rPr lang="en-GB" dirty="0"/>
              <a:t>DRY (Don't Repeat Yourself)</a:t>
            </a:r>
          </a:p>
          <a:p>
            <a:pPr lvl="1"/>
            <a:r>
              <a:rPr lang="en-GB" dirty="0"/>
              <a:t>Reuse code</a:t>
            </a:r>
          </a:p>
          <a:p>
            <a:pPr lvl="1"/>
            <a:r>
              <a:rPr lang="en-GB" dirty="0"/>
              <a:t>Doesn't improve performance</a:t>
            </a:r>
          </a:p>
          <a:p>
            <a:pPr lvl="1"/>
            <a:r>
              <a:rPr lang="en-GB" dirty="0"/>
              <a:t>Can make measures simpler/less verbose</a:t>
            </a:r>
          </a:p>
          <a:p>
            <a:pPr lvl="1"/>
            <a:r>
              <a:rPr lang="en-GB" dirty="0"/>
              <a:t>Can make bulk updates easier</a:t>
            </a:r>
          </a:p>
          <a:p>
            <a:r>
              <a:rPr lang="en-GB" dirty="0"/>
              <a:t>They are built for semantic model authors</a:t>
            </a:r>
          </a:p>
          <a:p>
            <a:endParaRPr lang="en-GB" dirty="0"/>
          </a:p>
        </p:txBody>
      </p:sp>
      <p:sp>
        <p:nvSpPr>
          <p:cNvPr id="6" name="Kicker">
            <a:extLst>
              <a:ext uri="{FF2B5EF4-FFF2-40B4-BE49-F238E27FC236}">
                <a16:creationId xmlns:a16="http://schemas.microsoft.com/office/drawing/2014/main" id="{EE54F395-3D00-EDEB-C6D3-7E7B16D1F738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UDF</a:t>
            </a:r>
          </a:p>
        </p:txBody>
      </p:sp>
    </p:spTree>
    <p:extLst>
      <p:ext uri="{BB962C8B-B14F-4D97-AF65-F5344CB8AC3E}">
        <p14:creationId xmlns:p14="http://schemas.microsoft.com/office/powerpoint/2010/main" val="99521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769E0-866C-D9B8-2193-6E07F2E55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5E2570-29AF-D233-A42C-6E520D51ADEA}"/>
              </a:ext>
            </a:extLst>
          </p:cNvPr>
          <p:cNvSpPr txBox="1"/>
          <p:nvPr/>
        </p:nvSpPr>
        <p:spPr>
          <a:xfrm>
            <a:off x="7743502" y="2203284"/>
            <a:ext cx="18006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Comments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28327C-1F2E-A2DB-3A51-4F655C61254A}"/>
              </a:ext>
            </a:extLst>
          </p:cNvPr>
          <p:cNvSpPr txBox="1"/>
          <p:nvPr/>
        </p:nvSpPr>
        <p:spPr>
          <a:xfrm>
            <a:off x="7743502" y="2754617"/>
            <a:ext cx="11161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99D907-336C-BA6E-DD1D-01809FB68557}"/>
              </a:ext>
            </a:extLst>
          </p:cNvPr>
          <p:cNvSpPr txBox="1"/>
          <p:nvPr/>
        </p:nvSpPr>
        <p:spPr>
          <a:xfrm>
            <a:off x="7743502" y="3160577"/>
            <a:ext cx="18739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Parameters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B783F6-2FBC-61A2-3557-2494D6E1F1B9}"/>
              </a:ext>
            </a:extLst>
          </p:cNvPr>
          <p:cNvSpPr txBox="1"/>
          <p:nvPr/>
        </p:nvSpPr>
        <p:spPr>
          <a:xfrm>
            <a:off x="7743502" y="3859947"/>
            <a:ext cx="17801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Expression</a:t>
            </a:r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834EBA26-2403-BC96-3B65-79FE61A28153}"/>
              </a:ext>
            </a:extLst>
          </p:cNvPr>
          <p:cNvSpPr/>
          <p:nvPr/>
        </p:nvSpPr>
        <p:spPr>
          <a:xfrm>
            <a:off x="7481489" y="2101703"/>
            <a:ext cx="108000" cy="726232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BE5B14AC-B47C-DAA7-196A-D9CEA6F54D6D}"/>
              </a:ext>
            </a:extLst>
          </p:cNvPr>
          <p:cNvSpPr/>
          <p:nvPr/>
        </p:nvSpPr>
        <p:spPr>
          <a:xfrm>
            <a:off x="7481489" y="2809247"/>
            <a:ext cx="108000" cy="378370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EBB0F02D-33EF-B40E-3300-0B94C7FAF342}"/>
              </a:ext>
            </a:extLst>
          </p:cNvPr>
          <p:cNvSpPr/>
          <p:nvPr/>
        </p:nvSpPr>
        <p:spPr>
          <a:xfrm>
            <a:off x="7481489" y="3193762"/>
            <a:ext cx="108000" cy="378372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0ED4E7E3-729F-6463-C507-545F8CD04CE5}"/>
              </a:ext>
            </a:extLst>
          </p:cNvPr>
          <p:cNvSpPr/>
          <p:nvPr/>
        </p:nvSpPr>
        <p:spPr>
          <a:xfrm>
            <a:off x="7481489" y="3579853"/>
            <a:ext cx="108000" cy="115062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5" name="Code Sample">
            <a:extLst>
              <a:ext uri="{FF2B5EF4-FFF2-40B4-BE49-F238E27FC236}">
                <a16:creationId xmlns:a16="http://schemas.microsoft.com/office/drawing/2014/main" id="{25B386E7-1C91-B93C-54AE-75B3FA57CB93}"/>
              </a:ext>
            </a:extLst>
          </p:cNvPr>
          <p:cNvSpPr/>
          <p:nvPr/>
        </p:nvSpPr>
        <p:spPr>
          <a:xfrm>
            <a:off x="2567306" y="2019358"/>
            <a:ext cx="4841709" cy="2931541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ctr"/>
          <a:lstStyle/>
          <a:p>
            <a:pPr>
              <a:buNone/>
            </a:pPr>
            <a:r>
              <a:rPr lang="en-GB" sz="2100" dirty="0">
                <a:solidFill>
                  <a:srgbClr val="02804C"/>
                </a:solidFill>
                <a:latin typeface="Consolas"/>
              </a:rPr>
              <a:t>/// Sum of large sales</a:t>
            </a:r>
          </a:p>
          <a:p>
            <a:pPr>
              <a:buNone/>
            </a:pPr>
            <a:r>
              <a:rPr lang="en-GB" sz="2100" dirty="0">
                <a:solidFill>
                  <a:srgbClr val="02804C"/>
                </a:solidFill>
                <a:latin typeface="Consolas"/>
              </a:rPr>
              <a:t>/// @param {int} num</a:t>
            </a:r>
          </a:p>
          <a:p>
            <a:pPr>
              <a:buNone/>
            </a:pPr>
            <a:r>
              <a:rPr lang="en-GB" sz="2100" dirty="0">
                <a:solidFill>
                  <a:srgbClr val="7C1B37"/>
                </a:solidFill>
                <a:latin typeface="Consolas"/>
              </a:rPr>
              <a:t>function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SumLargeSales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=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(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588E82"/>
                </a:solidFill>
                <a:latin typeface="Consolas"/>
              </a:rPr>
              <a:t>num</a:t>
            </a:r>
            <a:r>
              <a:rPr lang="en-GB" sz="2100" dirty="0">
                <a:solidFill>
                  <a:schemeClr val="tx1">
                    <a:lumMod val="50000"/>
                  </a:schemeClr>
                </a:solidFill>
                <a:latin typeface="Consolas"/>
              </a:rPr>
              <a:t>: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INT64 EXPR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=&gt;</a:t>
            </a:r>
          </a:p>
          <a:p>
            <a:pPr>
              <a:buNone/>
            </a:pPr>
            <a:r>
              <a:rPr lang="en-GB" sz="2100" dirty="0">
                <a:solidFill>
                  <a:srgbClr val="4D71C7"/>
                </a:solidFill>
                <a:latin typeface="Consolas"/>
              </a:rPr>
              <a:t>  CALCULATE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(</a:t>
            </a:r>
          </a:p>
          <a:p>
            <a:pPr>
              <a:buNone/>
            </a:pPr>
            <a:r>
              <a:rPr lang="en-GB" sz="2100" dirty="0">
                <a:solidFill>
                  <a:srgbClr val="A900DD"/>
                </a:solidFill>
                <a:latin typeface="Consolas"/>
              </a:rPr>
              <a:t>     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SUM</a:t>
            </a:r>
            <a:r>
              <a:rPr lang="en-GB" sz="2100" dirty="0">
                <a:solidFill>
                  <a:srgbClr val="003EFB"/>
                </a:solidFill>
                <a:latin typeface="Consolas"/>
              </a:rPr>
              <a:t>(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5B6276"/>
                </a:solidFill>
                <a:latin typeface="Consolas"/>
              </a:rPr>
              <a:t>Sales[Amount]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   </a:t>
            </a:r>
            <a:r>
              <a:rPr lang="en-GB" sz="2100" dirty="0">
                <a:solidFill>
                  <a:srgbClr val="5B6276"/>
                </a:solidFill>
                <a:latin typeface="Consolas"/>
              </a:rPr>
              <a:t>Sales[Amount] 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&gt; </a:t>
            </a:r>
            <a:r>
              <a:rPr lang="en-GB" sz="2100" dirty="0">
                <a:solidFill>
                  <a:srgbClr val="588E82"/>
                </a:solidFill>
                <a:latin typeface="Consolas"/>
              </a:rPr>
              <a:t>num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C5DC4C-A81A-5318-59DB-B3788145F968}"/>
              </a:ext>
            </a:extLst>
          </p:cNvPr>
          <p:cNvSpPr txBox="1">
            <a:spLocks/>
          </p:cNvSpPr>
          <p:nvPr/>
        </p:nvSpPr>
        <p:spPr>
          <a:xfrm>
            <a:off x="719999" y="584200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 dirty="0"/>
              <a:t>Anatomy of a UDF</a:t>
            </a:r>
            <a:endParaRPr lang="en-GB" dirty="0"/>
          </a:p>
        </p:txBody>
      </p:sp>
      <p:sp>
        <p:nvSpPr>
          <p:cNvPr id="9" name="Kicker">
            <a:extLst>
              <a:ext uri="{FF2B5EF4-FFF2-40B4-BE49-F238E27FC236}">
                <a16:creationId xmlns:a16="http://schemas.microsoft.com/office/drawing/2014/main" id="{E93C557A-E96F-C8D5-FA0B-A870FF6D2197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UDF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3BAF53-8A5F-D295-6F49-1453841E598D}"/>
              </a:ext>
            </a:extLst>
          </p:cNvPr>
          <p:cNvSpPr txBox="1"/>
          <p:nvPr/>
        </p:nvSpPr>
        <p:spPr>
          <a:xfrm>
            <a:off x="295676" y="1235045"/>
            <a:ext cx="6097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2000" dirty="0"/>
              <a:t>Defined once. </a:t>
            </a:r>
            <a:r>
              <a:rPr lang="en-GB" sz="2000" b="1" dirty="0">
                <a:solidFill>
                  <a:schemeClr val="accent1"/>
                </a:solidFill>
              </a:rPr>
              <a:t>Called like any DAX function.</a:t>
            </a:r>
          </a:p>
        </p:txBody>
      </p:sp>
    </p:spTree>
    <p:extLst>
      <p:ext uri="{BB962C8B-B14F-4D97-AF65-F5344CB8AC3E}">
        <p14:creationId xmlns:p14="http://schemas.microsoft.com/office/powerpoint/2010/main" val="304095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3" grpId="0" animBg="1"/>
      <p:bldP spid="15" grpId="0" animBg="1"/>
      <p:bldP spid="17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26AE2-04CD-A574-63A3-E2BD5B56F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20C26A-3C7B-775A-F6D8-62F8B8507C1E}"/>
              </a:ext>
            </a:extLst>
          </p:cNvPr>
          <p:cNvSpPr txBox="1"/>
          <p:nvPr/>
        </p:nvSpPr>
        <p:spPr>
          <a:xfrm>
            <a:off x="7743502" y="2189531"/>
            <a:ext cx="18006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Comments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D7010-6E42-F6B7-5126-E44CAD46C182}"/>
              </a:ext>
            </a:extLst>
          </p:cNvPr>
          <p:cNvSpPr txBox="1"/>
          <p:nvPr/>
        </p:nvSpPr>
        <p:spPr>
          <a:xfrm>
            <a:off x="7743502" y="2740864"/>
            <a:ext cx="11161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43A880-5B30-3C4F-BDF1-9848329935D1}"/>
              </a:ext>
            </a:extLst>
          </p:cNvPr>
          <p:cNvSpPr txBox="1"/>
          <p:nvPr/>
        </p:nvSpPr>
        <p:spPr>
          <a:xfrm>
            <a:off x="7743502" y="3146824"/>
            <a:ext cx="18739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Parameters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4165B-B5D0-9D7C-2CE7-29E388988490}"/>
              </a:ext>
            </a:extLst>
          </p:cNvPr>
          <p:cNvSpPr txBox="1"/>
          <p:nvPr/>
        </p:nvSpPr>
        <p:spPr>
          <a:xfrm>
            <a:off x="7743502" y="3846194"/>
            <a:ext cx="17801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Expression</a:t>
            </a:r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EC83F772-2153-1D7D-015B-A1380F358AE0}"/>
              </a:ext>
            </a:extLst>
          </p:cNvPr>
          <p:cNvSpPr/>
          <p:nvPr/>
        </p:nvSpPr>
        <p:spPr>
          <a:xfrm>
            <a:off x="7481489" y="2087950"/>
            <a:ext cx="108000" cy="726232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0F1FCEBD-E455-431C-8B3F-CCCCD2B20269}"/>
              </a:ext>
            </a:extLst>
          </p:cNvPr>
          <p:cNvSpPr/>
          <p:nvPr/>
        </p:nvSpPr>
        <p:spPr>
          <a:xfrm>
            <a:off x="7481489" y="2795494"/>
            <a:ext cx="108000" cy="378370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FCE29393-E9E5-1CC5-EAC5-7CC9A620A79B}"/>
              </a:ext>
            </a:extLst>
          </p:cNvPr>
          <p:cNvSpPr/>
          <p:nvPr/>
        </p:nvSpPr>
        <p:spPr>
          <a:xfrm>
            <a:off x="7481489" y="3180009"/>
            <a:ext cx="108000" cy="378372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8DF3161C-9223-65E1-486C-1F260E3AC2C9}"/>
              </a:ext>
            </a:extLst>
          </p:cNvPr>
          <p:cNvSpPr/>
          <p:nvPr/>
        </p:nvSpPr>
        <p:spPr>
          <a:xfrm>
            <a:off x="7481489" y="3566100"/>
            <a:ext cx="108000" cy="115062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5" name="Code Sample">
            <a:extLst>
              <a:ext uri="{FF2B5EF4-FFF2-40B4-BE49-F238E27FC236}">
                <a16:creationId xmlns:a16="http://schemas.microsoft.com/office/drawing/2014/main" id="{08C33553-C4B4-1D7F-B717-27C79929FBAF}"/>
              </a:ext>
            </a:extLst>
          </p:cNvPr>
          <p:cNvSpPr/>
          <p:nvPr/>
        </p:nvSpPr>
        <p:spPr>
          <a:xfrm>
            <a:off x="2567306" y="2005605"/>
            <a:ext cx="4841709" cy="2931541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ctr"/>
          <a:lstStyle/>
          <a:p>
            <a:pPr>
              <a:buNone/>
            </a:pPr>
            <a:r>
              <a:rPr lang="en-GB" sz="2100" dirty="0">
                <a:solidFill>
                  <a:srgbClr val="02804C"/>
                </a:solidFill>
                <a:latin typeface="Consolas"/>
              </a:rPr>
              <a:t>/// Sum of large sales</a:t>
            </a:r>
          </a:p>
          <a:p>
            <a:pPr>
              <a:buNone/>
            </a:pPr>
            <a:r>
              <a:rPr lang="en-GB" sz="2100" dirty="0">
                <a:solidFill>
                  <a:srgbClr val="02804C"/>
                </a:solidFill>
                <a:latin typeface="Consolas"/>
              </a:rPr>
              <a:t>/// @param {int} num</a:t>
            </a:r>
          </a:p>
          <a:p>
            <a:pPr>
              <a:buNone/>
            </a:pPr>
            <a:r>
              <a:rPr lang="en-GB" sz="2100" dirty="0">
                <a:solidFill>
                  <a:srgbClr val="7C1B37"/>
                </a:solidFill>
                <a:latin typeface="Consolas"/>
              </a:rPr>
              <a:t>function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SumLargeSales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=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(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588E82"/>
                </a:solidFill>
                <a:latin typeface="Consolas"/>
              </a:rPr>
              <a:t>num</a:t>
            </a:r>
            <a:r>
              <a:rPr lang="en-GB" sz="2100" dirty="0">
                <a:solidFill>
                  <a:schemeClr val="tx1">
                    <a:lumMod val="50000"/>
                  </a:schemeClr>
                </a:solidFill>
                <a:latin typeface="Consolas"/>
              </a:rPr>
              <a:t>: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INT64 EXPR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=&gt;</a:t>
            </a:r>
          </a:p>
          <a:p>
            <a:pPr>
              <a:buNone/>
            </a:pPr>
            <a:r>
              <a:rPr lang="en-GB" sz="2100" dirty="0">
                <a:solidFill>
                  <a:srgbClr val="4D71C7"/>
                </a:solidFill>
                <a:latin typeface="Consolas"/>
              </a:rPr>
              <a:t>  CALCULATE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(</a:t>
            </a:r>
          </a:p>
          <a:p>
            <a:pPr>
              <a:buNone/>
            </a:pPr>
            <a:r>
              <a:rPr lang="en-GB" sz="2100" dirty="0">
                <a:solidFill>
                  <a:srgbClr val="A900DD"/>
                </a:solidFill>
                <a:latin typeface="Consolas"/>
              </a:rPr>
              <a:t>     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SUM</a:t>
            </a:r>
            <a:r>
              <a:rPr lang="en-GB" sz="2100" dirty="0">
                <a:solidFill>
                  <a:srgbClr val="003EFB"/>
                </a:solidFill>
                <a:latin typeface="Consolas"/>
              </a:rPr>
              <a:t>(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5B6276"/>
                </a:solidFill>
                <a:latin typeface="Consolas"/>
              </a:rPr>
              <a:t>Sales[Amount]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   </a:t>
            </a:r>
            <a:r>
              <a:rPr lang="en-GB" sz="2100" dirty="0">
                <a:solidFill>
                  <a:srgbClr val="5B6276"/>
                </a:solidFill>
                <a:latin typeface="Consolas"/>
              </a:rPr>
              <a:t>Sales[Amount] 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&gt; </a:t>
            </a:r>
            <a:r>
              <a:rPr lang="en-GB" sz="2100" dirty="0">
                <a:solidFill>
                  <a:srgbClr val="588E82"/>
                </a:solidFill>
                <a:latin typeface="Consolas"/>
              </a:rPr>
              <a:t>num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95B0A4-66D4-FD9B-C959-F354BF318E6E}"/>
              </a:ext>
            </a:extLst>
          </p:cNvPr>
          <p:cNvSpPr txBox="1">
            <a:spLocks/>
          </p:cNvSpPr>
          <p:nvPr/>
        </p:nvSpPr>
        <p:spPr>
          <a:xfrm>
            <a:off x="719999" y="584200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 dirty="0"/>
              <a:t>Model-dependent</a:t>
            </a:r>
          </a:p>
        </p:txBody>
      </p:sp>
      <p:sp>
        <p:nvSpPr>
          <p:cNvPr id="9" name="Kicker">
            <a:extLst>
              <a:ext uri="{FF2B5EF4-FFF2-40B4-BE49-F238E27FC236}">
                <a16:creationId xmlns:a16="http://schemas.microsoft.com/office/drawing/2014/main" id="{277DFAB6-6B13-52B8-565C-0F4ED0B879E7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UDF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DBB34-D2E0-6871-BDCF-0F961EBFAE69}"/>
              </a:ext>
            </a:extLst>
          </p:cNvPr>
          <p:cNvSpPr txBox="1"/>
          <p:nvPr/>
        </p:nvSpPr>
        <p:spPr>
          <a:xfrm>
            <a:off x="295676" y="1235045"/>
            <a:ext cx="6097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2000" dirty="0"/>
              <a:t>Has expectations on semantic model schema </a:t>
            </a:r>
          </a:p>
        </p:txBody>
      </p:sp>
    </p:spTree>
    <p:extLst>
      <p:ext uri="{BB962C8B-B14F-4D97-AF65-F5344CB8AC3E}">
        <p14:creationId xmlns:p14="http://schemas.microsoft.com/office/powerpoint/2010/main" val="219348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F7F6-BCED-7141-DF25-56EBD6E4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F2C8E1-EE9B-45B8-8F57-EA5558E70952}"/>
              </a:ext>
            </a:extLst>
          </p:cNvPr>
          <p:cNvSpPr txBox="1"/>
          <p:nvPr/>
        </p:nvSpPr>
        <p:spPr>
          <a:xfrm>
            <a:off x="7743502" y="2299599"/>
            <a:ext cx="18006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Comments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8D3788-9BB4-66F4-CD90-EA4CF87F16FF}"/>
              </a:ext>
            </a:extLst>
          </p:cNvPr>
          <p:cNvSpPr txBox="1"/>
          <p:nvPr/>
        </p:nvSpPr>
        <p:spPr>
          <a:xfrm>
            <a:off x="7743502" y="2850932"/>
            <a:ext cx="11161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31394-17CE-5F3D-04F8-5ECA6E0CB7D6}"/>
              </a:ext>
            </a:extLst>
          </p:cNvPr>
          <p:cNvSpPr txBox="1"/>
          <p:nvPr/>
        </p:nvSpPr>
        <p:spPr>
          <a:xfrm>
            <a:off x="7743502" y="3428342"/>
            <a:ext cx="18739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Parameters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759FF4-30AF-B41C-4694-F8528FBB043F}"/>
              </a:ext>
            </a:extLst>
          </p:cNvPr>
          <p:cNvSpPr txBox="1"/>
          <p:nvPr/>
        </p:nvSpPr>
        <p:spPr>
          <a:xfrm>
            <a:off x="7743502" y="4559550"/>
            <a:ext cx="17801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Expression</a:t>
            </a:r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AD34F687-3274-14ED-6783-7423487A3130}"/>
              </a:ext>
            </a:extLst>
          </p:cNvPr>
          <p:cNvSpPr/>
          <p:nvPr/>
        </p:nvSpPr>
        <p:spPr>
          <a:xfrm>
            <a:off x="7481489" y="2198018"/>
            <a:ext cx="108000" cy="726232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AAC7D049-E986-8F80-501F-37B7CB9E47C4}"/>
              </a:ext>
            </a:extLst>
          </p:cNvPr>
          <p:cNvSpPr/>
          <p:nvPr/>
        </p:nvSpPr>
        <p:spPr>
          <a:xfrm>
            <a:off x="7481489" y="2905562"/>
            <a:ext cx="108000" cy="378370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CD92B26B-3DEA-534F-5CA6-9E678ECF4917}"/>
              </a:ext>
            </a:extLst>
          </p:cNvPr>
          <p:cNvSpPr/>
          <p:nvPr/>
        </p:nvSpPr>
        <p:spPr>
          <a:xfrm>
            <a:off x="7482946" y="3283932"/>
            <a:ext cx="108000" cy="829563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58D60243-2044-830B-5EC3-CD947940C141}"/>
              </a:ext>
            </a:extLst>
          </p:cNvPr>
          <p:cNvSpPr/>
          <p:nvPr/>
        </p:nvSpPr>
        <p:spPr>
          <a:xfrm>
            <a:off x="7482946" y="4116144"/>
            <a:ext cx="106543" cy="118399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5" name="Code Sample">
            <a:extLst>
              <a:ext uri="{FF2B5EF4-FFF2-40B4-BE49-F238E27FC236}">
                <a16:creationId xmlns:a16="http://schemas.microsoft.com/office/drawing/2014/main" id="{9BD638B8-53ED-3FCF-A3CD-C35E67FD0098}"/>
              </a:ext>
            </a:extLst>
          </p:cNvPr>
          <p:cNvSpPr/>
          <p:nvPr/>
        </p:nvSpPr>
        <p:spPr>
          <a:xfrm>
            <a:off x="1962150" y="1922999"/>
            <a:ext cx="5446865" cy="3665007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ctr"/>
          <a:lstStyle/>
          <a:p>
            <a:pPr>
              <a:buNone/>
            </a:pPr>
            <a:r>
              <a:rPr lang="en-GB" sz="2100" dirty="0">
                <a:solidFill>
                  <a:srgbClr val="02804C"/>
                </a:solidFill>
                <a:latin typeface="Consolas"/>
              </a:rPr>
              <a:t>/// Sum of large values</a:t>
            </a:r>
          </a:p>
          <a:p>
            <a:pPr>
              <a:buNone/>
            </a:pPr>
            <a:r>
              <a:rPr lang="en-GB" sz="2100" dirty="0">
                <a:solidFill>
                  <a:srgbClr val="02804C"/>
                </a:solidFill>
                <a:latin typeface="Consolas"/>
              </a:rPr>
              <a:t>/// @param {</a:t>
            </a:r>
            <a:r>
              <a:rPr lang="en-GB" sz="2100" dirty="0" err="1">
                <a:solidFill>
                  <a:srgbClr val="02804C"/>
                </a:solidFill>
                <a:latin typeface="Consolas"/>
              </a:rPr>
              <a:t>columnref</a:t>
            </a:r>
            <a:r>
              <a:rPr lang="en-GB" sz="2100" dirty="0">
                <a:solidFill>
                  <a:srgbClr val="02804C"/>
                </a:solidFill>
                <a:latin typeface="Consolas"/>
              </a:rPr>
              <a:t>} </a:t>
            </a:r>
            <a:r>
              <a:rPr lang="en-GB" sz="2100" dirty="0" err="1">
                <a:solidFill>
                  <a:srgbClr val="02804C"/>
                </a:solidFill>
                <a:latin typeface="Consolas"/>
              </a:rPr>
              <a:t>colRef</a:t>
            </a:r>
            <a:r>
              <a:rPr lang="en-GB" sz="2100" dirty="0">
                <a:solidFill>
                  <a:srgbClr val="02804C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GB" sz="2100" dirty="0">
                <a:solidFill>
                  <a:srgbClr val="7C1B37"/>
                </a:solidFill>
                <a:latin typeface="Consolas"/>
              </a:rPr>
              <a:t>function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 err="1">
                <a:solidFill>
                  <a:srgbClr val="A900DD"/>
                </a:solidFill>
                <a:latin typeface="Consolas"/>
              </a:rPr>
              <a:t>SumLarge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=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(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 err="1">
                <a:solidFill>
                  <a:srgbClr val="588E82"/>
                </a:solidFill>
                <a:latin typeface="Consolas"/>
              </a:rPr>
              <a:t>colRef</a:t>
            </a:r>
            <a:r>
              <a:rPr lang="en-GB" sz="2100" dirty="0">
                <a:solidFill>
                  <a:schemeClr val="tx1">
                    <a:lumMod val="50000"/>
                  </a:schemeClr>
                </a:solidFill>
                <a:latin typeface="Consolas"/>
              </a:rPr>
              <a:t>: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COLUMNREF</a:t>
            </a:r>
            <a:r>
              <a:rPr lang="en-GB" sz="2100" dirty="0">
                <a:solidFill>
                  <a:schemeClr val="tx1">
                    <a:lumMod val="50000"/>
                  </a:schemeClr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  </a:t>
            </a:r>
            <a:r>
              <a:rPr lang="en-GB" sz="2100" dirty="0" err="1">
                <a:solidFill>
                  <a:srgbClr val="588E82"/>
                </a:solidFill>
                <a:latin typeface="Consolas"/>
              </a:rPr>
              <a:t>num</a:t>
            </a:r>
            <a:r>
              <a:rPr lang="en-GB" sz="2100" dirty="0">
                <a:solidFill>
                  <a:schemeClr val="tx1">
                    <a:lumMod val="50000"/>
                  </a:schemeClr>
                </a:solidFill>
                <a:latin typeface="Consolas"/>
              </a:rPr>
              <a:t>: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INT64 EXPR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=&gt;</a:t>
            </a:r>
          </a:p>
          <a:p>
            <a:pPr>
              <a:buNone/>
            </a:pPr>
            <a:r>
              <a:rPr lang="en-GB" sz="2100" dirty="0">
                <a:solidFill>
                  <a:srgbClr val="A900DD"/>
                </a:solidFill>
                <a:latin typeface="Consolas"/>
              </a:rPr>
              <a:t>  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CALCULATE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(</a:t>
            </a:r>
          </a:p>
          <a:p>
            <a:pPr>
              <a:buNone/>
            </a:pPr>
            <a:r>
              <a:rPr lang="en-GB" sz="2100" dirty="0">
                <a:solidFill>
                  <a:srgbClr val="A900DD"/>
                </a:solidFill>
                <a:latin typeface="Consolas"/>
              </a:rPr>
              <a:t>     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SUM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(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 err="1">
                <a:solidFill>
                  <a:srgbClr val="588E82"/>
                </a:solidFill>
                <a:latin typeface="Consolas"/>
              </a:rPr>
              <a:t>colRef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   </a:t>
            </a:r>
            <a:r>
              <a:rPr lang="en-GB" sz="2100" dirty="0" err="1">
                <a:solidFill>
                  <a:srgbClr val="588E82"/>
                </a:solidFill>
                <a:latin typeface="Consolas"/>
              </a:rPr>
              <a:t>colRef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&gt; </a:t>
            </a:r>
            <a:r>
              <a:rPr lang="en-GB" sz="2100" dirty="0" err="1">
                <a:solidFill>
                  <a:srgbClr val="588E82"/>
                </a:solidFill>
                <a:latin typeface="Consolas"/>
              </a:rPr>
              <a:t>num</a:t>
            </a:r>
            <a:endParaRPr lang="en-GB" sz="2100" dirty="0">
              <a:solidFill>
                <a:srgbClr val="588E82"/>
              </a:solidFill>
              <a:latin typeface="Consolas"/>
            </a:endParaRP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3D29FE-6B43-AB08-C17E-841194ED8F65}"/>
              </a:ext>
            </a:extLst>
          </p:cNvPr>
          <p:cNvSpPr txBox="1">
            <a:spLocks/>
          </p:cNvSpPr>
          <p:nvPr/>
        </p:nvSpPr>
        <p:spPr>
          <a:xfrm>
            <a:off x="719999" y="584200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 dirty="0"/>
              <a:t>Model-independent</a:t>
            </a:r>
          </a:p>
        </p:txBody>
      </p:sp>
      <p:sp>
        <p:nvSpPr>
          <p:cNvPr id="9" name="Kicker">
            <a:extLst>
              <a:ext uri="{FF2B5EF4-FFF2-40B4-BE49-F238E27FC236}">
                <a16:creationId xmlns:a16="http://schemas.microsoft.com/office/drawing/2014/main" id="{FFBB4E19-8185-A1F5-D3C1-A3FDC6B40B66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UDF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5B1521-8900-FBEF-B71B-44494A112292}"/>
              </a:ext>
            </a:extLst>
          </p:cNvPr>
          <p:cNvSpPr txBox="1"/>
          <p:nvPr/>
        </p:nvSpPr>
        <p:spPr>
          <a:xfrm>
            <a:off x="295676" y="1235045"/>
            <a:ext cx="6097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2000" dirty="0"/>
              <a:t>Has </a:t>
            </a:r>
            <a:r>
              <a:rPr lang="en-GB" sz="2000" b="1" dirty="0">
                <a:solidFill>
                  <a:schemeClr val="accent1"/>
                </a:solidFill>
              </a:rPr>
              <a:t>NO expectations </a:t>
            </a:r>
            <a:r>
              <a:rPr lang="en-GB" sz="2000" dirty="0"/>
              <a:t>on semantic model schema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70635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51FBE-222A-4412-21F2-00CA32FB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53C4-2C6E-FE0C-FB25-B100191C8B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  <a:br>
              <a:rPr lang="en-GB" dirty="0"/>
            </a:br>
            <a:r>
              <a:rPr lang="en-GB" sz="2800" dirty="0">
                <a:solidFill>
                  <a:srgbClr val="E92063"/>
                </a:solidFill>
              </a:rPr>
              <a:t>create a UDF</a:t>
            </a:r>
          </a:p>
        </p:txBody>
      </p:sp>
    </p:spTree>
    <p:extLst>
      <p:ext uri="{BB962C8B-B14F-4D97-AF65-F5344CB8AC3E}">
        <p14:creationId xmlns:p14="http://schemas.microsoft.com/office/powerpoint/2010/main" val="109003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62FC-7B76-5D19-185E-CA3050020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DAXLIB</a:t>
            </a:r>
            <a:br>
              <a:rPr lang="en-GB" dirty="0"/>
            </a:br>
            <a:r>
              <a:rPr lang="en-GB" sz="2800" dirty="0">
                <a:solidFill>
                  <a:srgbClr val="E92063"/>
                </a:solidFill>
              </a:rPr>
              <a:t>Package manager for UDF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0669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822080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Installing a library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407A03-B38C-7C52-641D-C1C28D7DA39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Browse &amp; search libraries at </a:t>
            </a:r>
            <a:r>
              <a:rPr lang="en-GB" dirty="0">
                <a:solidFill>
                  <a:srgbClr val="E9206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daxlib.org</a:t>
            </a:r>
            <a:endParaRPr lang="en-GB" dirty="0">
              <a:solidFill>
                <a:srgbClr val="E92063"/>
              </a:solidFill>
            </a:endParaRPr>
          </a:p>
          <a:p>
            <a:r>
              <a:rPr lang="en-GB" dirty="0"/>
              <a:t>Upgrading = installing a newer version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Install:</a:t>
            </a:r>
          </a:p>
        </p:txBody>
      </p:sp>
      <p:sp>
        <p:nvSpPr>
          <p:cNvPr id="2" name="OptionCircle1">
            <a:extLst>
              <a:ext uri="{FF2B5EF4-FFF2-40B4-BE49-F238E27FC236}">
                <a16:creationId xmlns:a16="http://schemas.microsoft.com/office/drawing/2014/main" id="{1560F6CF-9B78-4137-8275-6BC65E3CE876}"/>
              </a:ext>
            </a:extLst>
          </p:cNvPr>
          <p:cNvSpPr>
            <a:spLocks noChangeAspect="1"/>
          </p:cNvSpPr>
          <p:nvPr/>
        </p:nvSpPr>
        <p:spPr>
          <a:xfrm>
            <a:off x="2597063" y="3860425"/>
            <a:ext cx="1615515" cy="1615515"/>
          </a:xfrm>
          <a:prstGeom prst="ellipse">
            <a:avLst/>
          </a:prstGeom>
          <a:noFill/>
          <a:ln w="12700" cap="flat" cmpd="sng" algn="ctr">
            <a:solidFill>
              <a:srgbClr val="E920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OptionLabel1">
            <a:extLst>
              <a:ext uri="{FF2B5EF4-FFF2-40B4-BE49-F238E27FC236}">
                <a16:creationId xmlns:a16="http://schemas.microsoft.com/office/drawing/2014/main" id="{F66724CC-E3A1-4D78-801F-8991A2AAD4B9}"/>
              </a:ext>
            </a:extLst>
          </p:cNvPr>
          <p:cNvSpPr txBox="1"/>
          <p:nvPr/>
        </p:nvSpPr>
        <p:spPr>
          <a:xfrm>
            <a:off x="2343650" y="5577540"/>
            <a:ext cx="2159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b="1" dirty="0">
                <a:solidFill>
                  <a:srgbClr val="191919"/>
                </a:solidFill>
              </a:rPr>
              <a:t>Copy the TMDL</a:t>
            </a:r>
          </a:p>
        </p:txBody>
      </p:sp>
      <p:sp>
        <p:nvSpPr>
          <p:cNvPr id="6" name="OptionCircle2">
            <a:extLst>
              <a:ext uri="{FF2B5EF4-FFF2-40B4-BE49-F238E27FC236}">
                <a16:creationId xmlns:a16="http://schemas.microsoft.com/office/drawing/2014/main" id="{B2C53E69-1ACC-4649-803B-55A8DB8A7FFE}"/>
              </a:ext>
            </a:extLst>
          </p:cNvPr>
          <p:cNvSpPr>
            <a:spLocks noChangeAspect="1"/>
          </p:cNvSpPr>
          <p:nvPr/>
        </p:nvSpPr>
        <p:spPr>
          <a:xfrm>
            <a:off x="4895763" y="3860425"/>
            <a:ext cx="1615515" cy="1615515"/>
          </a:xfrm>
          <a:prstGeom prst="ellipse">
            <a:avLst/>
          </a:prstGeom>
          <a:noFill/>
          <a:ln w="12700" cap="flat" cmpd="sng" algn="ctr">
            <a:solidFill>
              <a:srgbClr val="E920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GB" dirty="0"/>
          </a:p>
        </p:txBody>
      </p:sp>
      <p:sp>
        <p:nvSpPr>
          <p:cNvPr id="7" name="OptionLabel2">
            <a:extLst>
              <a:ext uri="{FF2B5EF4-FFF2-40B4-BE49-F238E27FC236}">
                <a16:creationId xmlns:a16="http://schemas.microsoft.com/office/drawing/2014/main" id="{008FB46A-4E8F-4209-B3E9-2647523926F8}"/>
              </a:ext>
            </a:extLst>
          </p:cNvPr>
          <p:cNvSpPr txBox="1"/>
          <p:nvPr/>
        </p:nvSpPr>
        <p:spPr>
          <a:xfrm>
            <a:off x="4642350" y="5577540"/>
            <a:ext cx="2159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b="1" dirty="0">
                <a:solidFill>
                  <a:srgbClr val="191919"/>
                </a:solidFill>
              </a:rPr>
              <a:t>Tabular Editor 3</a:t>
            </a:r>
          </a:p>
        </p:txBody>
      </p:sp>
      <p:sp>
        <p:nvSpPr>
          <p:cNvPr id="8" name="OptionCircle3">
            <a:extLst>
              <a:ext uri="{FF2B5EF4-FFF2-40B4-BE49-F238E27FC236}">
                <a16:creationId xmlns:a16="http://schemas.microsoft.com/office/drawing/2014/main" id="{F943C6F6-6398-48A7-83FD-DED94A2CD67A}"/>
              </a:ext>
            </a:extLst>
          </p:cNvPr>
          <p:cNvSpPr>
            <a:spLocks noChangeAspect="1"/>
          </p:cNvSpPr>
          <p:nvPr/>
        </p:nvSpPr>
        <p:spPr>
          <a:xfrm>
            <a:off x="7194463" y="3860425"/>
            <a:ext cx="1615515" cy="1615515"/>
          </a:xfrm>
          <a:prstGeom prst="ellipse">
            <a:avLst/>
          </a:prstGeom>
          <a:noFill/>
          <a:ln w="12700" cap="flat" cmpd="sng" algn="ctr">
            <a:solidFill>
              <a:srgbClr val="E920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GB"/>
          </a:p>
        </p:txBody>
      </p:sp>
      <p:sp>
        <p:nvSpPr>
          <p:cNvPr id="9" name="OptionLabel3">
            <a:extLst>
              <a:ext uri="{FF2B5EF4-FFF2-40B4-BE49-F238E27FC236}">
                <a16:creationId xmlns:a16="http://schemas.microsoft.com/office/drawing/2014/main" id="{01B3666E-E81A-405E-BFCE-A70343E3E77D}"/>
              </a:ext>
            </a:extLst>
          </p:cNvPr>
          <p:cNvSpPr txBox="1"/>
          <p:nvPr/>
        </p:nvSpPr>
        <p:spPr>
          <a:xfrm>
            <a:off x="6948734" y="5577540"/>
            <a:ext cx="2159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b="1" dirty="0">
                <a:solidFill>
                  <a:srgbClr val="191919"/>
                </a:solidFill>
              </a:rPr>
              <a:t>Semantic Link Labs</a:t>
            </a:r>
          </a:p>
        </p:txBody>
      </p:sp>
      <p:pic>
        <p:nvPicPr>
          <p:cNvPr id="10" name="Graphic 10" descr="Clipboard icon for copy TMD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4701" y="4182141"/>
            <a:ext cx="886759" cy="886759"/>
          </a:xfrm>
          <a:prstGeom prst="rect">
            <a:avLst/>
          </a:prstGeom>
        </p:spPr>
      </p:pic>
      <p:pic>
        <p:nvPicPr>
          <p:cNvPr id="12" name="Graphic 12" descr="Flask icon for Semantic Link Lab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7322" y="4162639"/>
            <a:ext cx="886758" cy="886758"/>
          </a:xfrm>
          <a:prstGeom prst="rect">
            <a:avLst/>
          </a:prstGeom>
        </p:spPr>
      </p:pic>
      <p:pic>
        <p:nvPicPr>
          <p:cNvPr id="13" name="Picture 12" descr="Tabular Editor ApS · GitHub">
            <a:extLst>
              <a:ext uri="{FF2B5EF4-FFF2-40B4-BE49-F238E27FC236}">
                <a16:creationId xmlns:a16="http://schemas.microsoft.com/office/drawing/2014/main" id="{7FE014C3-5E93-6533-5A33-C2C302B14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713" y="4193375"/>
            <a:ext cx="949614" cy="949614"/>
          </a:xfrm>
          <a:prstGeom prst="rect">
            <a:avLst/>
          </a:prstGeom>
        </p:spPr>
      </p:pic>
      <p:sp>
        <p:nvSpPr>
          <p:cNvPr id="11" name="Kicker">
            <a:extLst>
              <a:ext uri="{FF2B5EF4-FFF2-40B4-BE49-F238E27FC236}">
                <a16:creationId xmlns:a16="http://schemas.microsoft.com/office/drawing/2014/main" id="{EE23B174-B5DF-450B-A4A1-01583F920077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DAXLIB</a:t>
            </a:r>
          </a:p>
        </p:txBody>
      </p:sp>
    </p:spTree>
    <p:extLst>
      <p:ext uri="{BB962C8B-B14F-4D97-AF65-F5344CB8AC3E}">
        <p14:creationId xmlns:p14="http://schemas.microsoft.com/office/powerpoint/2010/main" val="1378786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231BC-6B40-4663-D166-82FE6615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5658-B26F-89ED-0F41-4B6C7A268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  <a:br>
              <a:rPr lang="en-GB" dirty="0"/>
            </a:br>
            <a:r>
              <a:rPr lang="en-GB" sz="2800" dirty="0">
                <a:solidFill>
                  <a:srgbClr val="E92063"/>
                </a:solidFill>
              </a:rPr>
              <a:t>Install &amp; use a library</a:t>
            </a:r>
          </a:p>
        </p:txBody>
      </p:sp>
    </p:spTree>
    <p:extLst>
      <p:ext uri="{BB962C8B-B14F-4D97-AF65-F5344CB8AC3E}">
        <p14:creationId xmlns:p14="http://schemas.microsoft.com/office/powerpoint/2010/main" val="3516618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62FC-7B76-5D19-185E-CA3050020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Your first library</a:t>
            </a:r>
            <a:br>
              <a:rPr lang="en-GB" dirty="0"/>
            </a:br>
            <a:r>
              <a:rPr lang="en-GB" sz="2800" dirty="0">
                <a:solidFill>
                  <a:srgbClr val="E92063"/>
                </a:solidFill>
              </a:rPr>
              <a:t>the fork &amp; pull request workflow</a:t>
            </a:r>
          </a:p>
        </p:txBody>
      </p:sp>
    </p:spTree>
    <p:extLst>
      <p:ext uri="{BB962C8B-B14F-4D97-AF65-F5344CB8AC3E}">
        <p14:creationId xmlns:p14="http://schemas.microsoft.com/office/powerpoint/2010/main" val="45751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What have I done?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29C2CB-FFE6-8020-A00C-F06E3F098865}"/>
              </a:ext>
            </a:extLst>
          </p:cNvPr>
          <p:cNvGrpSpPr/>
          <p:nvPr/>
        </p:nvGrpSpPr>
        <p:grpSpPr>
          <a:xfrm>
            <a:off x="2376310" y="1664773"/>
            <a:ext cx="7439381" cy="4668289"/>
            <a:chOff x="1512685" y="1534955"/>
            <a:chExt cx="7439381" cy="4668289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FE305B0-D34E-62EB-8E3F-D778C9B9DBDA}"/>
                </a:ext>
              </a:extLst>
            </p:cNvPr>
            <p:cNvSpPr/>
            <p:nvPr/>
          </p:nvSpPr>
          <p:spPr>
            <a:xfrm>
              <a:off x="1512685" y="1534955"/>
              <a:ext cx="3606650" cy="4668289"/>
            </a:xfrm>
            <a:prstGeom prst="roundRect">
              <a:avLst>
                <a:gd name="adj" fmla="val 3992"/>
              </a:avLst>
            </a:prstGeom>
            <a:solidFill>
              <a:schemeClr val="tx1">
                <a:lumMod val="25000"/>
                <a:lumOff val="75000"/>
                <a:alpha val="9804"/>
              </a:schemeClr>
            </a:solidFill>
            <a:ln>
              <a:solidFill>
                <a:schemeClr val="tx1">
                  <a:lumMod val="25000"/>
                  <a:lumOff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CB52B85-1356-C981-EE01-277CD1D32FDB}"/>
                </a:ext>
              </a:extLst>
            </p:cNvPr>
            <p:cNvSpPr/>
            <p:nvPr/>
          </p:nvSpPr>
          <p:spPr>
            <a:xfrm>
              <a:off x="5345416" y="1534955"/>
              <a:ext cx="3606650" cy="4668289"/>
            </a:xfrm>
            <a:prstGeom prst="roundRect">
              <a:avLst>
                <a:gd name="adj" fmla="val 3992"/>
              </a:avLst>
            </a:prstGeom>
            <a:solidFill>
              <a:schemeClr val="tx1">
                <a:lumMod val="25000"/>
                <a:lumOff val="75000"/>
                <a:alpha val="9804"/>
              </a:schemeClr>
            </a:solidFill>
            <a:ln>
              <a:solidFill>
                <a:schemeClr val="tx1">
                  <a:lumMod val="25000"/>
                  <a:lumOff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Picture 5" descr="EvaluationContext.Colour documentation">
              <a:extLst>
                <a:ext uri="{FF2B5EF4-FFF2-40B4-BE49-F238E27FC236}">
                  <a16:creationId xmlns:a16="http://schemas.microsoft.com/office/drawing/2014/main" id="{23238209-8334-08BE-EA4E-6626AE134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4063"/>
            <a:stretch>
              <a:fillRect/>
            </a:stretch>
          </p:blipFill>
          <p:spPr>
            <a:xfrm>
              <a:off x="5493659" y="1698978"/>
              <a:ext cx="3314878" cy="2082800"/>
            </a:xfrm>
            <a:prstGeom prst="rect">
              <a:avLst/>
            </a:prstGeom>
          </p:spPr>
        </p:pic>
        <p:pic>
          <p:nvPicPr>
            <p:cNvPr id="8" name="Picture 7" descr="DaxLib.SVG documentation">
              <a:extLst>
                <a:ext uri="{FF2B5EF4-FFF2-40B4-BE49-F238E27FC236}">
                  <a16:creationId xmlns:a16="http://schemas.microsoft.com/office/drawing/2014/main" id="{961352F8-7841-FEF6-7A3F-4C6753042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6820"/>
            <a:stretch>
              <a:fillRect/>
            </a:stretch>
          </p:blipFill>
          <p:spPr>
            <a:xfrm>
              <a:off x="1651427" y="1698978"/>
              <a:ext cx="3314877" cy="20828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F2DC61-69FD-3FAA-465A-5771EA4F841C}"/>
                </a:ext>
              </a:extLst>
            </p:cNvPr>
            <p:cNvSpPr txBox="1"/>
            <p:nvPr/>
          </p:nvSpPr>
          <p:spPr>
            <a:xfrm>
              <a:off x="1579559" y="4148094"/>
              <a:ext cx="3472902" cy="172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E92063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DaxLib.SVG</a:t>
              </a:r>
              <a:endParaRPr lang="en-GB" dirty="0">
                <a:solidFill>
                  <a:srgbClr val="E92063"/>
                </a:solidFill>
              </a:endParaRPr>
            </a:p>
            <a:p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11.9k downloads [#2]</a:t>
              </a:r>
            </a:p>
            <a:p>
              <a:endParaRPr lang="en-GB" dirty="0"/>
            </a:p>
            <a:p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</a:t>
              </a:r>
              <a:r>
                <a:rPr lang="en-GB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DAXLib</a:t>
              </a:r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library designed to make creating SVG visuals in Power BI easier. </a:t>
              </a:r>
            </a:p>
            <a:p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Build sparklines, heatmaps, and custom visualizations with pure DAX.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0D3A92-2B87-41EC-087A-046B1D6A56BC}"/>
                </a:ext>
              </a:extLst>
            </p:cNvPr>
            <p:cNvSpPr txBox="1"/>
            <p:nvPr/>
          </p:nvSpPr>
          <p:spPr>
            <a:xfrm>
              <a:off x="5441248" y="4158091"/>
              <a:ext cx="3427869" cy="172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E92063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EvaluationContext.Colour</a:t>
              </a:r>
              <a:endParaRPr lang="en-GB" dirty="0">
                <a:solidFill>
                  <a:srgbClr val="E92063"/>
                </a:solidFill>
              </a:endParaRPr>
            </a:p>
            <a:p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4.2k downloads [#8]</a:t>
              </a:r>
            </a:p>
            <a:p>
              <a:endParaRPr lang="en-GB" dirty="0"/>
            </a:p>
            <a:p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 </a:t>
              </a:r>
              <a:r>
                <a:rPr lang="en-GB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DAXLib</a:t>
              </a:r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 UDF library for manipulation of hex colours in Power BI. </a:t>
              </a:r>
            </a:p>
            <a:p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Blend, lighten, darken, and transform colours directly in your DAX measures</a:t>
              </a:r>
            </a:p>
          </p:txBody>
        </p:sp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3F53CA22-867C-4F7F-87C7-0B093EA64A42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en-GB" sz="1400" b="1" dirty="0">
                <a:solidFill>
                  <a:srgbClr val="E91E63"/>
                </a:solidFill>
              </a:rPr>
              <a:t>FIRST LIBRARY</a:t>
            </a:r>
          </a:p>
          <a:p>
            <a:pPr algn="l"/>
            <a:endParaRPr lang="en-GB" sz="1400" b="1" dirty="0">
              <a:solidFill>
                <a:srgbClr val="E91E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624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5D3C-19F4-F8B1-8404-3D274F50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Development requirements</a:t>
            </a:r>
          </a:p>
        </p:txBody>
      </p:sp>
      <p:sp>
        <p:nvSpPr>
          <p:cNvPr id="5" name="Circle 1">
            <a:extLst>
              <a:ext uri="{FF2B5EF4-FFF2-40B4-BE49-F238E27FC236}">
                <a16:creationId xmlns:a16="http://schemas.microsoft.com/office/drawing/2014/main" id="{20252B2D-A3C8-C8EC-AE1C-9C5F0CA4190E}"/>
              </a:ext>
            </a:extLst>
          </p:cNvPr>
          <p:cNvSpPr>
            <a:spLocks noChangeAspect="1"/>
          </p:cNvSpPr>
          <p:nvPr/>
        </p:nvSpPr>
        <p:spPr>
          <a:xfrm>
            <a:off x="1621366" y="2535768"/>
            <a:ext cx="1308100" cy="13081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Circle 1">
            <a:extLst>
              <a:ext uri="{FF2B5EF4-FFF2-40B4-BE49-F238E27FC236}">
                <a16:creationId xmlns:a16="http://schemas.microsoft.com/office/drawing/2014/main" id="{BD1169FD-ACB1-9770-C31A-8C0386E301A6}"/>
              </a:ext>
            </a:extLst>
          </p:cNvPr>
          <p:cNvSpPr>
            <a:spLocks noChangeAspect="1"/>
          </p:cNvSpPr>
          <p:nvPr/>
        </p:nvSpPr>
        <p:spPr>
          <a:xfrm>
            <a:off x="1621366" y="2535768"/>
            <a:ext cx="1308100" cy="13081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Circle 2">
            <a:extLst>
              <a:ext uri="{FF2B5EF4-FFF2-40B4-BE49-F238E27FC236}">
                <a16:creationId xmlns:a16="http://schemas.microsoft.com/office/drawing/2014/main" id="{6033919E-39D2-D49A-B550-8B0FEC8C5506}"/>
              </a:ext>
            </a:extLst>
          </p:cNvPr>
          <p:cNvSpPr>
            <a:spLocks noChangeAspect="1"/>
          </p:cNvSpPr>
          <p:nvPr/>
        </p:nvSpPr>
        <p:spPr>
          <a:xfrm>
            <a:off x="3481916" y="2535768"/>
            <a:ext cx="1308100" cy="13081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Circle 3">
            <a:extLst>
              <a:ext uri="{FF2B5EF4-FFF2-40B4-BE49-F238E27FC236}">
                <a16:creationId xmlns:a16="http://schemas.microsoft.com/office/drawing/2014/main" id="{F014EB87-7362-268D-E226-A0F3B9B8C092}"/>
              </a:ext>
            </a:extLst>
          </p:cNvPr>
          <p:cNvSpPr>
            <a:spLocks noChangeAspect="1"/>
          </p:cNvSpPr>
          <p:nvPr/>
        </p:nvSpPr>
        <p:spPr>
          <a:xfrm>
            <a:off x="5342466" y="2535768"/>
            <a:ext cx="1308100" cy="13081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ircle 4">
            <a:extLst>
              <a:ext uri="{FF2B5EF4-FFF2-40B4-BE49-F238E27FC236}">
                <a16:creationId xmlns:a16="http://schemas.microsoft.com/office/drawing/2014/main" id="{83B4A3FE-70E1-12F5-F65D-2663AD4901D9}"/>
              </a:ext>
            </a:extLst>
          </p:cNvPr>
          <p:cNvSpPr>
            <a:spLocks noChangeAspect="1"/>
          </p:cNvSpPr>
          <p:nvPr/>
        </p:nvSpPr>
        <p:spPr>
          <a:xfrm>
            <a:off x="7203016" y="2535768"/>
            <a:ext cx="1308100" cy="13081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Circle 5">
            <a:extLst>
              <a:ext uri="{FF2B5EF4-FFF2-40B4-BE49-F238E27FC236}">
                <a16:creationId xmlns:a16="http://schemas.microsoft.com/office/drawing/2014/main" id="{20E032E5-5938-4F0B-91A6-CF01587897DA}"/>
              </a:ext>
            </a:extLst>
          </p:cNvPr>
          <p:cNvSpPr>
            <a:spLocks noChangeAspect="1"/>
          </p:cNvSpPr>
          <p:nvPr/>
        </p:nvSpPr>
        <p:spPr>
          <a:xfrm>
            <a:off x="9063566" y="2535768"/>
            <a:ext cx="1308100" cy="13081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9" name="Label 1">
            <a:extLst>
              <a:ext uri="{FF2B5EF4-FFF2-40B4-BE49-F238E27FC236}">
                <a16:creationId xmlns:a16="http://schemas.microsoft.com/office/drawing/2014/main" id="{C7A64FE3-A9BF-FC39-F067-BEE6EE45073A}"/>
              </a:ext>
            </a:extLst>
          </p:cNvPr>
          <p:cNvSpPr txBox="1"/>
          <p:nvPr/>
        </p:nvSpPr>
        <p:spPr>
          <a:xfrm>
            <a:off x="1333500" y="3945468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git</a:t>
            </a:r>
          </a:p>
        </p:txBody>
      </p:sp>
      <p:sp>
        <p:nvSpPr>
          <p:cNvPr id="21" name="Label 2">
            <a:extLst>
              <a:ext uri="{FF2B5EF4-FFF2-40B4-BE49-F238E27FC236}">
                <a16:creationId xmlns:a16="http://schemas.microsoft.com/office/drawing/2014/main" id="{6E25036F-2958-9EA1-283B-7A92152B409E}"/>
              </a:ext>
            </a:extLst>
          </p:cNvPr>
          <p:cNvSpPr txBox="1"/>
          <p:nvPr/>
        </p:nvSpPr>
        <p:spPr>
          <a:xfrm>
            <a:off x="3194050" y="3945468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fi-FI"/>
            </a:defPPr>
            <a:lvl1pPr algn="ctr">
              <a:buNone/>
              <a:defRPr sz="1500" b="1">
                <a:solidFill>
                  <a:srgbClr val="2E3440"/>
                </a:solidFill>
              </a:defRPr>
            </a:lvl1pPr>
          </a:lstStyle>
          <a:p>
            <a:r>
              <a:rPr lang="en-GB" dirty="0" err="1"/>
              <a:t>Github</a:t>
            </a:r>
            <a:r>
              <a:rPr lang="en-GB" dirty="0"/>
              <a:t> account</a:t>
            </a:r>
          </a:p>
        </p:txBody>
      </p:sp>
      <p:sp>
        <p:nvSpPr>
          <p:cNvPr id="23" name="Label 3">
            <a:extLst>
              <a:ext uri="{FF2B5EF4-FFF2-40B4-BE49-F238E27FC236}">
                <a16:creationId xmlns:a16="http://schemas.microsoft.com/office/drawing/2014/main" id="{4D889B1B-D93F-5B75-B7D5-F3AEEE9C4DB0}"/>
              </a:ext>
            </a:extLst>
          </p:cNvPr>
          <p:cNvSpPr txBox="1"/>
          <p:nvPr/>
        </p:nvSpPr>
        <p:spPr>
          <a:xfrm>
            <a:off x="5054600" y="3945468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fi-FI"/>
            </a:defPPr>
            <a:lvl1pPr algn="ctr">
              <a:buNone/>
              <a:defRPr sz="1500" b="1">
                <a:solidFill>
                  <a:srgbClr val="2E3440"/>
                </a:solidFill>
              </a:defRPr>
            </a:lvl1pPr>
          </a:lstStyle>
          <a:p>
            <a:r>
              <a:rPr lang="en-GB" dirty="0" err="1"/>
              <a:t>vscode</a:t>
            </a:r>
            <a:endParaRPr lang="en-GB" dirty="0"/>
          </a:p>
        </p:txBody>
      </p:sp>
      <p:sp>
        <p:nvSpPr>
          <p:cNvPr id="25" name="Label 4">
            <a:extLst>
              <a:ext uri="{FF2B5EF4-FFF2-40B4-BE49-F238E27FC236}">
                <a16:creationId xmlns:a16="http://schemas.microsoft.com/office/drawing/2014/main" id="{06785D63-3747-BB78-7B76-108F5F2A01CE}"/>
              </a:ext>
            </a:extLst>
          </p:cNvPr>
          <p:cNvSpPr txBox="1"/>
          <p:nvPr/>
        </p:nvSpPr>
        <p:spPr>
          <a:xfrm>
            <a:off x="6915150" y="3945468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fi-FI"/>
            </a:defPPr>
            <a:lvl1pPr algn="ctr">
              <a:buNone/>
              <a:defRPr sz="1500" b="1">
                <a:solidFill>
                  <a:srgbClr val="2E3440"/>
                </a:solidFill>
              </a:defRPr>
            </a:lvl1pPr>
          </a:lstStyle>
          <a:p>
            <a:r>
              <a:rPr lang="en-GB" dirty="0"/>
              <a:t>TMDL extension</a:t>
            </a:r>
          </a:p>
        </p:txBody>
      </p:sp>
      <p:sp>
        <p:nvSpPr>
          <p:cNvPr id="27" name="Label 5">
            <a:extLst>
              <a:ext uri="{FF2B5EF4-FFF2-40B4-BE49-F238E27FC236}">
                <a16:creationId xmlns:a16="http://schemas.microsoft.com/office/drawing/2014/main" id="{DD369A9B-4396-EC76-40F6-64E3C87674D6}"/>
              </a:ext>
            </a:extLst>
          </p:cNvPr>
          <p:cNvSpPr txBox="1"/>
          <p:nvPr/>
        </p:nvSpPr>
        <p:spPr>
          <a:xfrm>
            <a:off x="8775700" y="3945468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fi-FI"/>
            </a:defPPr>
            <a:lvl1pPr algn="ctr">
              <a:buNone/>
              <a:defRPr sz="1500" b="1">
                <a:solidFill>
                  <a:srgbClr val="2E3440"/>
                </a:solidFill>
              </a:defRPr>
            </a:lvl1pPr>
          </a:lstStyle>
          <a:p>
            <a:r>
              <a:rPr lang="en-GB" dirty="0"/>
              <a:t>Power BI</a:t>
            </a:r>
          </a:p>
        </p:txBody>
      </p:sp>
      <p:pic>
        <p:nvPicPr>
          <p:cNvPr id="36" name="Picture 35" descr="Logo Downloads - Git">
            <a:extLst>
              <a:ext uri="{FF2B5EF4-FFF2-40B4-BE49-F238E27FC236}">
                <a16:creationId xmlns:a16="http://schemas.microsoft.com/office/drawing/2014/main" id="{6AD3FEC7-FB1E-6E6A-0C02-03CBD519C2F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0346" y="2705574"/>
            <a:ext cx="969978" cy="969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Picture 36" descr="Github Logo - Free social media icons">
            <a:extLst>
              <a:ext uri="{FF2B5EF4-FFF2-40B4-BE49-F238E27FC236}">
                <a16:creationId xmlns:a16="http://schemas.microsoft.com/office/drawing/2014/main" id="{7D4B1C39-6BA3-74CB-2FB2-B3E2E02B0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463" y="2680701"/>
            <a:ext cx="948460" cy="94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Picture 37" descr="Visual Studio Code - Wikipedia">
            <a:extLst>
              <a:ext uri="{FF2B5EF4-FFF2-40B4-BE49-F238E27FC236}">
                <a16:creationId xmlns:a16="http://schemas.microsoft.com/office/drawing/2014/main" id="{D1903E1C-1F1D-2985-62B2-331513BD11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9690" y="2738605"/>
            <a:ext cx="873718" cy="873718"/>
          </a:xfrm>
          <a:prstGeom prst="rect">
            <a:avLst/>
          </a:prstGeom>
        </p:spPr>
      </p:pic>
      <p:pic>
        <p:nvPicPr>
          <p:cNvPr id="41" name="Picture 40" descr="File:New Power BI Logo.svg - Wikimedia Commons">
            <a:extLst>
              <a:ext uri="{FF2B5EF4-FFF2-40B4-BE49-F238E27FC236}">
                <a16:creationId xmlns:a16="http://schemas.microsoft.com/office/drawing/2014/main" id="{07C57502-11DF-FAE6-9123-76E8C329058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37132" y="2750763"/>
            <a:ext cx="861463" cy="86146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D97A1B4-9A72-42D7-2239-1A4E5F0623B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18892" y="2483535"/>
            <a:ext cx="1308099" cy="130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157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978B3-A7A7-01B0-4EE3-44753AF6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ircle 1"/>
          <p:cNvSpPr>
            <a:spLocks noChangeAspect="1"/>
          </p:cNvSpPr>
          <p:nvPr/>
        </p:nvSpPr>
        <p:spPr>
          <a:xfrm>
            <a:off x="17907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Circle 1">
            <a:extLst>
              <a:ext uri="{FF2B5EF4-FFF2-40B4-BE49-F238E27FC236}">
                <a16:creationId xmlns:a16="http://schemas.microsoft.com/office/drawing/2014/main" id="{E8F30E83-D78F-F44F-D913-74FBE4D48669}"/>
              </a:ext>
            </a:extLst>
          </p:cNvPr>
          <p:cNvSpPr>
            <a:spLocks noChangeAspect="1"/>
          </p:cNvSpPr>
          <p:nvPr/>
        </p:nvSpPr>
        <p:spPr>
          <a:xfrm>
            <a:off x="1790700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25" name="Graphic 125" descr="Datab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0764" y="2009424"/>
            <a:ext cx="685800" cy="6858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0FDAC2-01AD-AA40-7776-5A015334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DAXLIB requirements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531F8975-9650-CD4A-29B1-8788B470AB73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en-GB" sz="1400" b="1" dirty="0">
                <a:solidFill>
                  <a:srgbClr val="E91E63"/>
                </a:solidFill>
              </a:rPr>
              <a:t>FIRST LIBRARY</a:t>
            </a:r>
          </a:p>
          <a:p>
            <a:pPr algn="l"/>
            <a:endParaRPr lang="en-GB" sz="1400" b="1" dirty="0">
              <a:solidFill>
                <a:srgbClr val="E91E63"/>
              </a:solidFill>
            </a:endParaRPr>
          </a:p>
        </p:txBody>
      </p:sp>
      <p:sp>
        <p:nvSpPr>
          <p:cNvPr id="102" name="Detail 1"/>
          <p:cNvSpPr txBox="1"/>
          <p:nvPr/>
        </p:nvSpPr>
        <p:spPr>
          <a:xfrm>
            <a:off x="723899" y="3810000"/>
            <a:ext cx="10384367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900"/>
              </a:spcBef>
              <a:buNone/>
            </a:pPr>
            <a:r>
              <a:rPr lang="en-GB" sz="2400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model references</a:t>
            </a:r>
          </a:p>
        </p:txBody>
      </p:sp>
      <p:sp>
        <p:nvSpPr>
          <p:cNvPr id="103" name="Circle 2"/>
          <p:cNvSpPr>
            <a:spLocks noChangeAspect="1"/>
          </p:cNvSpPr>
          <p:nvPr/>
        </p:nvSpPr>
        <p:spPr>
          <a:xfrm>
            <a:off x="36512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5" name="Circle 3"/>
          <p:cNvSpPr>
            <a:spLocks noChangeAspect="1"/>
          </p:cNvSpPr>
          <p:nvPr/>
        </p:nvSpPr>
        <p:spPr>
          <a:xfrm>
            <a:off x="55118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Circle 4"/>
          <p:cNvSpPr>
            <a:spLocks noChangeAspect="1"/>
          </p:cNvSpPr>
          <p:nvPr/>
        </p:nvSpPr>
        <p:spPr>
          <a:xfrm>
            <a:off x="73723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Circle 5"/>
          <p:cNvSpPr>
            <a:spLocks noChangeAspect="1"/>
          </p:cNvSpPr>
          <p:nvPr/>
        </p:nvSpPr>
        <p:spPr>
          <a:xfrm>
            <a:off x="92329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20" name="Label 1"/>
          <p:cNvSpPr txBox="1"/>
          <p:nvPr/>
        </p:nvSpPr>
        <p:spPr>
          <a:xfrm>
            <a:off x="13335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Model-independent</a:t>
            </a:r>
          </a:p>
        </p:txBody>
      </p:sp>
      <p:sp>
        <p:nvSpPr>
          <p:cNvPr id="121" name="Label 2"/>
          <p:cNvSpPr txBox="1"/>
          <p:nvPr/>
        </p:nvSpPr>
        <p:spPr>
          <a:xfrm>
            <a:off x="31940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Naming conventions</a:t>
            </a:r>
          </a:p>
        </p:txBody>
      </p:sp>
      <p:sp>
        <p:nvSpPr>
          <p:cNvPr id="122" name="Label 3"/>
          <p:cNvSpPr txBox="1"/>
          <p:nvPr/>
        </p:nvSpPr>
        <p:spPr>
          <a:xfrm>
            <a:off x="5054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No reserved keywords</a:t>
            </a:r>
          </a:p>
        </p:txBody>
      </p:sp>
      <p:sp>
        <p:nvSpPr>
          <p:cNvPr id="123" name="Label 4"/>
          <p:cNvSpPr txBox="1"/>
          <p:nvPr/>
        </p:nvSpPr>
        <p:spPr>
          <a:xfrm>
            <a:off x="69151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Annotations</a:t>
            </a:r>
          </a:p>
        </p:txBody>
      </p:sp>
      <p:sp>
        <p:nvSpPr>
          <p:cNvPr id="124" name="Label 5"/>
          <p:cNvSpPr txBox="1"/>
          <p:nvPr/>
        </p:nvSpPr>
        <p:spPr>
          <a:xfrm>
            <a:off x="87757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Versioned</a:t>
            </a:r>
          </a:p>
        </p:txBody>
      </p:sp>
      <p:pic>
        <p:nvPicPr>
          <p:cNvPr id="126" name="Graphic 126" descr="Text nam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314" y="2009424"/>
            <a:ext cx="685800" cy="685800"/>
          </a:xfrm>
          <a:prstGeom prst="rect">
            <a:avLst/>
          </a:prstGeom>
        </p:spPr>
      </p:pic>
      <p:pic>
        <p:nvPicPr>
          <p:cNvPr id="127" name="Graphic 127" descr="No reserved keyword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1864" y="2009424"/>
            <a:ext cx="685800" cy="685800"/>
          </a:xfrm>
          <a:prstGeom prst="rect">
            <a:avLst/>
          </a:prstGeom>
        </p:spPr>
      </p:pic>
      <p:pic>
        <p:nvPicPr>
          <p:cNvPr id="128" name="Graphic 128" descr="Annotations ta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2414" y="2009424"/>
            <a:ext cx="685800" cy="685800"/>
          </a:xfrm>
          <a:prstGeom prst="rect">
            <a:avLst/>
          </a:prstGeom>
        </p:spPr>
      </p:pic>
      <p:pic>
        <p:nvPicPr>
          <p:cNvPr id="129" name="Graphic 129" descr="Version bad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2964" y="200942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93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978B3-A7A7-01B0-4EE3-44753AF6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ircle 2"/>
          <p:cNvSpPr>
            <a:spLocks noChangeAspect="1"/>
          </p:cNvSpPr>
          <p:nvPr/>
        </p:nvSpPr>
        <p:spPr>
          <a:xfrm>
            <a:off x="36512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ircle 1">
            <a:extLst>
              <a:ext uri="{FF2B5EF4-FFF2-40B4-BE49-F238E27FC236}">
                <a16:creationId xmlns:a16="http://schemas.microsoft.com/office/drawing/2014/main" id="{9A9A1049-680C-C5B1-FA01-A7189238BBD1}"/>
              </a:ext>
            </a:extLst>
          </p:cNvPr>
          <p:cNvSpPr>
            <a:spLocks noChangeAspect="1"/>
          </p:cNvSpPr>
          <p:nvPr/>
        </p:nvSpPr>
        <p:spPr>
          <a:xfrm>
            <a:off x="3658302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0FDAC2-01AD-AA40-7776-5A015334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DAXLIB requirements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531F8975-9650-CD4A-29B1-8788B470AB73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en-GB" sz="1400" b="1" dirty="0">
                <a:solidFill>
                  <a:srgbClr val="E91E63"/>
                </a:solidFill>
              </a:rPr>
              <a:t>FIRST LIBRARY</a:t>
            </a:r>
          </a:p>
          <a:p>
            <a:pPr algn="l"/>
            <a:endParaRPr lang="en-GB" sz="1400" b="1" dirty="0">
              <a:solidFill>
                <a:srgbClr val="E91E63"/>
              </a:solidFill>
            </a:endParaRPr>
          </a:p>
        </p:txBody>
      </p:sp>
      <p:sp>
        <p:nvSpPr>
          <p:cNvPr id="101" name="Circle 1"/>
          <p:cNvSpPr>
            <a:spLocks noChangeAspect="1"/>
          </p:cNvSpPr>
          <p:nvPr/>
        </p:nvSpPr>
        <p:spPr>
          <a:xfrm>
            <a:off x="17907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" name="Detail 2"/>
          <p:cNvSpPr txBox="1"/>
          <p:nvPr/>
        </p:nvSpPr>
        <p:spPr>
          <a:xfrm>
            <a:off x="723900" y="3810000"/>
            <a:ext cx="103505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900"/>
              </a:spcBef>
            </a:pPr>
            <a:r>
              <a:rPr lang="en-GB" sz="2400" b="1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Function names: 	</a:t>
            </a:r>
            <a:r>
              <a:rPr lang="en-GB" sz="2200" b="1" dirty="0" err="1">
                <a:solidFill>
                  <a:srgbClr val="2E3440"/>
                </a:solidFill>
                <a:latin typeface="Consolas" panose="020B0609020204030204" pitchFamily="49" charset="0"/>
              </a:rPr>
              <a:t>P</a:t>
            </a:r>
            <a:r>
              <a:rPr lang="en-GB" sz="2200" dirty="0" err="1">
                <a:solidFill>
                  <a:srgbClr val="2E3440"/>
                </a:solidFill>
                <a:latin typeface="Consolas" panose="020B0609020204030204" pitchFamily="49" charset="0"/>
              </a:rPr>
              <a:t>ascal</a:t>
            </a:r>
            <a:r>
              <a:rPr lang="en-GB" sz="2200" b="1" dirty="0" err="1">
                <a:solidFill>
                  <a:srgbClr val="2E3440"/>
                </a:solidFill>
                <a:latin typeface="Consolas" panose="020B0609020204030204" pitchFamily="49" charset="0"/>
              </a:rPr>
              <a:t>C</a:t>
            </a:r>
            <a:r>
              <a:rPr lang="en-GB" sz="2200" dirty="0" err="1">
                <a:solidFill>
                  <a:srgbClr val="2E3440"/>
                </a:solidFill>
                <a:latin typeface="Consolas" panose="020B0609020204030204" pitchFamily="49" charset="0"/>
              </a:rPr>
              <a:t>ase</a:t>
            </a:r>
            <a:r>
              <a:rPr lang="en-GB" sz="2200" dirty="0">
                <a:solidFill>
                  <a:srgbClr val="2E3440"/>
                </a:solidFill>
                <a:latin typeface="Consolas" panose="020B0609020204030204" pitchFamily="49" charset="0"/>
              </a:rPr>
              <a:t> (</a:t>
            </a:r>
            <a:r>
              <a:rPr lang="en-GB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&lt;Publisher&gt;.&lt;Library&gt;.&lt;Function&gt;</a:t>
            </a:r>
            <a:r>
              <a:rPr lang="en-GB" sz="2200" dirty="0">
                <a:solidFill>
                  <a:srgbClr val="2E3440"/>
                </a:solidFill>
                <a:latin typeface="Consolas" panose="020B0609020204030204" pitchFamily="49" charset="0"/>
              </a:rPr>
              <a:t>)</a:t>
            </a:r>
            <a:endParaRPr lang="en-GB" sz="2400" dirty="0">
              <a:solidFill>
                <a:srgbClr val="2E34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spcBef>
                <a:spcPts val="900"/>
              </a:spcBef>
            </a:pPr>
            <a:r>
              <a:rPr lang="en-GB" sz="2400" b="1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Parameters: 		</a:t>
            </a:r>
            <a:r>
              <a:rPr lang="en-GB" sz="2200" b="1" dirty="0">
                <a:solidFill>
                  <a:srgbClr val="2E3440"/>
                </a:solidFill>
                <a:latin typeface="Consolas" panose="020B0609020204030204" pitchFamily="49" charset="0"/>
              </a:rPr>
              <a:t>c</a:t>
            </a:r>
            <a:r>
              <a:rPr lang="en-GB" sz="2200" dirty="0">
                <a:solidFill>
                  <a:srgbClr val="2E3440"/>
                </a:solidFill>
                <a:latin typeface="Consolas" panose="020B0609020204030204" pitchFamily="49" charset="0"/>
              </a:rPr>
              <a:t>amel</a:t>
            </a:r>
            <a:r>
              <a:rPr lang="en-GB" sz="2200" b="1" dirty="0">
                <a:solidFill>
                  <a:srgbClr val="2E3440"/>
                </a:solidFill>
                <a:latin typeface="Consolas" panose="020B0609020204030204" pitchFamily="49" charset="0"/>
              </a:rPr>
              <a:t>C</a:t>
            </a:r>
            <a:r>
              <a:rPr lang="en-GB" sz="2200" dirty="0">
                <a:solidFill>
                  <a:srgbClr val="2E3440"/>
                </a:solidFill>
                <a:latin typeface="Consolas" panose="020B0609020204030204" pitchFamily="49" charset="0"/>
              </a:rPr>
              <a:t>ase</a:t>
            </a:r>
          </a:p>
          <a:p>
            <a:pPr algn="l">
              <a:spcBef>
                <a:spcPts val="900"/>
              </a:spcBef>
            </a:pPr>
            <a:r>
              <a:rPr lang="en-GB" sz="2400" b="1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Variables: 		</a:t>
            </a:r>
            <a:r>
              <a:rPr lang="en-GB" sz="2200" b="1" dirty="0" err="1">
                <a:solidFill>
                  <a:srgbClr val="2E3440"/>
                </a:solidFill>
                <a:latin typeface="Consolas" panose="020B0609020204030204" pitchFamily="49" charset="0"/>
              </a:rPr>
              <a:t>P</a:t>
            </a:r>
            <a:r>
              <a:rPr lang="en-GB" sz="2200" dirty="0" err="1">
                <a:solidFill>
                  <a:srgbClr val="2E3440"/>
                </a:solidFill>
                <a:latin typeface="Consolas" panose="020B0609020204030204" pitchFamily="49" charset="0"/>
              </a:rPr>
              <a:t>ascal</a:t>
            </a:r>
            <a:r>
              <a:rPr lang="en-GB" sz="2200" b="1" dirty="0" err="1">
                <a:solidFill>
                  <a:srgbClr val="2E3440"/>
                </a:solidFill>
                <a:latin typeface="Consolas" panose="020B0609020204030204" pitchFamily="49" charset="0"/>
              </a:rPr>
              <a:t>C</a:t>
            </a:r>
            <a:r>
              <a:rPr lang="en-GB" sz="2200" dirty="0" err="1">
                <a:solidFill>
                  <a:srgbClr val="2E3440"/>
                </a:solidFill>
                <a:latin typeface="Consolas" panose="020B0609020204030204" pitchFamily="49" charset="0"/>
              </a:rPr>
              <a:t>ase</a:t>
            </a:r>
            <a:endParaRPr lang="en-GB" sz="2200" dirty="0">
              <a:solidFill>
                <a:srgbClr val="2E3440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Circle 3"/>
          <p:cNvSpPr>
            <a:spLocks noChangeAspect="1"/>
          </p:cNvSpPr>
          <p:nvPr/>
        </p:nvSpPr>
        <p:spPr>
          <a:xfrm>
            <a:off x="55118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Circle 4"/>
          <p:cNvSpPr>
            <a:spLocks noChangeAspect="1"/>
          </p:cNvSpPr>
          <p:nvPr/>
        </p:nvSpPr>
        <p:spPr>
          <a:xfrm>
            <a:off x="73723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Circle 5"/>
          <p:cNvSpPr>
            <a:spLocks noChangeAspect="1"/>
          </p:cNvSpPr>
          <p:nvPr/>
        </p:nvSpPr>
        <p:spPr>
          <a:xfrm>
            <a:off x="92329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20" name="Label 1"/>
          <p:cNvSpPr txBox="1"/>
          <p:nvPr/>
        </p:nvSpPr>
        <p:spPr>
          <a:xfrm>
            <a:off x="13335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Model-independent</a:t>
            </a:r>
          </a:p>
        </p:txBody>
      </p:sp>
      <p:sp>
        <p:nvSpPr>
          <p:cNvPr id="121" name="Label 2"/>
          <p:cNvSpPr txBox="1"/>
          <p:nvPr/>
        </p:nvSpPr>
        <p:spPr>
          <a:xfrm>
            <a:off x="31940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Naming conventions</a:t>
            </a:r>
          </a:p>
        </p:txBody>
      </p:sp>
      <p:sp>
        <p:nvSpPr>
          <p:cNvPr id="122" name="Label 3"/>
          <p:cNvSpPr txBox="1"/>
          <p:nvPr/>
        </p:nvSpPr>
        <p:spPr>
          <a:xfrm>
            <a:off x="5054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No reserved keywords</a:t>
            </a:r>
          </a:p>
        </p:txBody>
      </p:sp>
      <p:sp>
        <p:nvSpPr>
          <p:cNvPr id="123" name="Label 4"/>
          <p:cNvSpPr txBox="1"/>
          <p:nvPr/>
        </p:nvSpPr>
        <p:spPr>
          <a:xfrm>
            <a:off x="69151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Annotations</a:t>
            </a:r>
          </a:p>
        </p:txBody>
      </p:sp>
      <p:sp>
        <p:nvSpPr>
          <p:cNvPr id="124" name="Label 5"/>
          <p:cNvSpPr txBox="1"/>
          <p:nvPr/>
        </p:nvSpPr>
        <p:spPr>
          <a:xfrm>
            <a:off x="87757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Versioned</a:t>
            </a:r>
          </a:p>
        </p:txBody>
      </p:sp>
      <p:pic>
        <p:nvPicPr>
          <p:cNvPr id="5" name="Graphic 125" descr="Database">
            <a:extLst>
              <a:ext uri="{FF2B5EF4-FFF2-40B4-BE49-F238E27FC236}">
                <a16:creationId xmlns:a16="http://schemas.microsoft.com/office/drawing/2014/main" id="{163DE2A8-A4F4-6221-56B9-E8C0BAA0E2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0764" y="2009424"/>
            <a:ext cx="685800" cy="685800"/>
          </a:xfrm>
          <a:prstGeom prst="rect">
            <a:avLst/>
          </a:prstGeom>
        </p:spPr>
      </p:pic>
      <p:pic>
        <p:nvPicPr>
          <p:cNvPr id="7" name="Graphic 126" descr="Text naming">
            <a:extLst>
              <a:ext uri="{FF2B5EF4-FFF2-40B4-BE49-F238E27FC236}">
                <a16:creationId xmlns:a16="http://schemas.microsoft.com/office/drawing/2014/main" id="{70CB30AA-280D-668A-B256-F6FE11AE3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314" y="2009424"/>
            <a:ext cx="685800" cy="685800"/>
          </a:xfrm>
          <a:prstGeom prst="rect">
            <a:avLst/>
          </a:prstGeom>
        </p:spPr>
      </p:pic>
      <p:pic>
        <p:nvPicPr>
          <p:cNvPr id="9" name="Graphic 127" descr="No reserved keywords">
            <a:extLst>
              <a:ext uri="{FF2B5EF4-FFF2-40B4-BE49-F238E27FC236}">
                <a16:creationId xmlns:a16="http://schemas.microsoft.com/office/drawing/2014/main" id="{447F878C-8DA2-DDCA-236D-8BE73AD7D6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1864" y="2009424"/>
            <a:ext cx="685800" cy="685800"/>
          </a:xfrm>
          <a:prstGeom prst="rect">
            <a:avLst/>
          </a:prstGeom>
        </p:spPr>
      </p:pic>
      <p:pic>
        <p:nvPicPr>
          <p:cNvPr id="11" name="Graphic 128" descr="Annotations tag">
            <a:extLst>
              <a:ext uri="{FF2B5EF4-FFF2-40B4-BE49-F238E27FC236}">
                <a16:creationId xmlns:a16="http://schemas.microsoft.com/office/drawing/2014/main" id="{B637A8C4-7B10-7B6C-C860-6F226B73CC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2414" y="2009424"/>
            <a:ext cx="685800" cy="685800"/>
          </a:xfrm>
          <a:prstGeom prst="rect">
            <a:avLst/>
          </a:prstGeom>
        </p:spPr>
      </p:pic>
      <p:pic>
        <p:nvPicPr>
          <p:cNvPr id="13" name="Graphic 129" descr="Version badge">
            <a:extLst>
              <a:ext uri="{FF2B5EF4-FFF2-40B4-BE49-F238E27FC236}">
                <a16:creationId xmlns:a16="http://schemas.microsoft.com/office/drawing/2014/main" id="{D4148C14-BC0E-5202-969F-6798F808A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2964" y="200942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799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978B3-A7A7-01B0-4EE3-44753AF6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ircle 3"/>
          <p:cNvSpPr>
            <a:spLocks noChangeAspect="1"/>
          </p:cNvSpPr>
          <p:nvPr/>
        </p:nvSpPr>
        <p:spPr>
          <a:xfrm>
            <a:off x="5517444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ircle 1">
            <a:extLst>
              <a:ext uri="{FF2B5EF4-FFF2-40B4-BE49-F238E27FC236}">
                <a16:creationId xmlns:a16="http://schemas.microsoft.com/office/drawing/2014/main" id="{5D4B11EF-D1D2-E1D5-F761-8CFA7EA87A28}"/>
              </a:ext>
            </a:extLst>
          </p:cNvPr>
          <p:cNvSpPr>
            <a:spLocks noChangeAspect="1"/>
          </p:cNvSpPr>
          <p:nvPr/>
        </p:nvSpPr>
        <p:spPr>
          <a:xfrm>
            <a:off x="5516387" y="1899356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0FDAC2-01AD-AA40-7776-5A015334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DAXLIB requirements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531F8975-9650-CD4A-29B1-8788B470AB73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en-GB" sz="1400" b="1" dirty="0">
                <a:solidFill>
                  <a:srgbClr val="E91E63"/>
                </a:solidFill>
              </a:rPr>
              <a:t>FIRST LIBRARY</a:t>
            </a:r>
          </a:p>
          <a:p>
            <a:pPr algn="l"/>
            <a:endParaRPr lang="en-GB" sz="1400" b="1" dirty="0">
              <a:solidFill>
                <a:srgbClr val="E91E63"/>
              </a:solidFill>
            </a:endParaRPr>
          </a:p>
        </p:txBody>
      </p:sp>
      <p:sp>
        <p:nvSpPr>
          <p:cNvPr id="101" name="Circle 1"/>
          <p:cNvSpPr>
            <a:spLocks noChangeAspect="1"/>
          </p:cNvSpPr>
          <p:nvPr/>
        </p:nvSpPr>
        <p:spPr>
          <a:xfrm>
            <a:off x="17907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Circle 2"/>
          <p:cNvSpPr>
            <a:spLocks noChangeAspect="1"/>
          </p:cNvSpPr>
          <p:nvPr/>
        </p:nvSpPr>
        <p:spPr>
          <a:xfrm>
            <a:off x="36512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Detail 3"/>
          <p:cNvSpPr txBox="1"/>
          <p:nvPr/>
        </p:nvSpPr>
        <p:spPr>
          <a:xfrm>
            <a:off x="1128888" y="3810000"/>
            <a:ext cx="9835445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900"/>
              </a:spcBef>
              <a:buNone/>
            </a:pPr>
            <a:r>
              <a:rPr lang="en-GB" sz="2400" dirty="0">
                <a:solidFill>
                  <a:srgbClr val="2E3440"/>
                </a:solidFill>
              </a:rPr>
              <a:t>No DAX function names</a:t>
            </a:r>
          </a:p>
          <a:p>
            <a:pPr algn="ctr">
              <a:spcBef>
                <a:spcPts val="900"/>
              </a:spcBef>
              <a:buNone/>
            </a:pPr>
            <a:r>
              <a:rPr lang="en-GB" sz="2400" dirty="0">
                <a:solidFill>
                  <a:srgbClr val="2E3440"/>
                </a:solidFill>
              </a:rPr>
              <a:t>No Dax. / DaxLib. prefixes</a:t>
            </a:r>
          </a:p>
        </p:txBody>
      </p:sp>
      <p:sp>
        <p:nvSpPr>
          <p:cNvPr id="107" name="Circle 4"/>
          <p:cNvSpPr>
            <a:spLocks noChangeAspect="1"/>
          </p:cNvSpPr>
          <p:nvPr/>
        </p:nvSpPr>
        <p:spPr>
          <a:xfrm>
            <a:off x="73723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Circle 5"/>
          <p:cNvSpPr>
            <a:spLocks noChangeAspect="1"/>
          </p:cNvSpPr>
          <p:nvPr/>
        </p:nvSpPr>
        <p:spPr>
          <a:xfrm>
            <a:off x="92329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20" name="Label 1"/>
          <p:cNvSpPr txBox="1"/>
          <p:nvPr/>
        </p:nvSpPr>
        <p:spPr>
          <a:xfrm>
            <a:off x="13335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Model-independent</a:t>
            </a:r>
          </a:p>
        </p:txBody>
      </p:sp>
      <p:sp>
        <p:nvSpPr>
          <p:cNvPr id="121" name="Label 2"/>
          <p:cNvSpPr txBox="1"/>
          <p:nvPr/>
        </p:nvSpPr>
        <p:spPr>
          <a:xfrm>
            <a:off x="31940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Naming conventions</a:t>
            </a:r>
          </a:p>
        </p:txBody>
      </p:sp>
      <p:sp>
        <p:nvSpPr>
          <p:cNvPr id="122" name="Label 3"/>
          <p:cNvSpPr txBox="1"/>
          <p:nvPr/>
        </p:nvSpPr>
        <p:spPr>
          <a:xfrm>
            <a:off x="5054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No reserved keywords</a:t>
            </a:r>
          </a:p>
        </p:txBody>
      </p:sp>
      <p:sp>
        <p:nvSpPr>
          <p:cNvPr id="123" name="Label 4"/>
          <p:cNvSpPr txBox="1"/>
          <p:nvPr/>
        </p:nvSpPr>
        <p:spPr>
          <a:xfrm>
            <a:off x="69151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Annotations</a:t>
            </a:r>
          </a:p>
        </p:txBody>
      </p:sp>
      <p:sp>
        <p:nvSpPr>
          <p:cNvPr id="124" name="Label 5"/>
          <p:cNvSpPr txBox="1"/>
          <p:nvPr/>
        </p:nvSpPr>
        <p:spPr>
          <a:xfrm>
            <a:off x="87757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Versioned</a:t>
            </a:r>
          </a:p>
        </p:txBody>
      </p:sp>
      <p:pic>
        <p:nvPicPr>
          <p:cNvPr id="5" name="Graphic 125" descr="Database">
            <a:extLst>
              <a:ext uri="{FF2B5EF4-FFF2-40B4-BE49-F238E27FC236}">
                <a16:creationId xmlns:a16="http://schemas.microsoft.com/office/drawing/2014/main" id="{D13A6EF7-3940-F663-DDE9-075DBB99E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0764" y="2009424"/>
            <a:ext cx="685800" cy="685800"/>
          </a:xfrm>
          <a:prstGeom prst="rect">
            <a:avLst/>
          </a:prstGeom>
        </p:spPr>
      </p:pic>
      <p:pic>
        <p:nvPicPr>
          <p:cNvPr id="7" name="Graphic 126" descr="Text naming">
            <a:extLst>
              <a:ext uri="{FF2B5EF4-FFF2-40B4-BE49-F238E27FC236}">
                <a16:creationId xmlns:a16="http://schemas.microsoft.com/office/drawing/2014/main" id="{217B1B9D-A620-5AA3-2DE2-8FE4E833DE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314" y="2009424"/>
            <a:ext cx="685800" cy="685800"/>
          </a:xfrm>
          <a:prstGeom prst="rect">
            <a:avLst/>
          </a:prstGeom>
        </p:spPr>
      </p:pic>
      <p:pic>
        <p:nvPicPr>
          <p:cNvPr id="9" name="Graphic 127" descr="No reserved keywords">
            <a:extLst>
              <a:ext uri="{FF2B5EF4-FFF2-40B4-BE49-F238E27FC236}">
                <a16:creationId xmlns:a16="http://schemas.microsoft.com/office/drawing/2014/main" id="{BCA3C9E7-2AF6-1D3E-0D49-0C1604985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1864" y="2009424"/>
            <a:ext cx="685800" cy="685800"/>
          </a:xfrm>
          <a:prstGeom prst="rect">
            <a:avLst/>
          </a:prstGeom>
        </p:spPr>
      </p:pic>
      <p:pic>
        <p:nvPicPr>
          <p:cNvPr id="11" name="Graphic 128" descr="Annotations tag">
            <a:extLst>
              <a:ext uri="{FF2B5EF4-FFF2-40B4-BE49-F238E27FC236}">
                <a16:creationId xmlns:a16="http://schemas.microsoft.com/office/drawing/2014/main" id="{EA8D3A92-38C8-BD53-4F85-A62070737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2414" y="2009424"/>
            <a:ext cx="685800" cy="685800"/>
          </a:xfrm>
          <a:prstGeom prst="rect">
            <a:avLst/>
          </a:prstGeom>
        </p:spPr>
      </p:pic>
      <p:pic>
        <p:nvPicPr>
          <p:cNvPr id="13" name="Graphic 129" descr="Version badge">
            <a:extLst>
              <a:ext uri="{FF2B5EF4-FFF2-40B4-BE49-F238E27FC236}">
                <a16:creationId xmlns:a16="http://schemas.microsoft.com/office/drawing/2014/main" id="{894FDBC5-8084-0EB6-3C70-ADEE409C85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2964" y="200942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55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978B3-A7A7-01B0-4EE3-44753AF6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ircle 4"/>
          <p:cNvSpPr>
            <a:spLocks noChangeAspect="1"/>
          </p:cNvSpPr>
          <p:nvPr/>
        </p:nvSpPr>
        <p:spPr>
          <a:xfrm>
            <a:off x="73723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ircle 1">
            <a:extLst>
              <a:ext uri="{FF2B5EF4-FFF2-40B4-BE49-F238E27FC236}">
                <a16:creationId xmlns:a16="http://schemas.microsoft.com/office/drawing/2014/main" id="{982604A1-F665-15BF-318E-2BB72E75C051}"/>
              </a:ext>
            </a:extLst>
          </p:cNvPr>
          <p:cNvSpPr>
            <a:spLocks noChangeAspect="1"/>
          </p:cNvSpPr>
          <p:nvPr/>
        </p:nvSpPr>
        <p:spPr>
          <a:xfrm>
            <a:off x="7372700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0FDAC2-01AD-AA40-7776-5A015334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DAXLIB requirements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531F8975-9650-CD4A-29B1-8788B470AB73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en-GB" sz="1400" b="1" dirty="0">
                <a:solidFill>
                  <a:srgbClr val="E91E63"/>
                </a:solidFill>
              </a:rPr>
              <a:t>FIRST LIBRARY</a:t>
            </a:r>
          </a:p>
          <a:p>
            <a:pPr algn="l"/>
            <a:endParaRPr lang="en-GB" sz="1400" b="1" dirty="0">
              <a:solidFill>
                <a:srgbClr val="E91E63"/>
              </a:solidFill>
            </a:endParaRPr>
          </a:p>
        </p:txBody>
      </p:sp>
      <p:sp>
        <p:nvSpPr>
          <p:cNvPr id="101" name="Circle 1"/>
          <p:cNvSpPr>
            <a:spLocks noChangeAspect="1"/>
          </p:cNvSpPr>
          <p:nvPr/>
        </p:nvSpPr>
        <p:spPr>
          <a:xfrm>
            <a:off x="17907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Circle 2"/>
          <p:cNvSpPr>
            <a:spLocks noChangeAspect="1"/>
          </p:cNvSpPr>
          <p:nvPr/>
        </p:nvSpPr>
        <p:spPr>
          <a:xfrm>
            <a:off x="36512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5" name="Circle 3"/>
          <p:cNvSpPr>
            <a:spLocks noChangeAspect="1"/>
          </p:cNvSpPr>
          <p:nvPr/>
        </p:nvSpPr>
        <p:spPr>
          <a:xfrm>
            <a:off x="55118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8" name="Detail 4"/>
          <p:cNvSpPr txBox="1"/>
          <p:nvPr/>
        </p:nvSpPr>
        <p:spPr>
          <a:xfrm>
            <a:off x="723900" y="3810000"/>
            <a:ext cx="88900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900"/>
              </a:spcBef>
              <a:buNone/>
            </a:pPr>
            <a:endParaRPr lang="en-GB" sz="2200" dirty="0">
              <a:solidFill>
                <a:srgbClr val="2E3440"/>
              </a:solidFill>
              <a:latin typeface="Consolas" panose="020B0609020204030204" pitchFamily="49" charset="0"/>
            </a:endParaRPr>
          </a:p>
        </p:txBody>
      </p:sp>
      <p:sp>
        <p:nvSpPr>
          <p:cNvPr id="109" name="Circle 5"/>
          <p:cNvSpPr>
            <a:spLocks noChangeAspect="1"/>
          </p:cNvSpPr>
          <p:nvPr/>
        </p:nvSpPr>
        <p:spPr>
          <a:xfrm>
            <a:off x="92329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20" name="Label 1"/>
          <p:cNvSpPr txBox="1"/>
          <p:nvPr/>
        </p:nvSpPr>
        <p:spPr>
          <a:xfrm>
            <a:off x="13335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Model-independent</a:t>
            </a:r>
          </a:p>
        </p:txBody>
      </p:sp>
      <p:sp>
        <p:nvSpPr>
          <p:cNvPr id="121" name="Label 2"/>
          <p:cNvSpPr txBox="1"/>
          <p:nvPr/>
        </p:nvSpPr>
        <p:spPr>
          <a:xfrm>
            <a:off x="31940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Naming conventions</a:t>
            </a:r>
          </a:p>
        </p:txBody>
      </p:sp>
      <p:sp>
        <p:nvSpPr>
          <p:cNvPr id="122" name="Label 3"/>
          <p:cNvSpPr txBox="1"/>
          <p:nvPr/>
        </p:nvSpPr>
        <p:spPr>
          <a:xfrm>
            <a:off x="5054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No reserved keywords</a:t>
            </a:r>
          </a:p>
        </p:txBody>
      </p:sp>
      <p:sp>
        <p:nvSpPr>
          <p:cNvPr id="123" name="Label 4"/>
          <p:cNvSpPr txBox="1"/>
          <p:nvPr/>
        </p:nvSpPr>
        <p:spPr>
          <a:xfrm>
            <a:off x="69151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Annotations</a:t>
            </a:r>
          </a:p>
        </p:txBody>
      </p:sp>
      <p:sp>
        <p:nvSpPr>
          <p:cNvPr id="124" name="Label 5"/>
          <p:cNvSpPr txBox="1"/>
          <p:nvPr/>
        </p:nvSpPr>
        <p:spPr>
          <a:xfrm>
            <a:off x="87757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Versioned</a:t>
            </a:r>
          </a:p>
        </p:txBody>
      </p:sp>
      <p:pic>
        <p:nvPicPr>
          <p:cNvPr id="5" name="Graphic 125" descr="Database">
            <a:extLst>
              <a:ext uri="{FF2B5EF4-FFF2-40B4-BE49-F238E27FC236}">
                <a16:creationId xmlns:a16="http://schemas.microsoft.com/office/drawing/2014/main" id="{5882D73B-0F30-437F-150A-E0DD52300E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0764" y="2009424"/>
            <a:ext cx="685800" cy="685800"/>
          </a:xfrm>
          <a:prstGeom prst="rect">
            <a:avLst/>
          </a:prstGeom>
        </p:spPr>
      </p:pic>
      <p:pic>
        <p:nvPicPr>
          <p:cNvPr id="7" name="Graphic 126" descr="Text naming">
            <a:extLst>
              <a:ext uri="{FF2B5EF4-FFF2-40B4-BE49-F238E27FC236}">
                <a16:creationId xmlns:a16="http://schemas.microsoft.com/office/drawing/2014/main" id="{2FE478AE-3CEC-AF90-D823-929AFAF378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314" y="2009424"/>
            <a:ext cx="685800" cy="685800"/>
          </a:xfrm>
          <a:prstGeom prst="rect">
            <a:avLst/>
          </a:prstGeom>
        </p:spPr>
      </p:pic>
      <p:pic>
        <p:nvPicPr>
          <p:cNvPr id="9" name="Graphic 127" descr="No reserved keywords">
            <a:extLst>
              <a:ext uri="{FF2B5EF4-FFF2-40B4-BE49-F238E27FC236}">
                <a16:creationId xmlns:a16="http://schemas.microsoft.com/office/drawing/2014/main" id="{31E5C879-F3D4-18BF-B134-153C44B1A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1864" y="2009424"/>
            <a:ext cx="685800" cy="685800"/>
          </a:xfrm>
          <a:prstGeom prst="rect">
            <a:avLst/>
          </a:prstGeom>
        </p:spPr>
      </p:pic>
      <p:pic>
        <p:nvPicPr>
          <p:cNvPr id="11" name="Graphic 128" descr="Annotations tag">
            <a:extLst>
              <a:ext uri="{FF2B5EF4-FFF2-40B4-BE49-F238E27FC236}">
                <a16:creationId xmlns:a16="http://schemas.microsoft.com/office/drawing/2014/main" id="{6A7DD4DE-C3D4-4929-5207-80F5DA796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2414" y="2009424"/>
            <a:ext cx="685800" cy="685800"/>
          </a:xfrm>
          <a:prstGeom prst="rect">
            <a:avLst/>
          </a:prstGeom>
        </p:spPr>
      </p:pic>
      <p:pic>
        <p:nvPicPr>
          <p:cNvPr id="13" name="Graphic 129" descr="Version badge">
            <a:extLst>
              <a:ext uri="{FF2B5EF4-FFF2-40B4-BE49-F238E27FC236}">
                <a16:creationId xmlns:a16="http://schemas.microsoft.com/office/drawing/2014/main" id="{A0998C08-9084-9D19-F77A-D8A4DA8BF5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2964" y="2009424"/>
            <a:ext cx="685800" cy="685800"/>
          </a:xfrm>
          <a:prstGeom prst="rect">
            <a:avLst/>
          </a:prstGeom>
        </p:spPr>
      </p:pic>
      <p:sp>
        <p:nvSpPr>
          <p:cNvPr id="17" name="Code Sample">
            <a:extLst>
              <a:ext uri="{FF2B5EF4-FFF2-40B4-BE49-F238E27FC236}">
                <a16:creationId xmlns:a16="http://schemas.microsoft.com/office/drawing/2014/main" id="{C92B81E5-6E43-41DB-1113-8EAE9F187A12}"/>
              </a:ext>
            </a:extLst>
          </p:cNvPr>
          <p:cNvSpPr/>
          <p:nvPr/>
        </p:nvSpPr>
        <p:spPr>
          <a:xfrm>
            <a:off x="1651000" y="3727492"/>
            <a:ext cx="8889999" cy="207640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ctr"/>
          <a:lstStyle/>
          <a:p>
            <a:pPr>
              <a:buNone/>
            </a:pPr>
            <a:r>
              <a:rPr lang="en-GB" sz="2100" dirty="0">
                <a:solidFill>
                  <a:schemeClr val="tx1">
                    <a:lumMod val="75000"/>
                  </a:schemeClr>
                </a:solidFill>
                <a:latin typeface="Consolas"/>
              </a:rPr>
              <a:t>&lt;function def&gt;</a:t>
            </a:r>
          </a:p>
          <a:p>
            <a:pPr>
              <a:buNone/>
            </a:pPr>
            <a:endParaRPr lang="en-GB" sz="2100" dirty="0">
              <a:solidFill>
                <a:srgbClr val="7C1B37"/>
              </a:solidFill>
              <a:latin typeface="Consolas"/>
            </a:endParaRPr>
          </a:p>
          <a:p>
            <a:pPr>
              <a:buNone/>
            </a:pPr>
            <a:r>
              <a:rPr lang="en-GB" sz="2100" dirty="0">
                <a:solidFill>
                  <a:srgbClr val="7C1B37"/>
                </a:solidFill>
                <a:latin typeface="Consolas"/>
              </a:rPr>
              <a:t>annotation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 err="1">
                <a:solidFill>
                  <a:srgbClr val="A900DD"/>
                </a:solidFill>
                <a:latin typeface="Consolas"/>
              </a:rPr>
              <a:t>DAXLIB_PackageId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= </a:t>
            </a:r>
            <a:r>
              <a:rPr lang="en-GB" sz="2100" dirty="0" err="1">
                <a:solidFill>
                  <a:srgbClr val="4D71C7"/>
                </a:solidFill>
                <a:latin typeface="Consolas"/>
              </a:rPr>
              <a:t>Contoso.Conversion</a:t>
            </a:r>
            <a:endParaRPr lang="en-GB" sz="2100" dirty="0">
              <a:solidFill>
                <a:srgbClr val="4D71C7"/>
              </a:solidFill>
              <a:latin typeface="Consolas"/>
            </a:endParaRPr>
          </a:p>
          <a:p>
            <a:pPr>
              <a:buNone/>
            </a:pPr>
            <a:endParaRPr lang="en-GB" sz="2100" dirty="0">
              <a:solidFill>
                <a:srgbClr val="4D71C7"/>
              </a:solidFill>
              <a:latin typeface="Consolas"/>
            </a:endParaRPr>
          </a:p>
          <a:p>
            <a:r>
              <a:rPr lang="en-GB" sz="2100" dirty="0">
                <a:solidFill>
                  <a:srgbClr val="7C1B37"/>
                </a:solidFill>
                <a:latin typeface="Consolas"/>
              </a:rPr>
              <a:t>annotation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 err="1">
                <a:solidFill>
                  <a:srgbClr val="A900DD"/>
                </a:solidFill>
                <a:latin typeface="Consolas"/>
              </a:rPr>
              <a:t>DAXLIB_PackageVersion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= 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1.0.0</a:t>
            </a:r>
          </a:p>
        </p:txBody>
      </p:sp>
    </p:spTree>
    <p:extLst>
      <p:ext uri="{BB962C8B-B14F-4D97-AF65-F5344CB8AC3E}">
        <p14:creationId xmlns:p14="http://schemas.microsoft.com/office/powerpoint/2010/main" val="2233210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978B3-A7A7-01B0-4EE3-44753AF6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ircle 1">
            <a:extLst>
              <a:ext uri="{FF2B5EF4-FFF2-40B4-BE49-F238E27FC236}">
                <a16:creationId xmlns:a16="http://schemas.microsoft.com/office/drawing/2014/main" id="{0D9F394A-8167-11AB-AEC2-B165246C24BB}"/>
              </a:ext>
            </a:extLst>
          </p:cNvPr>
          <p:cNvSpPr>
            <a:spLocks noChangeAspect="1"/>
          </p:cNvSpPr>
          <p:nvPr/>
        </p:nvSpPr>
        <p:spPr>
          <a:xfrm>
            <a:off x="92329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Circle 5"/>
          <p:cNvSpPr>
            <a:spLocks noChangeAspect="1"/>
          </p:cNvSpPr>
          <p:nvPr/>
        </p:nvSpPr>
        <p:spPr>
          <a:xfrm>
            <a:off x="9232900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0FDAC2-01AD-AA40-7776-5A015334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DAXLIB requirements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531F8975-9650-CD4A-29B1-8788B470AB73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en-GB" sz="1400" b="1" dirty="0">
                <a:solidFill>
                  <a:srgbClr val="E91E63"/>
                </a:solidFill>
              </a:rPr>
              <a:t>FIRST LIBRARY</a:t>
            </a:r>
          </a:p>
          <a:p>
            <a:pPr algn="l"/>
            <a:endParaRPr lang="en-GB" sz="1400" b="1" dirty="0">
              <a:solidFill>
                <a:srgbClr val="E91E63"/>
              </a:solidFill>
            </a:endParaRPr>
          </a:p>
        </p:txBody>
      </p:sp>
      <p:sp>
        <p:nvSpPr>
          <p:cNvPr id="101" name="Circle 1"/>
          <p:cNvSpPr>
            <a:spLocks noChangeAspect="1"/>
          </p:cNvSpPr>
          <p:nvPr/>
        </p:nvSpPr>
        <p:spPr>
          <a:xfrm>
            <a:off x="17907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Circle 2"/>
          <p:cNvSpPr>
            <a:spLocks noChangeAspect="1"/>
          </p:cNvSpPr>
          <p:nvPr/>
        </p:nvSpPr>
        <p:spPr>
          <a:xfrm>
            <a:off x="36512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5" name="Circle 3"/>
          <p:cNvSpPr>
            <a:spLocks noChangeAspect="1"/>
          </p:cNvSpPr>
          <p:nvPr/>
        </p:nvSpPr>
        <p:spPr>
          <a:xfrm>
            <a:off x="55118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Circle 4"/>
          <p:cNvSpPr>
            <a:spLocks noChangeAspect="1"/>
          </p:cNvSpPr>
          <p:nvPr/>
        </p:nvSpPr>
        <p:spPr>
          <a:xfrm>
            <a:off x="737235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Detail 5"/>
          <p:cNvSpPr txBox="1"/>
          <p:nvPr/>
        </p:nvSpPr>
        <p:spPr>
          <a:xfrm>
            <a:off x="723899" y="3810000"/>
            <a:ext cx="10367433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900"/>
              </a:spcBef>
              <a:buNone/>
            </a:pPr>
            <a:r>
              <a:rPr lang="en-GB" sz="2400" dirty="0">
                <a:solidFill>
                  <a:srgbClr val="2E3440"/>
                </a:solidFill>
              </a:rPr>
              <a:t>SemVer — published packages are immutable (i.e. </a:t>
            </a:r>
            <a:r>
              <a:rPr lang="en-GB" sz="2200" dirty="0">
                <a:solidFill>
                  <a:srgbClr val="2E3440"/>
                </a:solidFill>
                <a:latin typeface="Consolas" panose="020B0609020204030204" pitchFamily="49" charset="0"/>
              </a:rPr>
              <a:t>0.1.0</a:t>
            </a:r>
            <a:r>
              <a:rPr lang="en-GB" sz="2400" dirty="0">
                <a:solidFill>
                  <a:srgbClr val="2E3440"/>
                </a:solidFill>
              </a:rPr>
              <a:t>)</a:t>
            </a:r>
          </a:p>
        </p:txBody>
      </p:sp>
      <p:sp>
        <p:nvSpPr>
          <p:cNvPr id="120" name="Label 1"/>
          <p:cNvSpPr txBox="1"/>
          <p:nvPr/>
        </p:nvSpPr>
        <p:spPr>
          <a:xfrm>
            <a:off x="13335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Model-independent</a:t>
            </a:r>
          </a:p>
        </p:txBody>
      </p:sp>
      <p:sp>
        <p:nvSpPr>
          <p:cNvPr id="121" name="Label 2"/>
          <p:cNvSpPr txBox="1"/>
          <p:nvPr/>
        </p:nvSpPr>
        <p:spPr>
          <a:xfrm>
            <a:off x="31940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Naming conventions</a:t>
            </a:r>
          </a:p>
        </p:txBody>
      </p:sp>
      <p:sp>
        <p:nvSpPr>
          <p:cNvPr id="122" name="Label 3"/>
          <p:cNvSpPr txBox="1"/>
          <p:nvPr/>
        </p:nvSpPr>
        <p:spPr>
          <a:xfrm>
            <a:off x="5054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No reserved keywords</a:t>
            </a:r>
          </a:p>
        </p:txBody>
      </p:sp>
      <p:sp>
        <p:nvSpPr>
          <p:cNvPr id="123" name="Label 4"/>
          <p:cNvSpPr txBox="1"/>
          <p:nvPr/>
        </p:nvSpPr>
        <p:spPr>
          <a:xfrm>
            <a:off x="691515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Annotations</a:t>
            </a:r>
          </a:p>
        </p:txBody>
      </p:sp>
      <p:sp>
        <p:nvSpPr>
          <p:cNvPr id="124" name="Label 5"/>
          <p:cNvSpPr txBox="1"/>
          <p:nvPr/>
        </p:nvSpPr>
        <p:spPr>
          <a:xfrm>
            <a:off x="87757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Versioned</a:t>
            </a:r>
          </a:p>
        </p:txBody>
      </p:sp>
      <p:pic>
        <p:nvPicPr>
          <p:cNvPr id="5" name="Graphic 125" descr="Database">
            <a:extLst>
              <a:ext uri="{FF2B5EF4-FFF2-40B4-BE49-F238E27FC236}">
                <a16:creationId xmlns:a16="http://schemas.microsoft.com/office/drawing/2014/main" id="{9F6F6345-A616-376A-0176-CDA9C995C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0764" y="2009424"/>
            <a:ext cx="685800" cy="685800"/>
          </a:xfrm>
          <a:prstGeom prst="rect">
            <a:avLst/>
          </a:prstGeom>
        </p:spPr>
      </p:pic>
      <p:pic>
        <p:nvPicPr>
          <p:cNvPr id="7" name="Graphic 126" descr="Text naming">
            <a:extLst>
              <a:ext uri="{FF2B5EF4-FFF2-40B4-BE49-F238E27FC236}">
                <a16:creationId xmlns:a16="http://schemas.microsoft.com/office/drawing/2014/main" id="{9B6AD39F-C166-219F-B3E7-DE04545263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314" y="2009424"/>
            <a:ext cx="685800" cy="685800"/>
          </a:xfrm>
          <a:prstGeom prst="rect">
            <a:avLst/>
          </a:prstGeom>
        </p:spPr>
      </p:pic>
      <p:pic>
        <p:nvPicPr>
          <p:cNvPr id="9" name="Graphic 127" descr="No reserved keywords">
            <a:extLst>
              <a:ext uri="{FF2B5EF4-FFF2-40B4-BE49-F238E27FC236}">
                <a16:creationId xmlns:a16="http://schemas.microsoft.com/office/drawing/2014/main" id="{0B43ACBC-4A1C-38CD-670E-B985493D1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1864" y="2009424"/>
            <a:ext cx="685800" cy="685800"/>
          </a:xfrm>
          <a:prstGeom prst="rect">
            <a:avLst/>
          </a:prstGeom>
        </p:spPr>
      </p:pic>
      <p:pic>
        <p:nvPicPr>
          <p:cNvPr id="11" name="Graphic 128" descr="Annotations tag">
            <a:extLst>
              <a:ext uri="{FF2B5EF4-FFF2-40B4-BE49-F238E27FC236}">
                <a16:creationId xmlns:a16="http://schemas.microsoft.com/office/drawing/2014/main" id="{CB26D86E-1C14-7973-F153-4B276CCEB3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2414" y="2009424"/>
            <a:ext cx="685800" cy="685800"/>
          </a:xfrm>
          <a:prstGeom prst="rect">
            <a:avLst/>
          </a:prstGeom>
        </p:spPr>
      </p:pic>
      <p:pic>
        <p:nvPicPr>
          <p:cNvPr id="13" name="Graphic 129" descr="Version badge">
            <a:extLst>
              <a:ext uri="{FF2B5EF4-FFF2-40B4-BE49-F238E27FC236}">
                <a16:creationId xmlns:a16="http://schemas.microsoft.com/office/drawing/2014/main" id="{4A90D3AC-50E6-25BB-EA6A-D168455AAC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2964" y="200942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06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Anatomy of a library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407A03-B38C-7C52-641D-C1C28D7DA39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manifest.daxlib</a:t>
            </a:r>
            <a:r>
              <a:rPr lang="en-GB" dirty="0"/>
              <a:t>: id, version, authors, description</a:t>
            </a: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lib/</a:t>
            </a:r>
            <a:r>
              <a:rPr lang="en-GB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functions.tmdl</a:t>
            </a:r>
            <a:r>
              <a:rPr lang="en-GB" dirty="0"/>
              <a:t>: your UDFs in TMDL</a:t>
            </a: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README.md</a:t>
            </a:r>
            <a:r>
              <a:rPr lang="en-GB" dirty="0"/>
              <a:t>*</a:t>
            </a: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icon.png</a:t>
            </a:r>
            <a:r>
              <a:rPr lang="en-GB" dirty="0"/>
              <a:t>* 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*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(maximum size of 100 KB)</a:t>
            </a:r>
          </a:p>
        </p:txBody>
      </p:sp>
      <p:sp>
        <p:nvSpPr>
          <p:cNvPr id="20" name="Folder Tree"/>
          <p:cNvSpPr/>
          <p:nvPr/>
        </p:nvSpPr>
        <p:spPr>
          <a:xfrm>
            <a:off x="7174090" y="1627443"/>
            <a:ext cx="3695700" cy="3085667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ctr"/>
          <a:lstStyle/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packages</a:t>
            </a:r>
          </a:p>
          <a:p>
            <a:r>
              <a:rPr lang="en-GB" sz="1400" dirty="0">
                <a:solidFill>
                  <a:srgbClr val="191919"/>
                </a:solidFill>
                <a:latin typeface="Consolas"/>
              </a:rPr>
              <a:t> ├─ a</a:t>
            </a:r>
          </a:p>
          <a:p>
            <a:r>
              <a:rPr lang="en-GB" sz="1400" dirty="0">
                <a:solidFill>
                  <a:srgbClr val="191919"/>
                </a:solidFill>
                <a:latin typeface="Consolas"/>
              </a:rPr>
              <a:t> ├─ b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 ├─ c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 │  └─ </a:t>
            </a:r>
            <a:r>
              <a:rPr lang="en-GB" sz="1400" dirty="0" err="1">
                <a:solidFill>
                  <a:srgbClr val="191919"/>
                </a:solidFill>
                <a:latin typeface="Consolas"/>
              </a:rPr>
              <a:t>contoso.conversion</a:t>
            </a:r>
            <a:endParaRPr lang="en-GB" sz="1400" dirty="0">
              <a:solidFill>
                <a:srgbClr val="191919"/>
              </a:solidFill>
              <a:latin typeface="Consolas"/>
            </a:endParaRPr>
          </a:p>
          <a:p>
            <a:r>
              <a:rPr lang="en-GB" sz="1400" dirty="0">
                <a:solidFill>
                  <a:srgbClr val="191919"/>
                </a:solidFill>
                <a:latin typeface="Consolas"/>
              </a:rPr>
              <a:t> │     ├─ 1.0.0/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 │     └─ 2.0.0/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 │         ├─ lib/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 │         │   └─ functions.tmdl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 │         ├─ manifest.daxlib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 │         ├─ README.md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 │         └─ icon.png</a:t>
            </a:r>
          </a:p>
          <a:p>
            <a:r>
              <a:rPr lang="en-GB" sz="1400" dirty="0">
                <a:solidFill>
                  <a:srgbClr val="191919"/>
                </a:solidFill>
                <a:latin typeface="Consolas"/>
              </a:rPr>
              <a:t> ├─ ...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 └─ z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1A12B210-203B-4C7C-8192-729DE757F11D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FIRST LIBRARY</a:t>
            </a:r>
          </a:p>
        </p:txBody>
      </p:sp>
    </p:spTree>
    <p:extLst>
      <p:ext uri="{BB962C8B-B14F-4D97-AF65-F5344CB8AC3E}">
        <p14:creationId xmlns:p14="http://schemas.microsoft.com/office/powerpoint/2010/main" val="1503709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C5AF-F0BC-9700-3CEF-4EC886ED1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9E53DAB-C26C-EF6F-E8C2-E8E4EFD26C3A}"/>
              </a:ext>
            </a:extLst>
          </p:cNvPr>
          <p:cNvGrpSpPr/>
          <p:nvPr/>
        </p:nvGrpSpPr>
        <p:grpSpPr>
          <a:xfrm>
            <a:off x="2934970" y="1724615"/>
            <a:ext cx="5737859" cy="3743759"/>
            <a:chOff x="1007335" y="1550065"/>
            <a:chExt cx="5737859" cy="374375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97DB8F-0421-1097-6603-EE651CD71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7335" y="1697527"/>
              <a:ext cx="5737859" cy="3596297"/>
            </a:xfrm>
            <a:prstGeom prst="rect">
              <a:avLst/>
            </a:prstGeom>
          </p:spPr>
        </p:pic>
        <p:pic>
          <p:nvPicPr>
            <p:cNvPr id="12" name="Picture 11" descr="Git Icon Logo Vector SVG Icon - SVG Repo">
              <a:extLst>
                <a:ext uri="{FF2B5EF4-FFF2-40B4-BE49-F238E27FC236}">
                  <a16:creationId xmlns:a16="http://schemas.microsoft.com/office/drawing/2014/main" id="{558B9970-BC12-D347-DCB8-C49D46836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3" name="Picture 12" descr="Git Icon Logo Vector SVG Icon - SVG Repo">
              <a:extLst>
                <a:ext uri="{FF2B5EF4-FFF2-40B4-BE49-F238E27FC236}">
                  <a16:creationId xmlns:a16="http://schemas.microsoft.com/office/drawing/2014/main" id="{84B9930A-7C14-38E7-DD2B-1E1B2B199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E0C457-AEF9-1B3E-33AB-8320B7A08C37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6F2F7F0-DEC5-F2EE-5024-4DA87FA0C6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AB6569F3-389D-CC9D-7BF6-F86A72F0FB3E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FIRST LIBRARY</a:t>
            </a: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F38AA0D0-9D0D-4FD6-2F06-97BD3A3289C7}"/>
              </a:ext>
            </a:extLst>
          </p:cNvPr>
          <p:cNvSpPr txBox="1">
            <a:spLocks/>
          </p:cNvSpPr>
          <p:nvPr/>
        </p:nvSpPr>
        <p:spPr>
          <a:xfrm>
            <a:off x="719999" y="584200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solidFill>
                  <a:srgbClr val="464646"/>
                </a:solidFill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102665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6BA50-2EAD-E40D-ECB7-9C99B3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65E1FB-DDE6-9548-8E30-9B9D30A5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602" y="5788071"/>
            <a:ext cx="6839041" cy="8509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rgbClr val="464646"/>
                </a:solidFill>
              </a:rPr>
              <a:t>Fork → branch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FDAAD1-A772-53A8-9270-DE22EA6F3D0C}"/>
              </a:ext>
            </a:extLst>
          </p:cNvPr>
          <p:cNvGrpSpPr/>
          <p:nvPr/>
        </p:nvGrpSpPr>
        <p:grpSpPr>
          <a:xfrm>
            <a:off x="2934970" y="1724615"/>
            <a:ext cx="5737859" cy="3743759"/>
            <a:chOff x="1007335" y="1550065"/>
            <a:chExt cx="5737859" cy="374375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7F1FA5A-9198-1D50-0151-92048478A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335" y="1697527"/>
              <a:ext cx="5737859" cy="3596297"/>
            </a:xfrm>
            <a:prstGeom prst="rect">
              <a:avLst/>
            </a:prstGeom>
          </p:spPr>
        </p:pic>
        <p:pic>
          <p:nvPicPr>
            <p:cNvPr id="12" name="Picture 11" descr="Git Icon Logo Vector SVG Icon - SVG Repo">
              <a:extLst>
                <a:ext uri="{FF2B5EF4-FFF2-40B4-BE49-F238E27FC236}">
                  <a16:creationId xmlns:a16="http://schemas.microsoft.com/office/drawing/2014/main" id="{341FCB09-085F-CC37-0348-2CA9AE2C3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3" name="Picture 12" descr="Git Icon Logo Vector SVG Icon - SVG Repo">
              <a:extLst>
                <a:ext uri="{FF2B5EF4-FFF2-40B4-BE49-F238E27FC236}">
                  <a16:creationId xmlns:a16="http://schemas.microsoft.com/office/drawing/2014/main" id="{E0C83D6B-DEF3-78DC-C355-924B6F3FC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9468C4-2C9C-6A74-28E0-569BE61C228D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32F8D49-ABDC-C28F-5B29-E43D33E28A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6C5F45-2370-6345-56F7-06A9E5BE034E}"/>
              </a:ext>
            </a:extLst>
          </p:cNvPr>
          <p:cNvSpPr/>
          <p:nvPr/>
        </p:nvSpPr>
        <p:spPr>
          <a:xfrm>
            <a:off x="4682315" y="1675975"/>
            <a:ext cx="4092902" cy="144509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98590F94-9FEA-7A37-1B9B-EE463C1C3C12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FIRST LIBRARY</a:t>
            </a: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12E1BB62-10A3-2159-5D8F-13A0C69828CF}"/>
              </a:ext>
            </a:extLst>
          </p:cNvPr>
          <p:cNvSpPr txBox="1">
            <a:spLocks/>
          </p:cNvSpPr>
          <p:nvPr/>
        </p:nvSpPr>
        <p:spPr>
          <a:xfrm>
            <a:off x="719999" y="584200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solidFill>
                  <a:srgbClr val="464646"/>
                </a:solidFill>
              </a:rPr>
              <a:t>Workflow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2835CF-BD43-23E6-29C1-06AE884DFBE4}"/>
              </a:ext>
            </a:extLst>
          </p:cNvPr>
          <p:cNvSpPr/>
          <p:nvPr/>
        </p:nvSpPr>
        <p:spPr>
          <a:xfrm>
            <a:off x="8661399" y="4013200"/>
            <a:ext cx="2901335" cy="1168400"/>
          </a:xfrm>
          <a:prstGeom prst="roundRect">
            <a:avLst/>
          </a:prstGeom>
          <a:solidFill>
            <a:srgbClr val="FCE4EC">
              <a:alpha val="9804"/>
            </a:srgbClr>
          </a:solidFill>
          <a:ln w="1905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8800" tIns="45720" rIns="118110" bIns="45720" rtlCol="0" anchor="ctr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en-GB" sz="1200" b="1" spc="120" dirty="0">
                <a:solidFill>
                  <a:schemeClr val="accent1"/>
                </a:solidFill>
                <a:latin typeface="+mj-lt"/>
              </a:rPr>
              <a:t>TIP</a:t>
            </a:r>
          </a:p>
          <a:p>
            <a:pPr>
              <a:buNone/>
            </a:pPr>
            <a:r>
              <a:rPr lang="en-GB" sz="1400" dirty="0">
                <a:solidFill>
                  <a:srgbClr val="2E3440"/>
                </a:solidFill>
              </a:rPr>
              <a:t>Start from </a:t>
            </a:r>
            <a:r>
              <a:rPr lang="en-GB" sz="1400" b="1" dirty="0" err="1">
                <a:solidFill>
                  <a:srgbClr val="2E3440"/>
                </a:solidFill>
              </a:rPr>
              <a:t>DaxLib.Sample</a:t>
            </a:r>
          </a:p>
        </p:txBody>
      </p:sp>
      <p:pic>
        <p:nvPicPr>
          <p:cNvPr id="24" name="Graphic 24" descr="Tip lightbulb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4600" y="4445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78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68AF-B8B0-E70D-9DA9-505FE59A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881E17-2B57-629F-617B-3D996274A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602" y="5788071"/>
            <a:ext cx="6839041" cy="8509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rgbClr val="464646"/>
                </a:solidFill>
              </a:rPr>
              <a:t>Develop → pull request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A03AAB-38E8-218A-63D2-EC52B28E67A3}"/>
              </a:ext>
            </a:extLst>
          </p:cNvPr>
          <p:cNvGrpSpPr/>
          <p:nvPr/>
        </p:nvGrpSpPr>
        <p:grpSpPr>
          <a:xfrm>
            <a:off x="2934970" y="1724615"/>
            <a:ext cx="5737859" cy="3743759"/>
            <a:chOff x="1007335" y="1550065"/>
            <a:chExt cx="5737859" cy="374375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D027E7F-4DEF-D952-07BA-BA6FDC3E5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335" y="1697527"/>
              <a:ext cx="5737859" cy="3596297"/>
            </a:xfrm>
            <a:prstGeom prst="rect">
              <a:avLst/>
            </a:prstGeom>
          </p:spPr>
        </p:pic>
        <p:pic>
          <p:nvPicPr>
            <p:cNvPr id="12" name="Picture 11" descr="Git Icon Logo Vector SVG Icon - SVG Repo">
              <a:extLst>
                <a:ext uri="{FF2B5EF4-FFF2-40B4-BE49-F238E27FC236}">
                  <a16:creationId xmlns:a16="http://schemas.microsoft.com/office/drawing/2014/main" id="{BA55BDE1-4DAE-1297-4ACD-60EE03CF9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3" name="Picture 12" descr="Git Icon Logo Vector SVG Icon - SVG Repo">
              <a:extLst>
                <a:ext uri="{FF2B5EF4-FFF2-40B4-BE49-F238E27FC236}">
                  <a16:creationId xmlns:a16="http://schemas.microsoft.com/office/drawing/2014/main" id="{E6337B7B-5CE0-9515-E911-3A3822B5C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83DC76-AAD6-82D0-C2B0-D8BC3AAF5668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880F69A-1FBF-C977-FC57-37CE7C277D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859BD096-98DE-9FB4-6EA4-BE5A98382A08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FIRST LIBRARY</a:t>
            </a:r>
          </a:p>
        </p:txBody>
      </p:sp>
      <p:sp>
        <p:nvSpPr>
          <p:cNvPr id="106" name="Highlight Step2">
            <a:extLst>
              <a:ext uri="{FF2B5EF4-FFF2-40B4-BE49-F238E27FC236}">
                <a16:creationId xmlns:a16="http://schemas.microsoft.com/office/drawing/2014/main" id="{1E21C0FB-9A24-5A46-B633-124AD59D2994}"/>
              </a:ext>
            </a:extLst>
          </p:cNvPr>
          <p:cNvSpPr/>
          <p:nvPr/>
        </p:nvSpPr>
        <p:spPr>
          <a:xfrm>
            <a:off x="5373370" y="3042674"/>
            <a:ext cx="3302000" cy="12319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8CD3788-FD30-4292-7AE7-8ABFCABAAFA7}"/>
              </a:ext>
            </a:extLst>
          </p:cNvPr>
          <p:cNvSpPr txBox="1">
            <a:spLocks/>
          </p:cNvSpPr>
          <p:nvPr/>
        </p:nvSpPr>
        <p:spPr>
          <a:xfrm>
            <a:off x="719999" y="584200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solidFill>
                  <a:srgbClr val="464646"/>
                </a:solidFill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500049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C2B2-081C-E84C-DF70-18BAB9A1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93DB62-D2FE-D86A-CF35-A5324C4E4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602" y="5788071"/>
            <a:ext cx="6839041" cy="8509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rgbClr val="464646"/>
                </a:solidFill>
              </a:rPr>
              <a:t>Review → merge → publish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4EDAA7-8C0B-0A14-655E-988DB20290CD}"/>
              </a:ext>
            </a:extLst>
          </p:cNvPr>
          <p:cNvGrpSpPr/>
          <p:nvPr/>
        </p:nvGrpSpPr>
        <p:grpSpPr>
          <a:xfrm>
            <a:off x="2934970" y="1724615"/>
            <a:ext cx="5737859" cy="3743759"/>
            <a:chOff x="1007335" y="1550065"/>
            <a:chExt cx="5737859" cy="374375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E25FF5-D9ED-1DCD-9F93-3ED3B40F9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335" y="1697527"/>
              <a:ext cx="5737859" cy="3596297"/>
            </a:xfrm>
            <a:prstGeom prst="rect">
              <a:avLst/>
            </a:prstGeom>
          </p:spPr>
        </p:pic>
        <p:pic>
          <p:nvPicPr>
            <p:cNvPr id="12" name="Picture 11" descr="Git Icon Logo Vector SVG Icon - SVG Repo">
              <a:extLst>
                <a:ext uri="{FF2B5EF4-FFF2-40B4-BE49-F238E27FC236}">
                  <a16:creationId xmlns:a16="http://schemas.microsoft.com/office/drawing/2014/main" id="{29CD8150-90DD-DC60-90C1-F98622DF9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3" name="Picture 12" descr="Git Icon Logo Vector SVG Icon - SVG Repo">
              <a:extLst>
                <a:ext uri="{FF2B5EF4-FFF2-40B4-BE49-F238E27FC236}">
                  <a16:creationId xmlns:a16="http://schemas.microsoft.com/office/drawing/2014/main" id="{A21B703B-40A9-0C93-5C29-B583F2100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B172BF-34BD-0A24-77AE-A4D86C40F135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DCDA491-6F7F-4451-F6F2-E38A8136F7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F8188CB2-7E96-D174-9660-248C08FE002F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FIRST LIBRARY</a:t>
            </a:r>
          </a:p>
        </p:txBody>
      </p:sp>
      <p:sp>
        <p:nvSpPr>
          <p:cNvPr id="107" name="Highlight Step3">
            <a:extLst>
              <a:ext uri="{FF2B5EF4-FFF2-40B4-BE49-F238E27FC236}">
                <a16:creationId xmlns:a16="http://schemas.microsoft.com/office/drawing/2014/main" id="{EBB18DFF-163B-2BDC-25C6-95AB61E33802}"/>
              </a:ext>
            </a:extLst>
          </p:cNvPr>
          <p:cNvSpPr/>
          <p:nvPr/>
        </p:nvSpPr>
        <p:spPr>
          <a:xfrm>
            <a:off x="3506470" y="4223774"/>
            <a:ext cx="2933700" cy="12954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39503A40-09BD-7CE5-284B-BFAF42D626E3}"/>
              </a:ext>
            </a:extLst>
          </p:cNvPr>
          <p:cNvSpPr txBox="1">
            <a:spLocks/>
          </p:cNvSpPr>
          <p:nvPr/>
        </p:nvSpPr>
        <p:spPr>
          <a:xfrm>
            <a:off x="719999" y="584200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solidFill>
                  <a:srgbClr val="464646"/>
                </a:solidFill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650358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7F9AD-F1F7-20FD-858F-250B095AC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A56E4B-4276-614A-6D53-9AF61B379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Publish a new version</a:t>
            </a:r>
          </a:p>
        </p:txBody>
      </p:sp>
      <p:sp>
        <p:nvSpPr>
          <p:cNvPr id="16" name="Folder Tree">
            <a:extLst>
              <a:ext uri="{FF2B5EF4-FFF2-40B4-BE49-F238E27FC236}">
                <a16:creationId xmlns:a16="http://schemas.microsoft.com/office/drawing/2014/main" id="{D1900759-5C97-1850-AD49-F06D2F46F802}"/>
              </a:ext>
            </a:extLst>
          </p:cNvPr>
          <p:cNvSpPr/>
          <p:nvPr/>
        </p:nvSpPr>
        <p:spPr>
          <a:xfrm>
            <a:off x="7337779" y="1760444"/>
            <a:ext cx="3695700" cy="3649756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ctr"/>
          <a:lstStyle/>
          <a:p>
            <a:pPr>
              <a:buNone/>
            </a:pPr>
            <a:r>
              <a:rPr lang="en-GB" sz="1400" dirty="0" err="1">
                <a:solidFill>
                  <a:srgbClr val="191919"/>
                </a:solidFill>
                <a:latin typeface="Consolas"/>
              </a:rPr>
              <a:t>contoso.conversion</a:t>
            </a:r>
            <a:endParaRPr lang="en-GB" sz="1400" dirty="0">
              <a:solidFill>
                <a:srgbClr val="191919"/>
              </a:solidFill>
              <a:latin typeface="Consolas"/>
            </a:endParaRPr>
          </a:p>
          <a:p>
            <a:r>
              <a:rPr lang="en-GB" sz="1400" dirty="0">
                <a:solidFill>
                  <a:srgbClr val="191919"/>
                </a:solidFill>
                <a:latin typeface="Consolas"/>
              </a:rPr>
              <a:t>├─ 1.0.0/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├─ lib/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│   └─ </a:t>
            </a:r>
            <a:r>
              <a:rPr lang="en-GB" sz="1400" dirty="0" err="1">
                <a:solidFill>
                  <a:srgbClr val="191919"/>
                </a:solidFill>
                <a:latin typeface="Consolas"/>
              </a:rPr>
              <a:t>functions.tmdl</a:t>
            </a:r>
            <a:endParaRPr lang="en-GB" sz="1400" dirty="0">
              <a:solidFill>
                <a:srgbClr val="191919"/>
              </a:solidFill>
              <a:latin typeface="Consolas"/>
            </a:endParaRP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├─ </a:t>
            </a:r>
            <a:r>
              <a:rPr lang="en-GB" sz="1400" dirty="0" err="1">
                <a:solidFill>
                  <a:srgbClr val="191919"/>
                </a:solidFill>
                <a:latin typeface="Consolas"/>
              </a:rPr>
              <a:t>manifest.daxlib</a:t>
            </a:r>
            <a:endParaRPr lang="en-GB" sz="1400" dirty="0">
              <a:solidFill>
                <a:srgbClr val="191919"/>
              </a:solidFill>
              <a:latin typeface="Consolas"/>
            </a:endParaRP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├─ README.md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└─ icon.png</a:t>
            </a:r>
          </a:p>
          <a:p>
            <a:pPr>
              <a:buNone/>
            </a:pPr>
            <a:r>
              <a:rPr lang="en-GB" sz="1400" b="1" dirty="0">
                <a:solidFill>
                  <a:srgbClr val="191919"/>
                </a:solidFill>
                <a:latin typeface="Consolas"/>
              </a:rPr>
              <a:t>└─ 2.0.0/</a:t>
            </a:r>
          </a:p>
          <a:p>
            <a:pPr>
              <a:buNone/>
            </a:pPr>
            <a:r>
              <a:rPr lang="en-GB" sz="1400" b="1" dirty="0">
                <a:solidFill>
                  <a:srgbClr val="191919"/>
                </a:solidFill>
                <a:latin typeface="Consolas"/>
              </a:rPr>
              <a:t>    ├─ lib/</a:t>
            </a:r>
          </a:p>
          <a:p>
            <a:pPr>
              <a:buNone/>
            </a:pPr>
            <a:r>
              <a:rPr lang="en-GB" sz="1400" b="1" dirty="0">
                <a:solidFill>
                  <a:srgbClr val="191919"/>
                </a:solidFill>
                <a:latin typeface="Consolas"/>
              </a:rPr>
              <a:t>    │   └─ </a:t>
            </a:r>
            <a:r>
              <a:rPr lang="en-GB" sz="1400" b="1" dirty="0" err="1">
                <a:solidFill>
                  <a:srgbClr val="191919"/>
                </a:solidFill>
                <a:latin typeface="Consolas"/>
              </a:rPr>
              <a:t>functions.tmdl</a:t>
            </a:r>
            <a:endParaRPr lang="en-GB" sz="1400" b="1" dirty="0">
              <a:solidFill>
                <a:srgbClr val="191919"/>
              </a:solidFill>
              <a:latin typeface="Consolas"/>
            </a:endParaRPr>
          </a:p>
          <a:p>
            <a:pPr>
              <a:buNone/>
            </a:pPr>
            <a:r>
              <a:rPr lang="en-GB" sz="1400" b="1" dirty="0">
                <a:solidFill>
                  <a:srgbClr val="191919"/>
                </a:solidFill>
                <a:latin typeface="Consolas"/>
              </a:rPr>
              <a:t>    ├─ </a:t>
            </a:r>
            <a:r>
              <a:rPr lang="en-GB" sz="1400" b="1" dirty="0" err="1">
                <a:solidFill>
                  <a:srgbClr val="191919"/>
                </a:solidFill>
                <a:latin typeface="Consolas"/>
              </a:rPr>
              <a:t>manifest.daxlib</a:t>
            </a:r>
            <a:endParaRPr lang="en-GB" sz="1400" b="1" dirty="0">
              <a:solidFill>
                <a:srgbClr val="191919"/>
              </a:solidFill>
              <a:latin typeface="Consolas"/>
            </a:endParaRPr>
          </a:p>
          <a:p>
            <a:pPr>
              <a:buNone/>
            </a:pPr>
            <a:r>
              <a:rPr lang="en-GB" sz="1400" b="1" dirty="0">
                <a:solidFill>
                  <a:srgbClr val="191919"/>
                </a:solidFill>
                <a:latin typeface="Consolas"/>
              </a:rPr>
              <a:t>    ├─ README.md</a:t>
            </a:r>
          </a:p>
          <a:p>
            <a:pPr>
              <a:buNone/>
            </a:pPr>
            <a:r>
              <a:rPr lang="en-GB" sz="1400" b="1" dirty="0">
                <a:solidFill>
                  <a:srgbClr val="191919"/>
                </a:solidFill>
                <a:latin typeface="Consolas"/>
              </a:rPr>
              <a:t>    └─ icon.png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61DF13DD-C44A-8551-818E-3EECD1FAE329}"/>
              </a:ext>
            </a:extLst>
          </p:cNvPr>
          <p:cNvSpPr txBox="1">
            <a:spLocks/>
          </p:cNvSpPr>
          <p:nvPr/>
        </p:nvSpPr>
        <p:spPr>
          <a:xfrm>
            <a:off x="719949" y="1620000"/>
            <a:ext cx="9073162" cy="41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chemeClr val="accent1"/>
                </a:solidFill>
              </a:rPr>
              <a:t>Packages are immutable !</a:t>
            </a:r>
          </a:p>
          <a:p>
            <a:pPr marL="0" indent="0">
              <a:buNone/>
            </a:pPr>
            <a:endParaRPr lang="en-GB" b="1" dirty="0">
              <a:solidFill>
                <a:schemeClr val="accent1"/>
              </a:solidFill>
            </a:endParaRPr>
          </a:p>
          <a:p>
            <a:r>
              <a:rPr lang="en-GB" dirty="0"/>
              <a:t>New version folder </a:t>
            </a:r>
          </a:p>
          <a:p>
            <a:r>
              <a:rPr lang="en-GB" dirty="0"/>
              <a:t>Bump the version #</a:t>
            </a:r>
          </a:p>
          <a:p>
            <a:pPr lvl="1"/>
            <a:r>
              <a:rPr lang="en-GB" dirty="0" err="1"/>
              <a:t>manifest.daxlib</a:t>
            </a:r>
            <a:endParaRPr lang="en-GB" dirty="0"/>
          </a:p>
          <a:p>
            <a:pPr lvl="1"/>
            <a:r>
              <a:rPr lang="en-GB" dirty="0"/>
              <a:t>annotations</a:t>
            </a:r>
          </a:p>
          <a:p>
            <a:r>
              <a:rPr lang="en-GB" dirty="0"/>
              <a:t>Submit a new PR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330482B2-2F2A-4A6A-8959-F651502C43E0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FIRST LIBRARY</a:t>
            </a:r>
          </a:p>
        </p:txBody>
      </p:sp>
    </p:spTree>
    <p:extLst>
      <p:ext uri="{BB962C8B-B14F-4D97-AF65-F5344CB8AC3E}">
        <p14:creationId xmlns:p14="http://schemas.microsoft.com/office/powerpoint/2010/main" val="1185877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62FC-7B76-5D19-185E-CA3050020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  <a:br>
              <a:rPr lang="en-GB" dirty="0"/>
            </a:br>
            <a:r>
              <a:rPr lang="en-GB" sz="2800" dirty="0">
                <a:solidFill>
                  <a:srgbClr val="E92063"/>
                </a:solidFill>
              </a:rPr>
              <a:t>publishing a small library</a:t>
            </a:r>
          </a:p>
        </p:txBody>
      </p:sp>
    </p:spTree>
    <p:extLst>
      <p:ext uri="{BB962C8B-B14F-4D97-AF65-F5344CB8AC3E}">
        <p14:creationId xmlns:p14="http://schemas.microsoft.com/office/powerpoint/2010/main" val="2996509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62FC-7B76-5D19-185E-CA3050020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Scaling up</a:t>
            </a:r>
            <a:br>
              <a:rPr lang="en-GB" dirty="0"/>
            </a:br>
            <a:r>
              <a:rPr lang="en-GB" sz="2800" dirty="0">
                <a:solidFill>
                  <a:srgbClr val="E92063"/>
                </a:solidFill>
              </a:rPr>
              <a:t>medium &amp; large libraries</a:t>
            </a:r>
          </a:p>
        </p:txBody>
      </p:sp>
    </p:spTree>
    <p:extLst>
      <p:ext uri="{BB962C8B-B14F-4D97-AF65-F5344CB8AC3E}">
        <p14:creationId xmlns:p14="http://schemas.microsoft.com/office/powerpoint/2010/main" val="732085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F828-0FDF-A77F-251F-29459450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ABFDBC-5AA4-5FBD-1162-34B3DA476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/>
          <a:lstStyle/>
          <a:p>
            <a:r>
              <a:rPr lang="en-GB" dirty="0"/>
              <a:t>Workflow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197FD6-1FFA-2063-ACF1-72E4DB04108A}"/>
              </a:ext>
            </a:extLst>
          </p:cNvPr>
          <p:cNvGrpSpPr/>
          <p:nvPr/>
        </p:nvGrpSpPr>
        <p:grpSpPr>
          <a:xfrm>
            <a:off x="1007335" y="1550065"/>
            <a:ext cx="5737859" cy="3743759"/>
            <a:chOff x="1007335" y="1550065"/>
            <a:chExt cx="5737859" cy="374375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034318F-A1F4-71F9-EDC3-6B1D746A9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7335" y="1697527"/>
              <a:ext cx="5737859" cy="3596297"/>
            </a:xfrm>
            <a:prstGeom prst="rect">
              <a:avLst/>
            </a:prstGeom>
          </p:spPr>
        </p:pic>
        <p:pic>
          <p:nvPicPr>
            <p:cNvPr id="18" name="Picture 17" descr="Git Icon Logo Vector SVG Icon - SVG Repo">
              <a:extLst>
                <a:ext uri="{FF2B5EF4-FFF2-40B4-BE49-F238E27FC236}">
                  <a16:creationId xmlns:a16="http://schemas.microsoft.com/office/drawing/2014/main" id="{12545CF7-442D-4E00-3A94-BB57FDFB4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9" name="Picture 18" descr="Git Icon Logo Vector SVG Icon - SVG Repo">
              <a:extLst>
                <a:ext uri="{FF2B5EF4-FFF2-40B4-BE49-F238E27FC236}">
                  <a16:creationId xmlns:a16="http://schemas.microsoft.com/office/drawing/2014/main" id="{4D8341ED-AF82-B2F3-C0C3-F97882A50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C573108-4A03-8C55-E2C5-EFB036D990B4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5D5BC9EE-05E6-A6A7-E27A-30D22AFABC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F0B8F153-B9F3-4238-A931-0AAA0FB9D6CC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</p:spTree>
    <p:extLst>
      <p:ext uri="{BB962C8B-B14F-4D97-AF65-F5344CB8AC3E}">
        <p14:creationId xmlns:p14="http://schemas.microsoft.com/office/powerpoint/2010/main" val="2952482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0A3A-BEF7-404C-E3CC-70B37904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A7BC00-73AC-D180-35E5-1AB661EB2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/>
          <a:lstStyle/>
          <a:p>
            <a:r>
              <a:rPr lang="en-GB" dirty="0"/>
              <a:t>Workflow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0B04B70-9586-E869-95E9-56328A7E3B2C}"/>
              </a:ext>
            </a:extLst>
          </p:cNvPr>
          <p:cNvGrpSpPr/>
          <p:nvPr/>
        </p:nvGrpSpPr>
        <p:grpSpPr>
          <a:xfrm>
            <a:off x="914401" y="1523253"/>
            <a:ext cx="9313332" cy="4200213"/>
            <a:chOff x="990403" y="1523253"/>
            <a:chExt cx="9100984" cy="42002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3F48EF-5325-04AA-04C0-5BDCCCE77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403" y="1633319"/>
              <a:ext cx="9100984" cy="4090147"/>
            </a:xfrm>
            <a:prstGeom prst="rect">
              <a:avLst/>
            </a:prstGeom>
          </p:spPr>
        </p:pic>
        <p:pic>
          <p:nvPicPr>
            <p:cNvPr id="8" name="Picture 7" descr="Git Icon Logo Vector SVG Icon - SVG Repo">
              <a:extLst>
                <a:ext uri="{FF2B5EF4-FFF2-40B4-BE49-F238E27FC236}">
                  <a16:creationId xmlns:a16="http://schemas.microsoft.com/office/drawing/2014/main" id="{66AC3724-C703-80F2-2C75-70C9E6431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1" name="Picture 10" descr="Git Icon Logo Vector SVG Icon - SVG Repo">
              <a:extLst>
                <a:ext uri="{FF2B5EF4-FFF2-40B4-BE49-F238E27FC236}">
                  <a16:creationId xmlns:a16="http://schemas.microsoft.com/office/drawing/2014/main" id="{3BA8D4E4-FF21-397E-D7AA-4E3221E63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8720C72-899D-5B36-EBAB-EC62A934A699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02A0A833-26AD-C860-E422-7799DFF42F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  <p:pic>
          <p:nvPicPr>
            <p:cNvPr id="7" name="Picture 6" descr="Git Icon Logo Vector SVG Icon - SVG Repo">
              <a:extLst>
                <a:ext uri="{FF2B5EF4-FFF2-40B4-BE49-F238E27FC236}">
                  <a16:creationId xmlns:a16="http://schemas.microsoft.com/office/drawing/2014/main" id="{C7DB340B-1BAB-E7BB-6BA1-46BED595A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1873" y="1523253"/>
              <a:ext cx="395111" cy="395111"/>
            </a:xfrm>
            <a:prstGeom prst="rect">
              <a:avLst/>
            </a:prstGeom>
          </p:spPr>
        </p:pic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2D772EAA-938C-F603-EDDE-C95854D04047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8B84C9-621E-76D0-CB23-32961E7A6D77}"/>
              </a:ext>
            </a:extLst>
          </p:cNvPr>
          <p:cNvSpPr/>
          <p:nvPr/>
        </p:nvSpPr>
        <p:spPr>
          <a:xfrm>
            <a:off x="6824133" y="1371600"/>
            <a:ext cx="3539542" cy="11938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10A5F653-DB27-6A80-090C-CEFDA5DCBAE5}"/>
              </a:ext>
            </a:extLst>
          </p:cNvPr>
          <p:cNvSpPr txBox="1">
            <a:spLocks/>
          </p:cNvSpPr>
          <p:nvPr/>
        </p:nvSpPr>
        <p:spPr>
          <a:xfrm>
            <a:off x="2868602" y="5788071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GB" sz="3200" dirty="0">
                <a:solidFill>
                  <a:srgbClr val="464646"/>
                </a:solidFill>
              </a:rPr>
              <a:t>Create library repo</a:t>
            </a:r>
          </a:p>
        </p:txBody>
      </p:sp>
    </p:spTree>
    <p:extLst>
      <p:ext uri="{BB962C8B-B14F-4D97-AF65-F5344CB8AC3E}">
        <p14:creationId xmlns:p14="http://schemas.microsoft.com/office/powerpoint/2010/main" val="617865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E7163-2D62-9191-7C39-E22FDB53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11D003-7192-59FC-48DE-988948664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/>
          <a:lstStyle/>
          <a:p>
            <a:r>
              <a:rPr lang="en-GB" dirty="0"/>
              <a:t>Workflow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A4CE6C-AF5C-F585-2B51-399F8B9AE03A}"/>
              </a:ext>
            </a:extLst>
          </p:cNvPr>
          <p:cNvGrpSpPr/>
          <p:nvPr/>
        </p:nvGrpSpPr>
        <p:grpSpPr>
          <a:xfrm>
            <a:off x="914401" y="1523253"/>
            <a:ext cx="9313332" cy="4200213"/>
            <a:chOff x="990403" y="1523253"/>
            <a:chExt cx="9100984" cy="42002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03E467-4730-F613-05CD-D1B556438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403" y="1633319"/>
              <a:ext cx="9100984" cy="4090147"/>
            </a:xfrm>
            <a:prstGeom prst="rect">
              <a:avLst/>
            </a:prstGeom>
          </p:spPr>
        </p:pic>
        <p:pic>
          <p:nvPicPr>
            <p:cNvPr id="8" name="Picture 7" descr="Git Icon Logo Vector SVG Icon - SVG Repo">
              <a:extLst>
                <a:ext uri="{FF2B5EF4-FFF2-40B4-BE49-F238E27FC236}">
                  <a16:creationId xmlns:a16="http://schemas.microsoft.com/office/drawing/2014/main" id="{D855F725-3697-5BBF-463B-139EAE460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1" name="Picture 10" descr="Git Icon Logo Vector SVG Icon - SVG Repo">
              <a:extLst>
                <a:ext uri="{FF2B5EF4-FFF2-40B4-BE49-F238E27FC236}">
                  <a16:creationId xmlns:a16="http://schemas.microsoft.com/office/drawing/2014/main" id="{D0C4C773-2C1A-F1B1-5A01-509945D03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B3E84B-AC92-ED5A-FC3B-88F38922651E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01CF1F0-82F5-82E6-1370-296DAE7330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  <p:pic>
          <p:nvPicPr>
            <p:cNvPr id="7" name="Picture 6" descr="Git Icon Logo Vector SVG Icon - SVG Repo">
              <a:extLst>
                <a:ext uri="{FF2B5EF4-FFF2-40B4-BE49-F238E27FC236}">
                  <a16:creationId xmlns:a16="http://schemas.microsoft.com/office/drawing/2014/main" id="{D6D7A3B7-8063-B307-0743-45E65AE5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1873" y="1523253"/>
              <a:ext cx="395111" cy="395111"/>
            </a:xfrm>
            <a:prstGeom prst="rect">
              <a:avLst/>
            </a:prstGeom>
          </p:spPr>
        </p:pic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02BC5DBF-05E4-AE7F-17F0-8F8D624F78DD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FBDF9E-581C-6577-AA6D-0D40DCE14D0E}"/>
              </a:ext>
            </a:extLst>
          </p:cNvPr>
          <p:cNvSpPr/>
          <p:nvPr/>
        </p:nvSpPr>
        <p:spPr>
          <a:xfrm>
            <a:off x="6824133" y="1371600"/>
            <a:ext cx="3539542" cy="11938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A5D0162-73C5-E755-CBA1-964CEFFAD700}"/>
              </a:ext>
            </a:extLst>
          </p:cNvPr>
          <p:cNvSpPr txBox="1">
            <a:spLocks/>
          </p:cNvSpPr>
          <p:nvPr/>
        </p:nvSpPr>
        <p:spPr>
          <a:xfrm>
            <a:off x="2868602" y="5788071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GB" sz="3200" dirty="0">
                <a:solidFill>
                  <a:srgbClr val="464646"/>
                </a:solidFill>
              </a:rPr>
              <a:t>Create library repo</a:t>
            </a:r>
          </a:p>
        </p:txBody>
      </p:sp>
    </p:spTree>
    <p:extLst>
      <p:ext uri="{BB962C8B-B14F-4D97-AF65-F5344CB8AC3E}">
        <p14:creationId xmlns:p14="http://schemas.microsoft.com/office/powerpoint/2010/main" val="3745395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47C5-7495-5326-8D17-980A16E2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9C38CC-EF27-DA5A-CB9C-C592424E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/>
          <a:lstStyle/>
          <a:p>
            <a:r>
              <a:rPr lang="en-GB" dirty="0"/>
              <a:t>Workflow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73C527E-66C7-6680-2181-94E73DC30DAF}"/>
              </a:ext>
            </a:extLst>
          </p:cNvPr>
          <p:cNvGrpSpPr/>
          <p:nvPr/>
        </p:nvGrpSpPr>
        <p:grpSpPr>
          <a:xfrm>
            <a:off x="914401" y="1523253"/>
            <a:ext cx="9313332" cy="4200213"/>
            <a:chOff x="990403" y="1523253"/>
            <a:chExt cx="9100984" cy="42002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903EE13-AA80-4F8E-3863-60E621BB2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403" y="1633319"/>
              <a:ext cx="9100984" cy="4090147"/>
            </a:xfrm>
            <a:prstGeom prst="rect">
              <a:avLst/>
            </a:prstGeom>
          </p:spPr>
        </p:pic>
        <p:pic>
          <p:nvPicPr>
            <p:cNvPr id="8" name="Picture 7" descr="Git Icon Logo Vector SVG Icon - SVG Repo">
              <a:extLst>
                <a:ext uri="{FF2B5EF4-FFF2-40B4-BE49-F238E27FC236}">
                  <a16:creationId xmlns:a16="http://schemas.microsoft.com/office/drawing/2014/main" id="{DDD418DB-CD13-18C2-0038-BEFA63A0B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1" name="Picture 10" descr="Git Icon Logo Vector SVG Icon - SVG Repo">
              <a:extLst>
                <a:ext uri="{FF2B5EF4-FFF2-40B4-BE49-F238E27FC236}">
                  <a16:creationId xmlns:a16="http://schemas.microsoft.com/office/drawing/2014/main" id="{F322422C-D151-07CB-4920-CF9140873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5453BE-BF7D-A561-B1EA-8E111CE3ACCD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85E153D-9CAC-632D-D009-EBB130992B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  <p:pic>
          <p:nvPicPr>
            <p:cNvPr id="7" name="Picture 6" descr="Git Icon Logo Vector SVG Icon - SVG Repo">
              <a:extLst>
                <a:ext uri="{FF2B5EF4-FFF2-40B4-BE49-F238E27FC236}">
                  <a16:creationId xmlns:a16="http://schemas.microsoft.com/office/drawing/2014/main" id="{D5140037-16FF-C3F4-1F9E-ECEA6A6CD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1873" y="1523253"/>
              <a:ext cx="395111" cy="395111"/>
            </a:xfrm>
            <a:prstGeom prst="rect">
              <a:avLst/>
            </a:prstGeom>
          </p:spPr>
        </p:pic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609F3976-890C-2C1C-772B-79869466B10B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5B9D77-FCE4-4F99-ECAC-7BBECD0BCC75}"/>
              </a:ext>
            </a:extLst>
          </p:cNvPr>
          <p:cNvSpPr/>
          <p:nvPr/>
        </p:nvSpPr>
        <p:spPr>
          <a:xfrm>
            <a:off x="5638799" y="2878667"/>
            <a:ext cx="3903133" cy="130386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3EC68E1-61D6-9A67-A6B7-4EDBF42E9027}"/>
              </a:ext>
            </a:extLst>
          </p:cNvPr>
          <p:cNvSpPr txBox="1">
            <a:spLocks/>
          </p:cNvSpPr>
          <p:nvPr/>
        </p:nvSpPr>
        <p:spPr>
          <a:xfrm>
            <a:off x="2868602" y="5788071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GB" sz="3200" dirty="0">
                <a:solidFill>
                  <a:srgbClr val="464646"/>
                </a:solidFill>
              </a:rPr>
              <a:t>Develop → action</a:t>
            </a:r>
          </a:p>
        </p:txBody>
      </p:sp>
    </p:spTree>
    <p:extLst>
      <p:ext uri="{BB962C8B-B14F-4D97-AF65-F5344CB8AC3E}">
        <p14:creationId xmlns:p14="http://schemas.microsoft.com/office/powerpoint/2010/main" val="1689496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Develop → action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407A03-B38C-7C52-641D-C1C28D7DA39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1625600"/>
            <a:ext cx="5462411" cy="4140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Add a fork PAT as a secret on your repo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Run </a:t>
            </a:r>
            <a:r>
              <a:rPr lang="en-GB" b="1" dirty="0"/>
              <a:t>publish-package</a:t>
            </a:r>
            <a:r>
              <a:rPr lang="en-GB" dirty="0"/>
              <a:t> — it opens the PR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Fixes? Commit &amp; re-run — the PR updates itself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D7F800-D284-E039-E2D4-37102C4A799B}"/>
              </a:ext>
            </a:extLst>
          </p:cNvPr>
          <p:cNvGrpSpPr/>
          <p:nvPr/>
        </p:nvGrpSpPr>
        <p:grpSpPr>
          <a:xfrm>
            <a:off x="6395151" y="1565587"/>
            <a:ext cx="5383925" cy="4200213"/>
            <a:chOff x="4707462" y="1523253"/>
            <a:chExt cx="5383925" cy="42002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7C2FFF5-BDC7-2600-EFED-2B8C9BCA3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083"/>
            <a:stretch>
              <a:fillRect/>
            </a:stretch>
          </p:blipFill>
          <p:spPr>
            <a:xfrm>
              <a:off x="4820355" y="1633319"/>
              <a:ext cx="5271032" cy="4090147"/>
            </a:xfrm>
            <a:prstGeom prst="rect">
              <a:avLst/>
            </a:prstGeom>
          </p:spPr>
        </p:pic>
        <p:pic>
          <p:nvPicPr>
            <p:cNvPr id="6" name="Picture 5" descr="Git Icon Logo Vector SVG Icon - SVG Repo">
              <a:extLst>
                <a:ext uri="{FF2B5EF4-FFF2-40B4-BE49-F238E27FC236}">
                  <a16:creationId xmlns:a16="http://schemas.microsoft.com/office/drawing/2014/main" id="{95E4673F-63C7-41EA-2A24-3AB788FE6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0" name="Picture 9" descr="Git Icon Logo Vector SVG Icon - SVG Repo">
              <a:extLst>
                <a:ext uri="{FF2B5EF4-FFF2-40B4-BE49-F238E27FC236}">
                  <a16:creationId xmlns:a16="http://schemas.microsoft.com/office/drawing/2014/main" id="{670E9323-FD86-5B11-C1EB-917EFE156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1873" y="1523253"/>
              <a:ext cx="395111" cy="395111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27FCE4-99EC-9067-413D-FACB05F7655E}"/>
              </a:ext>
            </a:extLst>
          </p:cNvPr>
          <p:cNvSpPr/>
          <p:nvPr/>
        </p:nvSpPr>
        <p:spPr>
          <a:xfrm>
            <a:off x="7337777" y="2878667"/>
            <a:ext cx="3697111" cy="1309511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Kicker">
            <a:extLst>
              <a:ext uri="{FF2B5EF4-FFF2-40B4-BE49-F238E27FC236}">
                <a16:creationId xmlns:a16="http://schemas.microsoft.com/office/drawing/2014/main" id="{1B86DC1F-9E6E-49C2-8E3B-7E3EECCD040F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</p:spTree>
    <p:extLst>
      <p:ext uri="{BB962C8B-B14F-4D97-AF65-F5344CB8AC3E}">
        <p14:creationId xmlns:p14="http://schemas.microsoft.com/office/powerpoint/2010/main" val="2268742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A346A-C442-0D23-EA5B-F70DE31D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4613D6-E4CE-A114-8C01-0DC4C091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/>
          <a:lstStyle/>
          <a:p>
            <a:r>
              <a:rPr lang="en-GB" dirty="0"/>
              <a:t>Workflow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AF0CFF-88BA-3224-BDC1-D8AB40095392}"/>
              </a:ext>
            </a:extLst>
          </p:cNvPr>
          <p:cNvGrpSpPr/>
          <p:nvPr/>
        </p:nvGrpSpPr>
        <p:grpSpPr>
          <a:xfrm>
            <a:off x="914401" y="1523253"/>
            <a:ext cx="9313332" cy="4200213"/>
            <a:chOff x="990403" y="1523253"/>
            <a:chExt cx="9100984" cy="42002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9B62D2-8189-4509-EF9D-F1749C156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403" y="1633319"/>
              <a:ext cx="9100984" cy="4090147"/>
            </a:xfrm>
            <a:prstGeom prst="rect">
              <a:avLst/>
            </a:prstGeom>
          </p:spPr>
        </p:pic>
        <p:pic>
          <p:nvPicPr>
            <p:cNvPr id="8" name="Picture 7" descr="Git Icon Logo Vector SVG Icon - SVG Repo">
              <a:extLst>
                <a:ext uri="{FF2B5EF4-FFF2-40B4-BE49-F238E27FC236}">
                  <a16:creationId xmlns:a16="http://schemas.microsoft.com/office/drawing/2014/main" id="{4652723A-67EA-47A9-BF6A-97C067235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1" name="Picture 10" descr="Git Icon Logo Vector SVG Icon - SVG Repo">
              <a:extLst>
                <a:ext uri="{FF2B5EF4-FFF2-40B4-BE49-F238E27FC236}">
                  <a16:creationId xmlns:a16="http://schemas.microsoft.com/office/drawing/2014/main" id="{B18C8C11-2D49-F1E8-FAA8-A36FF857A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FB4DBE5-AD7E-DD4F-1CF2-BC35263F693E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C9EF0A8-EDA9-7741-EE67-113E91E880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  <p:pic>
          <p:nvPicPr>
            <p:cNvPr id="7" name="Picture 6" descr="Git Icon Logo Vector SVG Icon - SVG Repo">
              <a:extLst>
                <a:ext uri="{FF2B5EF4-FFF2-40B4-BE49-F238E27FC236}">
                  <a16:creationId xmlns:a16="http://schemas.microsoft.com/office/drawing/2014/main" id="{5C8DA694-2843-E89D-08D6-0C6AB9DC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1873" y="1523253"/>
              <a:ext cx="395111" cy="395111"/>
            </a:xfrm>
            <a:prstGeom prst="rect">
              <a:avLst/>
            </a:prstGeom>
          </p:spPr>
        </p:pic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BC9E480A-A735-796A-87AE-58B9D14A090C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B0CEC1-660D-C340-95E5-09B4C9A77AD9}"/>
              </a:ext>
            </a:extLst>
          </p:cNvPr>
          <p:cNvSpPr/>
          <p:nvPr/>
        </p:nvSpPr>
        <p:spPr>
          <a:xfrm>
            <a:off x="3572933" y="3920815"/>
            <a:ext cx="2362200" cy="710452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7CDA1C4-04B4-39BA-7427-198C60D38CEA}"/>
              </a:ext>
            </a:extLst>
          </p:cNvPr>
          <p:cNvSpPr txBox="1">
            <a:spLocks/>
          </p:cNvSpPr>
          <p:nvPr/>
        </p:nvSpPr>
        <p:spPr>
          <a:xfrm>
            <a:off x="2868602" y="5788071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GB" sz="3200" dirty="0">
                <a:solidFill>
                  <a:srgbClr val="464646"/>
                </a:solidFill>
              </a:rPr>
              <a:t>Pull request</a:t>
            </a:r>
          </a:p>
        </p:txBody>
      </p:sp>
    </p:spTree>
    <p:extLst>
      <p:ext uri="{BB962C8B-B14F-4D97-AF65-F5344CB8AC3E}">
        <p14:creationId xmlns:p14="http://schemas.microsoft.com/office/powerpoint/2010/main" val="413743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3E343-638D-C70A-A543-5EE8AC6F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C08290-F6CC-E890-A9BA-4EF5993A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/>
          <a:lstStyle/>
          <a:p>
            <a:r>
              <a:rPr lang="en-GB" dirty="0"/>
              <a:t>Workflow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4FA89F-BF23-B6AB-4BE4-02CE78F18361}"/>
              </a:ext>
            </a:extLst>
          </p:cNvPr>
          <p:cNvGrpSpPr/>
          <p:nvPr/>
        </p:nvGrpSpPr>
        <p:grpSpPr>
          <a:xfrm>
            <a:off x="914401" y="1523253"/>
            <a:ext cx="9313332" cy="4200213"/>
            <a:chOff x="990403" y="1523253"/>
            <a:chExt cx="9100984" cy="42002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BA4408-6F10-4DF0-B065-56F9DEC5B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403" y="1633319"/>
              <a:ext cx="9100984" cy="4090147"/>
            </a:xfrm>
            <a:prstGeom prst="rect">
              <a:avLst/>
            </a:prstGeom>
          </p:spPr>
        </p:pic>
        <p:pic>
          <p:nvPicPr>
            <p:cNvPr id="8" name="Picture 7" descr="Git Icon Logo Vector SVG Icon - SVG Repo">
              <a:extLst>
                <a:ext uri="{FF2B5EF4-FFF2-40B4-BE49-F238E27FC236}">
                  <a16:creationId xmlns:a16="http://schemas.microsoft.com/office/drawing/2014/main" id="{09A322CB-B224-0EBF-277A-4523CC352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7462" y="1550066"/>
              <a:ext cx="395111" cy="395111"/>
            </a:xfrm>
            <a:prstGeom prst="rect">
              <a:avLst/>
            </a:prstGeom>
          </p:spPr>
        </p:pic>
        <p:pic>
          <p:nvPicPr>
            <p:cNvPr id="11" name="Picture 10" descr="Git Icon Logo Vector SVG Icon - SVG Repo">
              <a:extLst>
                <a:ext uri="{FF2B5EF4-FFF2-40B4-BE49-F238E27FC236}">
                  <a16:creationId xmlns:a16="http://schemas.microsoft.com/office/drawing/2014/main" id="{B5B3672E-E503-B98C-78CA-37C21B2CF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088" y="1550065"/>
              <a:ext cx="395111" cy="39511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EA5CA4D-4359-F66F-0CDA-C568D9A21805}"/>
                </a:ext>
              </a:extLst>
            </p:cNvPr>
            <p:cNvSpPr/>
            <p:nvPr/>
          </p:nvSpPr>
          <p:spPr>
            <a:xfrm>
              <a:off x="1123245" y="1753893"/>
              <a:ext cx="1168399" cy="468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5993CDEB-90F5-707D-6152-11CFB67F08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5633" y="1813826"/>
              <a:ext cx="944654" cy="419846"/>
            </a:xfrm>
            <a:prstGeom prst="rect">
              <a:avLst/>
            </a:prstGeom>
          </p:spPr>
        </p:pic>
        <p:pic>
          <p:nvPicPr>
            <p:cNvPr id="7" name="Picture 6" descr="Git Icon Logo Vector SVG Icon - SVG Repo">
              <a:extLst>
                <a:ext uri="{FF2B5EF4-FFF2-40B4-BE49-F238E27FC236}">
                  <a16:creationId xmlns:a16="http://schemas.microsoft.com/office/drawing/2014/main" id="{82553C44-5ABE-066A-19A3-1F12F66C1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1873" y="1523253"/>
              <a:ext cx="395111" cy="395111"/>
            </a:xfrm>
            <a:prstGeom prst="rect">
              <a:avLst/>
            </a:prstGeom>
          </p:spPr>
        </p:pic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86D30C71-56CD-079B-65EB-407F1F081165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4D1860-267B-6656-05D5-AF95AF06B82C}"/>
              </a:ext>
            </a:extLst>
          </p:cNvPr>
          <p:cNvSpPr/>
          <p:nvPr/>
        </p:nvSpPr>
        <p:spPr>
          <a:xfrm>
            <a:off x="1524000" y="4514229"/>
            <a:ext cx="2917681" cy="126917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BB2C0A43-60EE-E1EF-0C33-21E058F85343}"/>
              </a:ext>
            </a:extLst>
          </p:cNvPr>
          <p:cNvSpPr txBox="1">
            <a:spLocks/>
          </p:cNvSpPr>
          <p:nvPr/>
        </p:nvSpPr>
        <p:spPr>
          <a:xfrm>
            <a:off x="2868602" y="5788071"/>
            <a:ext cx="6839041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GB" sz="3200" dirty="0">
                <a:solidFill>
                  <a:srgbClr val="464646"/>
                </a:solidFill>
              </a:rPr>
              <a:t>Review → merge → publish</a:t>
            </a:r>
          </a:p>
        </p:txBody>
      </p:sp>
    </p:spTree>
    <p:extLst>
      <p:ext uri="{BB962C8B-B14F-4D97-AF65-F5344CB8AC3E}">
        <p14:creationId xmlns:p14="http://schemas.microsoft.com/office/powerpoint/2010/main" val="4062244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Set up from the template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407A03-B38C-7C52-641D-C1C28D7DA39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1625600"/>
            <a:ext cx="6845300" cy="4140200"/>
          </a:xfrm>
        </p:spPr>
        <p:txBody>
          <a:bodyPr/>
          <a:lstStyle/>
          <a:p>
            <a:r>
              <a:rPr lang="en-GB" dirty="0"/>
              <a:t>Create a repo from </a:t>
            </a:r>
            <a:r>
              <a:rPr lang="en-GB" dirty="0">
                <a:hlinkClick r:id="rId2"/>
              </a:rPr>
              <a:t>daxlib/lib-quickstart-template</a:t>
            </a:r>
            <a:endParaRPr lang="en-GB" dirty="0"/>
          </a:p>
          <a:p>
            <a:r>
              <a:rPr lang="en-GB" dirty="0"/>
              <a:t>Library lives in </a:t>
            </a:r>
            <a:r>
              <a:rPr lang="en-GB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/</a:t>
            </a:r>
          </a:p>
          <a:p>
            <a:r>
              <a:rPr lang="en-GB" dirty="0"/>
              <a:t>Publish workflow in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.github/</a:t>
            </a:r>
          </a:p>
          <a:p>
            <a:r>
              <a:rPr lang="en-GB" b="1" dirty="0"/>
              <a:t>Keep your daxlib fork — required to publish</a:t>
            </a:r>
          </a:p>
        </p:txBody>
      </p:sp>
      <p:sp>
        <p:nvSpPr>
          <p:cNvPr id="20" name="Repo Tree"/>
          <p:cNvSpPr/>
          <p:nvPr/>
        </p:nvSpPr>
        <p:spPr>
          <a:xfrm>
            <a:off x="7772400" y="1651000"/>
            <a:ext cx="3695700" cy="304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ctr"/>
          <a:lstStyle/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├─ .github/workflows/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 └─ publish-package.yml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├─ src/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 ├─ lib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 │   └─ </a:t>
            </a:r>
            <a:r>
              <a:rPr lang="en-GB" sz="1400" dirty="0" err="1">
                <a:solidFill>
                  <a:srgbClr val="191919"/>
                </a:solidFill>
                <a:latin typeface="Consolas"/>
              </a:rPr>
              <a:t>functions.tmdl</a:t>
            </a:r>
            <a:endParaRPr lang="en-GB" sz="1400" dirty="0">
              <a:solidFill>
                <a:srgbClr val="191919"/>
              </a:solidFill>
              <a:latin typeface="Consolas"/>
            </a:endParaRP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 ├─ manifest.daxlib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 ├─ README.md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│    └─ icon.png</a:t>
            </a:r>
          </a:p>
          <a:p>
            <a:pPr>
              <a:buNone/>
            </a:pPr>
            <a:r>
              <a:rPr lang="en-GB" sz="1400" dirty="0">
                <a:solidFill>
                  <a:srgbClr val="191919"/>
                </a:solidFill>
                <a:latin typeface="Consolas"/>
              </a:rPr>
              <a:t>└─ README.md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6E4EBE3F-EAB8-45AB-B64E-0CBE70115958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</p:spTree>
    <p:extLst>
      <p:ext uri="{BB962C8B-B14F-4D97-AF65-F5344CB8AC3E}">
        <p14:creationId xmlns:p14="http://schemas.microsoft.com/office/powerpoint/2010/main" val="27387174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Why a dedicated repo?</a:t>
            </a:r>
          </a:p>
        </p:txBody>
      </p:sp>
      <p:sp>
        <p:nvSpPr>
          <p:cNvPr id="100" name="Divider 101"/>
          <p:cNvSpPr/>
          <p:nvPr/>
        </p:nvSpPr>
        <p:spPr>
          <a:xfrm>
            <a:off x="723900" y="15494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Row 102"/>
          <p:cNvSpPr txBox="1"/>
          <p:nvPr/>
        </p:nvSpPr>
        <p:spPr>
          <a:xfrm>
            <a:off x="723900" y="16764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rgbClr val="E91E63"/>
                </a:solidFill>
                <a:latin typeface="Consolas"/>
              </a:rPr>
              <a:t>collaboration</a:t>
            </a:r>
          </a:p>
        </p:txBody>
      </p:sp>
      <p:sp>
        <p:nvSpPr>
          <p:cNvPr id="102" name="Row 103"/>
          <p:cNvSpPr txBox="1"/>
          <p:nvPr/>
        </p:nvSpPr>
        <p:spPr>
          <a:xfrm>
            <a:off x="3429000" y="1676400"/>
            <a:ext cx="8039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500" b="1" dirty="0"/>
              <a:t>Contributors, branches &amp; code review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4C566A"/>
                </a:solidFill>
              </a:rPr>
              <a:t>Work happens on your repo — not in someone else’s fork</a:t>
            </a:r>
          </a:p>
        </p:txBody>
      </p:sp>
      <p:sp>
        <p:nvSpPr>
          <p:cNvPr id="103" name="Divider 104"/>
          <p:cNvSpPr/>
          <p:nvPr/>
        </p:nvSpPr>
        <p:spPr>
          <a:xfrm>
            <a:off x="723900" y="23241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" name="Row 105"/>
          <p:cNvSpPr txBox="1"/>
          <p:nvPr/>
        </p:nvSpPr>
        <p:spPr>
          <a:xfrm>
            <a:off x="723900" y="24511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rgbClr val="E91E63"/>
                </a:solidFill>
                <a:latin typeface="Consolas"/>
              </a:rPr>
              <a:t>issues</a:t>
            </a:r>
          </a:p>
        </p:txBody>
      </p:sp>
      <p:sp>
        <p:nvSpPr>
          <p:cNvPr id="105" name="Row 106"/>
          <p:cNvSpPr txBox="1"/>
          <p:nvPr/>
        </p:nvSpPr>
        <p:spPr>
          <a:xfrm>
            <a:off x="3429000" y="2451100"/>
            <a:ext cx="8039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500" b="1" dirty="0"/>
              <a:t>Users report bugs &amp; request functions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4C566A"/>
                </a:solidFill>
              </a:rPr>
              <a:t>One place to track, triage and close</a:t>
            </a:r>
          </a:p>
        </p:txBody>
      </p:sp>
      <p:sp>
        <p:nvSpPr>
          <p:cNvPr id="106" name="Divider 107"/>
          <p:cNvSpPr/>
          <p:nvPr/>
        </p:nvSpPr>
        <p:spPr>
          <a:xfrm>
            <a:off x="723900" y="30988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Row 108"/>
          <p:cNvSpPr txBox="1"/>
          <p:nvPr/>
        </p:nvSpPr>
        <p:spPr>
          <a:xfrm>
            <a:off x="723900" y="32258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rgbClr val="E91E63"/>
                </a:solidFill>
                <a:latin typeface="Consolas"/>
              </a:rPr>
              <a:t>docs</a:t>
            </a:r>
          </a:p>
        </p:txBody>
      </p:sp>
      <p:sp>
        <p:nvSpPr>
          <p:cNvPr id="108" name="Row 109"/>
          <p:cNvSpPr txBox="1"/>
          <p:nvPr/>
        </p:nvSpPr>
        <p:spPr>
          <a:xfrm>
            <a:off x="3429000" y="3225800"/>
            <a:ext cx="8039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500" b="1" dirty="0"/>
              <a:t>A real documentation site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4C566A"/>
                </a:solidFill>
              </a:rPr>
              <a:t>GitHub Pages, generated from your repo</a:t>
            </a:r>
          </a:p>
        </p:txBody>
      </p:sp>
      <p:sp>
        <p:nvSpPr>
          <p:cNvPr id="109" name="Divider 110"/>
          <p:cNvSpPr/>
          <p:nvPr/>
        </p:nvSpPr>
        <p:spPr>
          <a:xfrm>
            <a:off x="723900" y="38735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Row 111"/>
          <p:cNvSpPr txBox="1"/>
          <p:nvPr/>
        </p:nvSpPr>
        <p:spPr>
          <a:xfrm>
            <a:off x="723900" y="40005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rgbClr val="E91E63"/>
                </a:solidFill>
                <a:latin typeface="Consolas"/>
              </a:rPr>
              <a:t>validation</a:t>
            </a:r>
          </a:p>
        </p:txBody>
      </p:sp>
      <p:sp>
        <p:nvSpPr>
          <p:cNvPr id="111" name="Row 112"/>
          <p:cNvSpPr txBox="1"/>
          <p:nvPr/>
        </p:nvSpPr>
        <p:spPr>
          <a:xfrm>
            <a:off x="3429000" y="4000500"/>
            <a:ext cx="8039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500" b="1" dirty="0"/>
              <a:t>Unit tests &amp; continuous integration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4C566A"/>
                </a:solidFill>
              </a:rPr>
              <a:t>Catch breaking changes before they ship</a:t>
            </a:r>
          </a:p>
        </p:txBody>
      </p:sp>
      <p:sp>
        <p:nvSpPr>
          <p:cNvPr id="112" name="Divider 113"/>
          <p:cNvSpPr/>
          <p:nvPr/>
        </p:nvSpPr>
        <p:spPr>
          <a:xfrm>
            <a:off x="723900" y="46482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3" name="Row 114"/>
          <p:cNvSpPr txBox="1"/>
          <p:nvPr/>
        </p:nvSpPr>
        <p:spPr>
          <a:xfrm>
            <a:off x="723900" y="47752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rgbClr val="E91E63"/>
                </a:solidFill>
                <a:latin typeface="Consolas"/>
              </a:rPr>
              <a:t>annotations</a:t>
            </a:r>
          </a:p>
        </p:txBody>
      </p:sp>
      <p:sp>
        <p:nvSpPr>
          <p:cNvPr id="114" name="Row 115"/>
          <p:cNvSpPr txBox="1"/>
          <p:nvPr/>
        </p:nvSpPr>
        <p:spPr>
          <a:xfrm>
            <a:off x="3429000" y="4775200"/>
            <a:ext cx="8039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500" b="1" dirty="0"/>
              <a:t>Placeholders that update themselves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4C566A"/>
                </a:solidFill>
              </a:rPr>
              <a:t>Version annotations filled automatically at publish</a:t>
            </a:r>
          </a:p>
        </p:txBody>
      </p:sp>
      <p:sp>
        <p:nvSpPr>
          <p:cNvPr id="115" name="Divider 116"/>
          <p:cNvSpPr/>
          <p:nvPr/>
        </p:nvSpPr>
        <p:spPr>
          <a:xfrm>
            <a:off x="723900" y="54229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6" name="Row 117"/>
          <p:cNvSpPr txBox="1"/>
          <p:nvPr/>
        </p:nvSpPr>
        <p:spPr>
          <a:xfrm>
            <a:off x="723900" y="55499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rgbClr val="E91E63"/>
                </a:solidFill>
                <a:latin typeface="Consolas"/>
              </a:rPr>
              <a:t>multiple function-files</a:t>
            </a:r>
          </a:p>
        </p:txBody>
      </p:sp>
      <p:sp>
        <p:nvSpPr>
          <p:cNvPr id="117" name="Row 118"/>
          <p:cNvSpPr txBox="1"/>
          <p:nvPr/>
        </p:nvSpPr>
        <p:spPr>
          <a:xfrm>
            <a:off x="3429000" y="5549900"/>
            <a:ext cx="8039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500" b="1" dirty="0"/>
              <a:t>Split functions across several TMDL files and sub folders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4C566A"/>
                </a:solidFill>
              </a:rPr>
              <a:t>Smaller files, better diffs, organization</a:t>
            </a:r>
          </a:p>
        </p:txBody>
      </p:sp>
      <p:sp>
        <p:nvSpPr>
          <p:cNvPr id="118" name="Divider 119"/>
          <p:cNvSpPr/>
          <p:nvPr/>
        </p:nvSpPr>
        <p:spPr>
          <a:xfrm>
            <a:off x="723900" y="61976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F068BDDA-E1F6-4CF3-8254-8C943137136A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</p:spTree>
    <p:extLst>
      <p:ext uri="{BB962C8B-B14F-4D97-AF65-F5344CB8AC3E}">
        <p14:creationId xmlns:p14="http://schemas.microsoft.com/office/powerpoint/2010/main" val="7663349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107442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Your library is a dependency</a:t>
            </a:r>
          </a:p>
        </p:txBody>
      </p:sp>
      <p:sp>
        <p:nvSpPr>
          <p:cNvPr id="100" name="Row 101"/>
          <p:cNvSpPr txBox="1"/>
          <p:nvPr/>
        </p:nvSpPr>
        <p:spPr>
          <a:xfrm>
            <a:off x="723900" y="1549400"/>
            <a:ext cx="107442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800" dirty="0">
                <a:solidFill>
                  <a:srgbClr val="4C566A"/>
                </a:solidFill>
              </a:rPr>
              <a:t>Your functions run inside other people’s models — bugs and slowdowns ship to every consumer.</a:t>
            </a:r>
          </a:p>
        </p:txBody>
      </p:sp>
      <p:sp>
        <p:nvSpPr>
          <p:cNvPr id="101" name="Divider 102"/>
          <p:cNvSpPr/>
          <p:nvPr/>
        </p:nvSpPr>
        <p:spPr>
          <a:xfrm>
            <a:off x="723900" y="22098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Row 103"/>
          <p:cNvSpPr txBox="1"/>
          <p:nvPr/>
        </p:nvSpPr>
        <p:spPr>
          <a:xfrm>
            <a:off x="723900" y="23622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rgbClr val="E91E63"/>
                </a:solidFill>
                <a:latin typeface="Consolas"/>
              </a:rPr>
              <a:t>documented</a:t>
            </a:r>
          </a:p>
        </p:txBody>
      </p:sp>
      <p:sp>
        <p:nvSpPr>
          <p:cNvPr id="103" name="Row 104"/>
          <p:cNvSpPr txBox="1"/>
          <p:nvPr/>
        </p:nvSpPr>
        <p:spPr>
          <a:xfrm>
            <a:off x="3429000" y="2362200"/>
            <a:ext cx="80391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500" b="1" dirty="0"/>
              <a:t>README, docs site + /// comments</a:t>
            </a:r>
          </a:p>
        </p:txBody>
      </p:sp>
      <p:sp>
        <p:nvSpPr>
          <p:cNvPr id="104" name="Divider 105"/>
          <p:cNvSpPr/>
          <p:nvPr/>
        </p:nvSpPr>
        <p:spPr>
          <a:xfrm>
            <a:off x="723900" y="29210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5" name="Row 106"/>
          <p:cNvSpPr txBox="1"/>
          <p:nvPr/>
        </p:nvSpPr>
        <p:spPr>
          <a:xfrm>
            <a:off x="723900" y="30734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rgbClr val="E91E63"/>
                </a:solidFill>
                <a:latin typeface="Consolas"/>
              </a:rPr>
              <a:t>performant</a:t>
            </a:r>
          </a:p>
        </p:txBody>
      </p:sp>
      <p:sp>
        <p:nvSpPr>
          <p:cNvPr id="106" name="Row 107"/>
          <p:cNvSpPr txBox="1"/>
          <p:nvPr/>
        </p:nvSpPr>
        <p:spPr>
          <a:xfrm>
            <a:off x="3429000" y="3073400"/>
            <a:ext cx="80391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500" b="1" dirty="0"/>
              <a:t>Measured, not guessed</a:t>
            </a:r>
          </a:p>
        </p:txBody>
      </p:sp>
      <p:sp>
        <p:nvSpPr>
          <p:cNvPr id="107" name="Divider 108"/>
          <p:cNvSpPr/>
          <p:nvPr/>
        </p:nvSpPr>
        <p:spPr>
          <a:xfrm>
            <a:off x="723900" y="36322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8" name="Row 109"/>
          <p:cNvSpPr txBox="1"/>
          <p:nvPr/>
        </p:nvSpPr>
        <p:spPr>
          <a:xfrm>
            <a:off x="723900" y="37846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rgbClr val="E91E63"/>
                </a:solidFill>
                <a:latin typeface="Consolas"/>
              </a:rPr>
              <a:t>tested</a:t>
            </a:r>
          </a:p>
        </p:txBody>
      </p:sp>
      <p:sp>
        <p:nvSpPr>
          <p:cNvPr id="109" name="Row 110"/>
          <p:cNvSpPr txBox="1"/>
          <p:nvPr/>
        </p:nvSpPr>
        <p:spPr>
          <a:xfrm>
            <a:off x="3429000" y="3784600"/>
            <a:ext cx="80391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GB" sz="1500" b="1" dirty="0"/>
              <a:t>Validated before every release</a:t>
            </a:r>
          </a:p>
        </p:txBody>
      </p:sp>
      <p:sp>
        <p:nvSpPr>
          <p:cNvPr id="110" name="Divider 111"/>
          <p:cNvSpPr/>
          <p:nvPr/>
        </p:nvSpPr>
        <p:spPr>
          <a:xfrm>
            <a:off x="723900" y="4343400"/>
            <a:ext cx="107442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AC1D0819-39B6-4494-9B7A-4E894C28467F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SCALING UP</a:t>
            </a:r>
          </a:p>
        </p:txBody>
      </p:sp>
    </p:spTree>
    <p:extLst>
      <p:ext uri="{BB962C8B-B14F-4D97-AF65-F5344CB8AC3E}">
        <p14:creationId xmlns:p14="http://schemas.microsoft.com/office/powerpoint/2010/main" val="2729670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07C17-A436-43FB-ED99-6137A8090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9655-C246-11B9-5DC0-06679A5C15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Validation</a:t>
            </a:r>
            <a:endParaRPr lang="en-GB" sz="2800" dirty="0">
              <a:solidFill>
                <a:srgbClr val="05C3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051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02931-4DE1-6A8D-72B6-59A98215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le 1">
            <a:extLst>
              <a:ext uri="{FF2B5EF4-FFF2-40B4-BE49-F238E27FC236}">
                <a16:creationId xmlns:a16="http://schemas.microsoft.com/office/drawing/2014/main" id="{CBC461BF-9272-D092-97E6-B4F4261B6FC9}"/>
              </a:ext>
            </a:extLst>
          </p:cNvPr>
          <p:cNvSpPr>
            <a:spLocks noChangeAspect="1"/>
          </p:cNvSpPr>
          <p:nvPr/>
        </p:nvSpPr>
        <p:spPr>
          <a:xfrm>
            <a:off x="32004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F86B8C-7678-C683-DEE0-AEFB618C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Unit tests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45A0EB-9394-6413-329C-29A1701AFF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3683000"/>
            <a:ext cx="5969000" cy="2667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000" b="1" dirty="0"/>
              <a:t>DAX Query View</a:t>
            </a:r>
          </a:p>
          <a:p>
            <a:pPr>
              <a:spcBef>
                <a:spcPts val="600"/>
              </a:spcBef>
            </a:pPr>
            <a:r>
              <a:rPr lang="en-GB" sz="2000" b="1" dirty="0"/>
              <a:t>One row per case: </a:t>
            </a:r>
            <a:r>
              <a:rPr lang="en-GB" sz="2000" dirty="0"/>
              <a:t>TestName, Expected, Actual, Passed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06F4BFD9-C06F-F052-A6C0-DF4D337AE169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34DBA-EAB6-7FDA-45BD-5C396039C1A3}"/>
              </a:ext>
            </a:extLst>
          </p:cNvPr>
          <p:cNvSpPr txBox="1"/>
          <p:nvPr/>
        </p:nvSpPr>
        <p:spPr>
          <a:xfrm>
            <a:off x="6959600" y="3683000"/>
            <a:ext cx="4318000" cy="2730500"/>
          </a:xfrm>
          <a:prstGeom prst="rect">
            <a:avLst/>
          </a:prstGeom>
          <a:solidFill>
            <a:srgbClr val="F3F4F6"/>
          </a:solidFill>
        </p:spPr>
        <p:txBody>
          <a:bodyPr wrap="square" lIns="144000" tIns="108000" rIns="144000" bIns="108000" rtlCol="0">
            <a:noAutofit/>
          </a:bodyPr>
          <a:lstStyle/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7C1B37"/>
                </a:solidFill>
                <a:latin typeface="Consolas"/>
              </a:rPr>
              <a:t>DEFINE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</a:t>
            </a:r>
            <a:r>
              <a:rPr lang="en-GB" sz="1400" dirty="0">
                <a:solidFill>
                  <a:srgbClr val="7C1B37"/>
                </a:solidFill>
                <a:latin typeface="Consolas"/>
              </a:rPr>
              <a:t>FUNCTION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 </a:t>
            </a:r>
            <a:r>
              <a:rPr lang="en-GB" sz="1400" dirty="0">
                <a:solidFill>
                  <a:srgbClr val="A900DD"/>
                </a:solidFill>
                <a:latin typeface="Consolas"/>
              </a:rPr>
              <a:t>Lib.Dbl 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=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  (</a:t>
            </a:r>
            <a:r>
              <a:rPr lang="en-GB" sz="1400" dirty="0">
                <a:solidFill>
                  <a:srgbClr val="588E82"/>
                </a:solidFill>
                <a:latin typeface="Consolas"/>
              </a:rPr>
              <a:t>x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 : </a:t>
            </a:r>
            <a:r>
              <a:rPr lang="en-GB" sz="1400" dirty="0">
                <a:solidFill>
                  <a:srgbClr val="4D71C7"/>
                </a:solidFill>
                <a:latin typeface="Consolas"/>
              </a:rPr>
              <a:t>INT64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) =&gt; x * 2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7C1B37"/>
                </a:solidFill>
                <a:latin typeface="Consolas"/>
              </a:rPr>
              <a:t>EVALUATE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</a:t>
            </a:r>
            <a:r>
              <a:rPr lang="en-GB" sz="1400" dirty="0">
                <a:solidFill>
                  <a:srgbClr val="4D71C7"/>
                </a:solidFill>
                <a:latin typeface="Consolas"/>
              </a:rPr>
              <a:t>ROW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  "</a:t>
            </a:r>
            <a:r>
              <a:rPr lang="en-GB" sz="1400" dirty="0">
                <a:solidFill>
                  <a:srgbClr val="191919"/>
                </a:solidFill>
                <a:latin typeface="Consolas"/>
              </a:rPr>
              <a:t>Test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",     "doubles 21",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  "Expected", 42,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  "Actual",   </a:t>
            </a:r>
            <a:r>
              <a:rPr lang="en-GB" sz="1400" dirty="0">
                <a:solidFill>
                  <a:srgbClr val="4D71C7"/>
                </a:solidFill>
                <a:latin typeface="Consolas"/>
              </a:rPr>
              <a:t>Lib.Dbl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(21),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  "Passed",   </a:t>
            </a:r>
            <a:r>
              <a:rPr lang="en-GB" sz="1400" dirty="0">
                <a:solidFill>
                  <a:srgbClr val="4D71C7"/>
                </a:solidFill>
                <a:latin typeface="Consolas"/>
              </a:rPr>
              <a:t>Lib.Dbl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(21) = 42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)</a:t>
            </a:r>
          </a:p>
        </p:txBody>
      </p:sp>
      <p:sp>
        <p:nvSpPr>
          <p:cNvPr id="201" name="Circle 1"/>
          <p:cNvSpPr>
            <a:spLocks noChangeAspect="1"/>
          </p:cNvSpPr>
          <p:nvPr/>
        </p:nvSpPr>
        <p:spPr>
          <a:xfrm>
            <a:off x="3200400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1" name="Label 1"/>
          <p:cNvSpPr txBox="1"/>
          <p:nvPr/>
        </p:nvSpPr>
        <p:spPr>
          <a:xfrm>
            <a:off x="27432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DAX query view</a:t>
            </a:r>
          </a:p>
        </p:txBody>
      </p:sp>
      <p:sp>
        <p:nvSpPr>
          <p:cNvPr id="202" name="Circle 2"/>
          <p:cNvSpPr>
            <a:spLocks noChangeAspect="1"/>
          </p:cNvSpPr>
          <p:nvPr/>
        </p:nvSpPr>
        <p:spPr>
          <a:xfrm>
            <a:off x="56388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2" name="Label 2"/>
          <p:cNvSpPr txBox="1"/>
          <p:nvPr/>
        </p:nvSpPr>
        <p:spPr>
          <a:xfrm>
            <a:off x="5181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Automated pipeline</a:t>
            </a:r>
          </a:p>
        </p:txBody>
      </p:sp>
      <p:sp>
        <p:nvSpPr>
          <p:cNvPr id="203" name="Circle 3"/>
          <p:cNvSpPr>
            <a:spLocks noChangeAspect="1"/>
          </p:cNvSpPr>
          <p:nvPr/>
        </p:nvSpPr>
        <p:spPr>
          <a:xfrm>
            <a:off x="80772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3" name="Label 3"/>
          <p:cNvSpPr txBox="1"/>
          <p:nvPr/>
        </p:nvSpPr>
        <p:spPr>
          <a:xfrm>
            <a:off x="76200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Manual</a:t>
            </a:r>
          </a:p>
        </p:txBody>
      </p:sp>
      <p:pic>
        <p:nvPicPr>
          <p:cNvPr id="214" name="Graphic 214" descr="Termin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4700" y="2019300"/>
            <a:ext cx="685800" cy="685800"/>
          </a:xfrm>
          <a:prstGeom prst="rect">
            <a:avLst/>
          </a:prstGeom>
        </p:spPr>
      </p:pic>
      <p:pic>
        <p:nvPicPr>
          <p:cNvPr id="215" name="Graphic 215" descr="Gea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3100" y="2019300"/>
            <a:ext cx="685800" cy="685800"/>
          </a:xfrm>
          <a:prstGeom prst="rect">
            <a:avLst/>
          </a:prstGeom>
        </p:spPr>
      </p:pic>
      <p:pic>
        <p:nvPicPr>
          <p:cNvPr id="216" name="Graphic 216" descr="Ey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1500" y="20193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73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02931-4DE1-6A8D-72B6-59A98215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ircle 1">
            <a:extLst>
              <a:ext uri="{FF2B5EF4-FFF2-40B4-BE49-F238E27FC236}">
                <a16:creationId xmlns:a16="http://schemas.microsoft.com/office/drawing/2014/main" id="{5CB3FC63-A1AD-E4AE-8230-D7610EAA89C9}"/>
              </a:ext>
            </a:extLst>
          </p:cNvPr>
          <p:cNvSpPr>
            <a:spLocks noChangeAspect="1"/>
          </p:cNvSpPr>
          <p:nvPr/>
        </p:nvSpPr>
        <p:spPr>
          <a:xfrm>
            <a:off x="56388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F86B8C-7678-C683-DEE0-AEFB618C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Unit tests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45A0EB-9394-6413-329C-29A1701AFF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3683000"/>
            <a:ext cx="5461000" cy="27305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000" b="1" dirty="0"/>
              <a:t>John </a:t>
            </a:r>
            <a:r>
              <a:rPr lang="en-GB" sz="2000" b="1" dirty="0" err="1"/>
              <a:t>Kerski</a:t>
            </a:r>
            <a:endParaRPr lang="en-GB" sz="2000" b="1" dirty="0"/>
          </a:p>
          <a:p>
            <a:pPr lvl="1">
              <a:spcBef>
                <a:spcPts val="600"/>
              </a:spcBef>
            </a:pPr>
            <a:r>
              <a:rPr lang="en-GB" sz="1800" b="1" dirty="0">
                <a:hlinkClick r:id="rId2"/>
              </a:rPr>
              <a:t>DAX Query View Testing Pattern</a:t>
            </a:r>
            <a:r>
              <a:rPr lang="en-GB" sz="1800" b="1" dirty="0"/>
              <a:t>: </a:t>
            </a:r>
            <a:r>
              <a:rPr lang="en-GB" sz="1800" dirty="0"/>
              <a:t>test queries saved in the PBIP with a name ending in .Tests</a:t>
            </a:r>
          </a:p>
          <a:p>
            <a:pPr lvl="1">
              <a:spcBef>
                <a:spcPts val="600"/>
              </a:spcBef>
            </a:pPr>
            <a:r>
              <a:rPr lang="en-GB" sz="1800" b="1" dirty="0">
                <a:hlinkClick r:id="rId3"/>
              </a:rPr>
              <a:t>PQL.Assert</a:t>
            </a:r>
            <a:r>
              <a:rPr lang="en-GB" sz="1800" b="1" dirty="0"/>
              <a:t>: </a:t>
            </a:r>
            <a:r>
              <a:rPr lang="en-GB" sz="1800" dirty="0"/>
              <a:t>supplies the assertions, so every test returns the same TestName / Expected / Actual / Passed schema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06F4BFD9-C06F-F052-A6C0-DF4D337AE169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34DBA-EAB6-7FDA-45BD-5C396039C1A3}"/>
              </a:ext>
            </a:extLst>
          </p:cNvPr>
          <p:cNvSpPr txBox="1"/>
          <p:nvPr/>
        </p:nvSpPr>
        <p:spPr>
          <a:xfrm>
            <a:off x="6286500" y="3683000"/>
            <a:ext cx="5270500" cy="2730500"/>
          </a:xfrm>
          <a:prstGeom prst="rect">
            <a:avLst/>
          </a:prstGeom>
          <a:solidFill>
            <a:srgbClr val="F3F4F6"/>
          </a:solidFill>
        </p:spPr>
        <p:txBody>
          <a:bodyPr wrap="square" lIns="144000" tIns="108000" rIns="144000" bIns="108000" rtlCol="0">
            <a:noAutofit/>
          </a:bodyPr>
          <a:lstStyle/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02804C"/>
                </a:solidFill>
                <a:latin typeface="Consolas"/>
              </a:rPr>
              <a:t>// Lib.Tests.dax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7C1B37"/>
                </a:solidFill>
                <a:latin typeface="Consolas"/>
              </a:rPr>
              <a:t>EVALUATE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4D71C7"/>
                </a:solidFill>
                <a:latin typeface="Consolas"/>
              </a:rPr>
              <a:t>UNION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</a:t>
            </a:r>
            <a:r>
              <a:rPr lang="en-GB" sz="1400" dirty="0">
                <a:solidFill>
                  <a:srgbClr val="4D71C7"/>
                </a:solidFill>
                <a:latin typeface="Consolas"/>
              </a:rPr>
              <a:t>ROW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("TestName", "Dbl doubles 21",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    "ExpectedValue", 42,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    "ActualValue", </a:t>
            </a:r>
            <a:r>
              <a:rPr lang="en-GB" sz="1400" dirty="0">
                <a:solidFill>
                  <a:srgbClr val="4D71C7"/>
                </a:solidFill>
                <a:latin typeface="Consolas"/>
              </a:rPr>
              <a:t>Lib.Dbl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(21),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    "Passed",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    </a:t>
            </a:r>
            <a:r>
              <a:rPr lang="en-GB" sz="1400" dirty="0">
                <a:solidFill>
                  <a:srgbClr val="4D71C7"/>
                </a:solidFill>
                <a:latin typeface="Consolas"/>
              </a:rPr>
              <a:t>PQL.Assert.ShouldEqual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(</a:t>
            </a:r>
            <a:r>
              <a:rPr lang="en-GB" sz="1400" dirty="0">
                <a:solidFill>
                  <a:srgbClr val="4D71C7"/>
                </a:solidFill>
                <a:latin typeface="Consolas"/>
              </a:rPr>
              <a:t>Lib.Dbl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(21), 42)),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  </a:t>
            </a:r>
            <a:r>
              <a:rPr lang="en-GB" sz="1400" dirty="0">
                <a:solidFill>
                  <a:srgbClr val="4D71C7"/>
                </a:solidFill>
                <a:latin typeface="Consolas"/>
              </a:rPr>
              <a:t>ROW</a:t>
            </a:r>
            <a:r>
              <a:rPr lang="en-GB" sz="1400" dirty="0">
                <a:solidFill>
                  <a:srgbClr val="2E3440"/>
                </a:solidFill>
                <a:latin typeface="Consolas"/>
              </a:rPr>
              <a:t>( … next test case … )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2E3440"/>
                </a:solidFill>
                <a:latin typeface="Consolas"/>
              </a:rPr>
              <a:t>)</a:t>
            </a:r>
          </a:p>
        </p:txBody>
      </p:sp>
      <p:sp>
        <p:nvSpPr>
          <p:cNvPr id="201" name="Circle 1"/>
          <p:cNvSpPr>
            <a:spLocks noChangeAspect="1"/>
          </p:cNvSpPr>
          <p:nvPr/>
        </p:nvSpPr>
        <p:spPr>
          <a:xfrm>
            <a:off x="32004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1" name="Label 1"/>
          <p:cNvSpPr txBox="1"/>
          <p:nvPr/>
        </p:nvSpPr>
        <p:spPr>
          <a:xfrm>
            <a:off x="27432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DAX query view</a:t>
            </a:r>
          </a:p>
        </p:txBody>
      </p:sp>
      <p:sp>
        <p:nvSpPr>
          <p:cNvPr id="202" name="Circle 2"/>
          <p:cNvSpPr>
            <a:spLocks noChangeAspect="1"/>
          </p:cNvSpPr>
          <p:nvPr/>
        </p:nvSpPr>
        <p:spPr>
          <a:xfrm>
            <a:off x="5638800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2" name="Label 2"/>
          <p:cNvSpPr txBox="1"/>
          <p:nvPr/>
        </p:nvSpPr>
        <p:spPr>
          <a:xfrm>
            <a:off x="5181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Automated pipeline</a:t>
            </a:r>
          </a:p>
        </p:txBody>
      </p:sp>
      <p:sp>
        <p:nvSpPr>
          <p:cNvPr id="203" name="Circle 3"/>
          <p:cNvSpPr>
            <a:spLocks noChangeAspect="1"/>
          </p:cNvSpPr>
          <p:nvPr/>
        </p:nvSpPr>
        <p:spPr>
          <a:xfrm>
            <a:off x="80772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3" name="Label 3"/>
          <p:cNvSpPr txBox="1"/>
          <p:nvPr/>
        </p:nvSpPr>
        <p:spPr>
          <a:xfrm>
            <a:off x="76200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Manual</a:t>
            </a:r>
          </a:p>
        </p:txBody>
      </p:sp>
      <p:pic>
        <p:nvPicPr>
          <p:cNvPr id="214" name="Graphic 214" descr="Termin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4700" y="2019300"/>
            <a:ext cx="685800" cy="685800"/>
          </a:xfrm>
          <a:prstGeom prst="rect">
            <a:avLst/>
          </a:prstGeom>
        </p:spPr>
      </p:pic>
      <p:pic>
        <p:nvPicPr>
          <p:cNvPr id="215" name="Graphic 215" descr="Gea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3100" y="2019300"/>
            <a:ext cx="685800" cy="685800"/>
          </a:xfrm>
          <a:prstGeom prst="rect">
            <a:avLst/>
          </a:prstGeom>
        </p:spPr>
      </p:pic>
      <p:pic>
        <p:nvPicPr>
          <p:cNvPr id="216" name="Graphic 216" descr="Ey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0193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34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le 1">
            <a:extLst>
              <a:ext uri="{FF2B5EF4-FFF2-40B4-BE49-F238E27FC236}">
                <a16:creationId xmlns:a16="http://schemas.microsoft.com/office/drawing/2014/main" id="{4852A06C-22E1-0C24-5F06-D2B3510D92FA}"/>
              </a:ext>
            </a:extLst>
          </p:cNvPr>
          <p:cNvSpPr>
            <a:spLocks noChangeAspect="1"/>
          </p:cNvSpPr>
          <p:nvPr/>
        </p:nvSpPr>
        <p:spPr>
          <a:xfrm>
            <a:off x="80772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Unit tests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19A71-54DD-11E2-0C4E-511B03EAB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656" y="3429000"/>
            <a:ext cx="5909944" cy="3124200"/>
          </a:xfrm>
          <a:prstGeom prst="rect">
            <a:avLst/>
          </a:prstGeom>
        </p:spPr>
      </p:pic>
      <p:sp>
        <p:nvSpPr>
          <p:cNvPr id="2" name="Kicker">
            <a:extLst>
              <a:ext uri="{FF2B5EF4-FFF2-40B4-BE49-F238E27FC236}">
                <a16:creationId xmlns:a16="http://schemas.microsoft.com/office/drawing/2014/main" id="{2183CAA2-7FDB-4A61-AC6C-ABEF51797791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VALIDATION</a:t>
            </a:r>
          </a:p>
        </p:txBody>
      </p:sp>
      <p:sp>
        <p:nvSpPr>
          <p:cNvPr id="201" name="Circle 1"/>
          <p:cNvSpPr>
            <a:spLocks noChangeAspect="1"/>
          </p:cNvSpPr>
          <p:nvPr/>
        </p:nvSpPr>
        <p:spPr>
          <a:xfrm>
            <a:off x="32004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1" name="Label 1"/>
          <p:cNvSpPr txBox="1"/>
          <p:nvPr/>
        </p:nvSpPr>
        <p:spPr>
          <a:xfrm>
            <a:off x="27432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DAX query view</a:t>
            </a:r>
          </a:p>
        </p:txBody>
      </p:sp>
      <p:sp>
        <p:nvSpPr>
          <p:cNvPr id="202" name="Circle 2"/>
          <p:cNvSpPr>
            <a:spLocks noChangeAspect="1"/>
          </p:cNvSpPr>
          <p:nvPr/>
        </p:nvSpPr>
        <p:spPr>
          <a:xfrm>
            <a:off x="56388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2" name="Label 2"/>
          <p:cNvSpPr txBox="1"/>
          <p:nvPr/>
        </p:nvSpPr>
        <p:spPr>
          <a:xfrm>
            <a:off x="5181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Automated pipeline</a:t>
            </a:r>
          </a:p>
        </p:txBody>
      </p:sp>
      <p:sp>
        <p:nvSpPr>
          <p:cNvPr id="203" name="Circle 3"/>
          <p:cNvSpPr>
            <a:spLocks noChangeAspect="1"/>
          </p:cNvSpPr>
          <p:nvPr/>
        </p:nvSpPr>
        <p:spPr>
          <a:xfrm>
            <a:off x="8077200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3" name="Label 3"/>
          <p:cNvSpPr txBox="1"/>
          <p:nvPr/>
        </p:nvSpPr>
        <p:spPr>
          <a:xfrm>
            <a:off x="76200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Manual</a:t>
            </a:r>
          </a:p>
        </p:txBody>
      </p:sp>
      <p:pic>
        <p:nvPicPr>
          <p:cNvPr id="214" name="Graphic 214" descr="Termin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4700" y="2019300"/>
            <a:ext cx="685800" cy="685800"/>
          </a:xfrm>
          <a:prstGeom prst="rect">
            <a:avLst/>
          </a:prstGeom>
        </p:spPr>
      </p:pic>
      <p:pic>
        <p:nvPicPr>
          <p:cNvPr id="215" name="Graphic 215" descr="Gea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3100" y="2019300"/>
            <a:ext cx="685800" cy="685800"/>
          </a:xfrm>
          <a:prstGeom prst="rect">
            <a:avLst/>
          </a:prstGeom>
        </p:spPr>
      </p:pic>
      <p:pic>
        <p:nvPicPr>
          <p:cNvPr id="216" name="Graphic 216" descr="Ey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20193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81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B3D1-5AF1-59A4-C208-81EBDBED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8B9F-CDD2-5E11-6A50-146EC4C624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Performance</a:t>
            </a:r>
            <a:endParaRPr lang="en-GB" sz="2800" dirty="0">
              <a:solidFill>
                <a:srgbClr val="05C3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0823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235D7-B7EE-D2B8-06B9-976A7C493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ircle 1">
            <a:extLst>
              <a:ext uri="{FF2B5EF4-FFF2-40B4-BE49-F238E27FC236}">
                <a16:creationId xmlns:a16="http://schemas.microsoft.com/office/drawing/2014/main" id="{D08D058D-A180-D4F0-2DC9-DADB699B8F49}"/>
              </a:ext>
            </a:extLst>
          </p:cNvPr>
          <p:cNvSpPr>
            <a:spLocks noChangeAspect="1"/>
          </p:cNvSpPr>
          <p:nvPr/>
        </p:nvSpPr>
        <p:spPr>
          <a:xfrm>
            <a:off x="4436534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Circle 3">
            <a:extLst>
              <a:ext uri="{FF2B5EF4-FFF2-40B4-BE49-F238E27FC236}">
                <a16:creationId xmlns:a16="http://schemas.microsoft.com/office/drawing/2014/main" id="{90C84E5C-80C5-9EEC-B1B0-5469720AC483}"/>
              </a:ext>
            </a:extLst>
          </p:cNvPr>
          <p:cNvSpPr>
            <a:spLocks noChangeAspect="1"/>
          </p:cNvSpPr>
          <p:nvPr/>
        </p:nvSpPr>
        <p:spPr>
          <a:xfrm>
            <a:off x="4436534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2E0F82-B61C-0B29-E29C-90403137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Performance tests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F6D7FBB5-F0B9-C463-F36C-B8A3505887BC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VALIDATION</a:t>
            </a:r>
          </a:p>
        </p:txBody>
      </p:sp>
      <p:sp>
        <p:nvSpPr>
          <p:cNvPr id="211" name="Label 1">
            <a:extLst>
              <a:ext uri="{FF2B5EF4-FFF2-40B4-BE49-F238E27FC236}">
                <a16:creationId xmlns:a16="http://schemas.microsoft.com/office/drawing/2014/main" id="{F75E47AE-544F-EFF4-E9D5-E579813DC0F8}"/>
              </a:ext>
            </a:extLst>
          </p:cNvPr>
          <p:cNvSpPr txBox="1"/>
          <p:nvPr/>
        </p:nvSpPr>
        <p:spPr>
          <a:xfrm>
            <a:off x="3979334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191919"/>
                </a:solidFill>
              </a:rPr>
              <a:t>DAX Studio</a:t>
            </a:r>
          </a:p>
        </p:txBody>
      </p:sp>
      <p:sp>
        <p:nvSpPr>
          <p:cNvPr id="202" name="Circle 2">
            <a:extLst>
              <a:ext uri="{FF2B5EF4-FFF2-40B4-BE49-F238E27FC236}">
                <a16:creationId xmlns:a16="http://schemas.microsoft.com/office/drawing/2014/main" id="{0A95CBB5-646D-3162-5623-F33456051CCE}"/>
              </a:ext>
            </a:extLst>
          </p:cNvPr>
          <p:cNvSpPr>
            <a:spLocks noChangeAspect="1"/>
          </p:cNvSpPr>
          <p:nvPr/>
        </p:nvSpPr>
        <p:spPr>
          <a:xfrm>
            <a:off x="6874934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2" name="Label 2">
            <a:extLst>
              <a:ext uri="{FF2B5EF4-FFF2-40B4-BE49-F238E27FC236}">
                <a16:creationId xmlns:a16="http://schemas.microsoft.com/office/drawing/2014/main" id="{960CEE93-5FF9-156C-9B9D-92B0AA4C29F6}"/>
              </a:ext>
            </a:extLst>
          </p:cNvPr>
          <p:cNvSpPr txBox="1"/>
          <p:nvPr/>
        </p:nvSpPr>
        <p:spPr>
          <a:xfrm>
            <a:off x="6417734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DAX Performance Testing notebook</a:t>
            </a:r>
          </a:p>
        </p:txBody>
      </p:sp>
      <p:pic>
        <p:nvPicPr>
          <p:cNvPr id="215" name="Graphic 215" descr="Gears">
            <a:extLst>
              <a:ext uri="{FF2B5EF4-FFF2-40B4-BE49-F238E27FC236}">
                <a16:creationId xmlns:a16="http://schemas.microsoft.com/office/drawing/2014/main" id="{77094C43-3F85-828E-D785-78E3B7316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9234" y="2019300"/>
            <a:ext cx="685800" cy="685800"/>
          </a:xfrm>
          <a:prstGeom prst="rect">
            <a:avLst/>
          </a:prstGeom>
        </p:spPr>
      </p:pic>
      <p:pic>
        <p:nvPicPr>
          <p:cNvPr id="7" name="Picture 6" descr="DAX Studio - SQLBI">
            <a:extLst>
              <a:ext uri="{FF2B5EF4-FFF2-40B4-BE49-F238E27FC236}">
                <a16:creationId xmlns:a16="http://schemas.microsoft.com/office/drawing/2014/main" id="{4E83AD69-7044-4285-2CEA-E66D0784D7C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36476" y="2048786"/>
            <a:ext cx="714516" cy="6563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4600DE-4396-69BD-E01A-38D5442DF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68777"/>
            <a:ext cx="11058561" cy="129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91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8D71C-38D5-F7C9-9F71-5C3C8F24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ircle 2">
            <a:extLst>
              <a:ext uri="{FF2B5EF4-FFF2-40B4-BE49-F238E27FC236}">
                <a16:creationId xmlns:a16="http://schemas.microsoft.com/office/drawing/2014/main" id="{B0D3BAE4-08CD-B55E-3CA9-C3BC34FED0C4}"/>
              </a:ext>
            </a:extLst>
          </p:cNvPr>
          <p:cNvSpPr>
            <a:spLocks noChangeAspect="1"/>
          </p:cNvSpPr>
          <p:nvPr/>
        </p:nvSpPr>
        <p:spPr>
          <a:xfrm>
            <a:off x="6874934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Circle 3">
            <a:extLst>
              <a:ext uri="{FF2B5EF4-FFF2-40B4-BE49-F238E27FC236}">
                <a16:creationId xmlns:a16="http://schemas.microsoft.com/office/drawing/2014/main" id="{8286538B-3616-D5E7-E454-1C4623DE29F6}"/>
              </a:ext>
            </a:extLst>
          </p:cNvPr>
          <p:cNvSpPr>
            <a:spLocks noChangeAspect="1"/>
          </p:cNvSpPr>
          <p:nvPr/>
        </p:nvSpPr>
        <p:spPr>
          <a:xfrm>
            <a:off x="6874934" y="1902809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1" name="Circle 1">
            <a:extLst>
              <a:ext uri="{FF2B5EF4-FFF2-40B4-BE49-F238E27FC236}">
                <a16:creationId xmlns:a16="http://schemas.microsoft.com/office/drawing/2014/main" id="{2B176B0A-1362-05E1-5AA2-F5F7E3206C9C}"/>
              </a:ext>
            </a:extLst>
          </p:cNvPr>
          <p:cNvSpPr>
            <a:spLocks noChangeAspect="1"/>
          </p:cNvSpPr>
          <p:nvPr/>
        </p:nvSpPr>
        <p:spPr>
          <a:xfrm>
            <a:off x="4436534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1CB95F-386A-7BDE-80DC-AE62AEEA6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Performance tests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49D746BF-395C-032A-9A30-89E5219A1887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VALIDATION</a:t>
            </a:r>
          </a:p>
        </p:txBody>
      </p:sp>
      <p:sp>
        <p:nvSpPr>
          <p:cNvPr id="211" name="Label 1">
            <a:extLst>
              <a:ext uri="{FF2B5EF4-FFF2-40B4-BE49-F238E27FC236}">
                <a16:creationId xmlns:a16="http://schemas.microsoft.com/office/drawing/2014/main" id="{B7095CCC-0669-7A9C-ACE3-B40C4F4DD4AF}"/>
              </a:ext>
            </a:extLst>
          </p:cNvPr>
          <p:cNvSpPr txBox="1"/>
          <p:nvPr/>
        </p:nvSpPr>
        <p:spPr>
          <a:xfrm>
            <a:off x="3979334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DAX Studio</a:t>
            </a:r>
          </a:p>
        </p:txBody>
      </p:sp>
      <p:sp>
        <p:nvSpPr>
          <p:cNvPr id="212" name="Label 2">
            <a:extLst>
              <a:ext uri="{FF2B5EF4-FFF2-40B4-BE49-F238E27FC236}">
                <a16:creationId xmlns:a16="http://schemas.microsoft.com/office/drawing/2014/main" id="{1CE72702-3B27-7B49-6CFD-B51E3010BBBF}"/>
              </a:ext>
            </a:extLst>
          </p:cNvPr>
          <p:cNvSpPr txBox="1"/>
          <p:nvPr/>
        </p:nvSpPr>
        <p:spPr>
          <a:xfrm>
            <a:off x="6417734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191919"/>
                </a:solidFill>
              </a:rPr>
              <a:t>DAX Performance Testing notebook</a:t>
            </a:r>
          </a:p>
        </p:txBody>
      </p:sp>
      <p:pic>
        <p:nvPicPr>
          <p:cNvPr id="7" name="Picture 6" descr="DAX Studio - SQLBI">
            <a:extLst>
              <a:ext uri="{FF2B5EF4-FFF2-40B4-BE49-F238E27FC236}">
                <a16:creationId xmlns:a16="http://schemas.microsoft.com/office/drawing/2014/main" id="{8EBE240A-44C5-54AB-93D4-8C1A55A94B7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36476" y="2048786"/>
            <a:ext cx="714516" cy="65631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710CC08-B3CE-06E2-B542-D8B13A0B7FE2}"/>
              </a:ext>
            </a:extLst>
          </p:cNvPr>
          <p:cNvSpPr/>
          <p:nvPr/>
        </p:nvSpPr>
        <p:spPr>
          <a:xfrm>
            <a:off x="7137400" y="2108200"/>
            <a:ext cx="347133" cy="4995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87B68A-94F6-A496-CA9F-013E8D67C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36147" y="2038284"/>
            <a:ext cx="591973" cy="643449"/>
          </a:xfrm>
          <a:prstGeom prst="rect">
            <a:avLst/>
          </a:prstGeom>
        </p:spPr>
      </p:pic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C87FA360-31E4-EF04-0D4F-EEB9839DED4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3623732"/>
            <a:ext cx="10744200" cy="2751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hlinkClick r:id="rId4"/>
              </a:rPr>
              <a:t>Fabric DAX Performance Testing notebook</a:t>
            </a:r>
            <a:r>
              <a:rPr lang="en-GB" sz="1600" dirty="0"/>
              <a:t> (Fabric Toolbox)</a:t>
            </a:r>
          </a:p>
          <a:p>
            <a:pPr>
              <a:spcBef>
                <a:spcPts val="500"/>
              </a:spcBef>
            </a:pPr>
            <a:r>
              <a:rPr lang="en-GB" sz="1800" dirty="0"/>
              <a:t>Runs a list of DAX queries against a model and logs server timings to a Lakehouse, so runs are repeatable and comparable</a:t>
            </a:r>
          </a:p>
          <a:p>
            <a:pPr>
              <a:spcBef>
                <a:spcPts val="500"/>
              </a:spcBef>
            </a:pPr>
            <a:r>
              <a:rPr lang="en-GB" sz="1800" b="1" dirty="0"/>
              <a:t>Cache state per run: </a:t>
            </a:r>
          </a:p>
          <a:p>
            <a:pPr lvl="1"/>
            <a:r>
              <a:rPr lang="en-GB" sz="1800" dirty="0"/>
              <a:t>Cold: 	clears everything (pauses capacity, clears cache)</a:t>
            </a:r>
          </a:p>
          <a:p>
            <a:pPr lvl="1"/>
            <a:r>
              <a:rPr lang="en-GB" sz="1800" dirty="0"/>
              <a:t>Warm: 	clears cache then primes with one query</a:t>
            </a:r>
          </a:p>
          <a:p>
            <a:pPr lvl="1"/>
            <a:r>
              <a:rPr lang="en-GB" sz="1800" dirty="0"/>
              <a:t>Hot: 	runs each query several times before timing</a:t>
            </a:r>
          </a:p>
          <a:p>
            <a:pPr>
              <a:spcBef>
                <a:spcPts val="500"/>
              </a:spcBef>
            </a:pPr>
            <a:r>
              <a:rPr lang="en-GB" sz="1800" b="1" dirty="0"/>
              <a:t>Use: </a:t>
            </a:r>
            <a:r>
              <a:rPr lang="en-GB" sz="1800" dirty="0"/>
              <a:t>run before and after a change to a function and compare timings by cache state</a:t>
            </a:r>
          </a:p>
        </p:txBody>
      </p:sp>
    </p:spTree>
    <p:extLst>
      <p:ext uri="{BB962C8B-B14F-4D97-AF65-F5344CB8AC3E}">
        <p14:creationId xmlns:p14="http://schemas.microsoft.com/office/powerpoint/2010/main" val="1088099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F55A-4BB5-4E44-DE67-AE0B956E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B04F9C-E477-7E91-273D-6F269F3B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Performance validation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A745A3-E2A5-7741-B284-B72DA88B767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1625600"/>
            <a:ext cx="10744200" cy="4140200"/>
          </a:xfrm>
        </p:spPr>
        <p:txBody>
          <a:bodyPr>
            <a:normAutofit/>
          </a:bodyPr>
          <a:lstStyle/>
          <a:p>
            <a:r>
              <a:rPr lang="en-GB" dirty="0"/>
              <a:t>Tested using </a:t>
            </a:r>
            <a:r>
              <a:rPr lang="en-GB" dirty="0">
                <a:hlinkClick r:id="rId2"/>
              </a:rPr>
              <a:t>Contoso 1 Million Row Dataset</a:t>
            </a:r>
            <a:r>
              <a:rPr lang="en-GB" dirty="0"/>
              <a:t> (SQLBI)</a:t>
            </a:r>
          </a:p>
          <a:p>
            <a:r>
              <a:rPr lang="en-GB" dirty="0"/>
              <a:t>Tested against:</a:t>
            </a:r>
          </a:p>
          <a:p>
            <a:pPr lvl="1"/>
            <a:r>
              <a:rPr lang="en-GB" dirty="0"/>
              <a:t>Table proxy: 	</a:t>
            </a:r>
            <a:r>
              <a:rPr lang="en-GB" sz="1600" b="0" i="0" dirty="0">
                <a:solidFill>
                  <a:srgbClr val="4D71C7"/>
                </a:solidFill>
                <a:effectLst/>
                <a:latin typeface="Consolas" panose="020B0609020204030204" pitchFamily="49" charset="0"/>
              </a:rPr>
              <a:t>EVALUATE</a:t>
            </a:r>
            <a:r>
              <a:rPr lang="en-GB" sz="1600" b="0" i="0" dirty="0">
                <a:solidFill>
                  <a:srgbClr val="36464E"/>
                </a:solidFill>
                <a:effectLst/>
                <a:latin typeface="Consolas" panose="020B0609020204030204" pitchFamily="49" charset="0"/>
              </a:rPr>
              <a:t> { [measure] }</a:t>
            </a:r>
            <a:endParaRPr lang="en-GB" sz="1600" dirty="0">
              <a:latin typeface="Consolas" panose="020B0609020204030204" pitchFamily="49" charset="0"/>
            </a:endParaRPr>
          </a:p>
          <a:p>
            <a:pPr lvl="1"/>
            <a:r>
              <a:rPr lang="en-GB" dirty="0"/>
              <a:t>Card proxy: 	</a:t>
            </a:r>
            <a:r>
              <a:rPr lang="en-GB" sz="1600" b="0" i="0" dirty="0">
                <a:solidFill>
                  <a:srgbClr val="4D71C7"/>
                </a:solidFill>
                <a:effectLst/>
                <a:latin typeface="Consolas" panose="020B0609020204030204" pitchFamily="49" charset="0"/>
              </a:rPr>
              <a:t>EVALUATE</a:t>
            </a:r>
            <a:r>
              <a:rPr lang="en-GB" sz="1600" b="0" i="0" dirty="0">
                <a:solidFill>
                  <a:srgbClr val="3646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i="0" dirty="0">
                <a:solidFill>
                  <a:srgbClr val="4D71C7"/>
                </a:solidFill>
                <a:effectLst/>
                <a:latin typeface="Consolas" panose="020B0609020204030204" pitchFamily="49" charset="0"/>
              </a:rPr>
              <a:t>SUMMARIZECOLUMNS</a:t>
            </a:r>
            <a:r>
              <a:rPr lang="en-GB" sz="1600" b="0" i="0" dirty="0">
                <a:solidFill>
                  <a:srgbClr val="36464E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GB" sz="1600" b="0" i="0" dirty="0">
                <a:solidFill>
                  <a:srgbClr val="5B6276"/>
                </a:solidFill>
                <a:effectLst/>
                <a:latin typeface="Consolas" panose="020B0609020204030204" pitchFamily="49" charset="0"/>
              </a:rPr>
              <a:t>Product[Brand]</a:t>
            </a:r>
            <a:r>
              <a:rPr lang="en-GB" sz="1600" b="0" i="0" dirty="0">
                <a:solidFill>
                  <a:srgbClr val="36464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600" b="0" i="0" dirty="0">
                <a:solidFill>
                  <a:srgbClr val="8F8160"/>
                </a:solidFill>
                <a:effectLst/>
                <a:latin typeface="Consolas" panose="020B0609020204030204" pitchFamily="49" charset="0"/>
              </a:rPr>
              <a:t>"foo</a:t>
            </a:r>
            <a:r>
              <a:rPr lang="en-GB" sz="1600" dirty="0">
                <a:solidFill>
                  <a:srgbClr val="8F8160"/>
                </a:solidFill>
                <a:latin typeface="Consolas" panose="020B0609020204030204" pitchFamily="49" charset="0"/>
              </a:rPr>
              <a:t>"</a:t>
            </a:r>
            <a:r>
              <a:rPr lang="en-GB" sz="1600" b="0" i="0" dirty="0">
                <a:solidFill>
                  <a:srgbClr val="36464E"/>
                </a:solidFill>
                <a:effectLst/>
                <a:latin typeface="Consolas" panose="020B0609020204030204" pitchFamily="49" charset="0"/>
              </a:rPr>
              <a:t>, [measure] )</a:t>
            </a:r>
            <a:endParaRPr lang="en-GB" sz="1600" dirty="0">
              <a:latin typeface="Consolas" panose="020B0609020204030204" pitchFamily="49" charset="0"/>
            </a:endParaRPr>
          </a:p>
          <a:p>
            <a:r>
              <a:rPr lang="en-GB" dirty="0"/>
              <a:t>With large and small Axis parameters:</a:t>
            </a:r>
          </a:p>
          <a:p>
            <a:pPr lvl="1"/>
            <a:r>
              <a:rPr lang="en-GB" dirty="0"/>
              <a:t>Large Axis:	</a:t>
            </a:r>
            <a:r>
              <a:rPr lang="en-GB" sz="1600" dirty="0">
                <a:solidFill>
                  <a:srgbClr val="5B6276"/>
                </a:solidFill>
                <a:latin typeface="Consolas" panose="020B0609020204030204" pitchFamily="49" charset="0"/>
              </a:rPr>
              <a:t>'Date'[Date]</a:t>
            </a:r>
          </a:p>
          <a:p>
            <a:pPr lvl="1"/>
            <a:r>
              <a:rPr lang="en-GB" dirty="0"/>
              <a:t>Small Axis	:	</a:t>
            </a:r>
            <a:r>
              <a:rPr lang="en-GB" sz="1600" dirty="0">
                <a:solidFill>
                  <a:srgbClr val="5B6276"/>
                </a:solidFill>
                <a:latin typeface="Consolas" panose="020B0609020204030204" pitchFamily="49" charset="0"/>
              </a:rPr>
              <a:t>'Date'[</a:t>
            </a:r>
            <a:r>
              <a:rPr lang="en-GB" sz="1600" dirty="0" err="1">
                <a:solidFill>
                  <a:srgbClr val="5B6276"/>
                </a:solidFill>
                <a:latin typeface="Consolas" panose="020B0609020204030204" pitchFamily="49" charset="0"/>
              </a:rPr>
              <a:t>YearMonth</a:t>
            </a:r>
            <a:r>
              <a:rPr lang="en-GB" sz="1600" dirty="0">
                <a:solidFill>
                  <a:srgbClr val="5B6276"/>
                </a:solidFill>
                <a:latin typeface="Consolas" panose="020B0609020204030204" pitchFamily="49" charset="0"/>
              </a:rPr>
              <a:t>]</a:t>
            </a:r>
          </a:p>
          <a:p>
            <a:endParaRPr lang="en-GB" dirty="0"/>
          </a:p>
          <a:p>
            <a:r>
              <a:rPr lang="en-GB" dirty="0"/>
              <a:t>5 runs per measures, for warm and hot cache</a:t>
            </a:r>
          </a:p>
          <a:p>
            <a:r>
              <a:rPr lang="en-GB" dirty="0"/>
              <a:t>T-test — </a:t>
            </a:r>
            <a:r>
              <a:rPr lang="el-GR" dirty="0"/>
              <a:t>Δ</a:t>
            </a:r>
            <a:r>
              <a:rPr lang="en-GB" dirty="0"/>
              <a:t> statistically different?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EADFF2-CB98-2049-AAEF-892BA9A7E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83" y="3485447"/>
            <a:ext cx="2252346" cy="1171220"/>
          </a:xfrm>
          <a:prstGeom prst="rect">
            <a:avLst/>
          </a:prstGeom>
        </p:spPr>
      </p:pic>
      <p:sp>
        <p:nvSpPr>
          <p:cNvPr id="2" name="Kicker">
            <a:extLst>
              <a:ext uri="{FF2B5EF4-FFF2-40B4-BE49-F238E27FC236}">
                <a16:creationId xmlns:a16="http://schemas.microsoft.com/office/drawing/2014/main" id="{5A83083E-4EDF-4132-89AB-79796248C18F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675723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93B1A-722B-E448-2DEC-1AC48E22A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12CC45-0615-6610-549B-0DDE3ADAE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Performance validation</a:t>
            </a:r>
          </a:p>
        </p:txBody>
      </p:sp>
      <p:pic>
        <p:nvPicPr>
          <p:cNvPr id="2" name="Content Placeholder 1" descr="Old vs New">
            <a:extLst>
              <a:ext uri="{FF2B5EF4-FFF2-40B4-BE49-F238E27FC236}">
                <a16:creationId xmlns:a16="http://schemas.microsoft.com/office/drawing/2014/main" id="{EB238CD9-D2AD-E7BC-E914-85480DCF513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3998" y="1625600"/>
            <a:ext cx="10164004" cy="4140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68D135-1327-CD39-CF3A-2762B87C0085}"/>
              </a:ext>
            </a:extLst>
          </p:cNvPr>
          <p:cNvSpPr txBox="1"/>
          <p:nvPr/>
        </p:nvSpPr>
        <p:spPr>
          <a:xfrm>
            <a:off x="4679244" y="5951400"/>
            <a:ext cx="254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6400"/>
                </a:solidFill>
              </a:rPr>
              <a:t>Green</a:t>
            </a:r>
            <a:r>
              <a:rPr lang="en-GB" dirty="0"/>
              <a:t> = Good,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Red</a:t>
            </a:r>
            <a:r>
              <a:rPr lang="en-GB" dirty="0"/>
              <a:t> = Bad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AB711103-2344-4F0B-8A77-345605483E5B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9470035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8308-4BFE-388E-BC0D-8380C64F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1A3B-B635-19B9-6A9A-A9F05776F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Usability</a:t>
            </a:r>
            <a:endParaRPr lang="en-GB" sz="2800" dirty="0">
              <a:solidFill>
                <a:srgbClr val="05C3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9218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F55A-4BB5-4E44-DE67-AE0B956E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ircle 2">
            <a:extLst>
              <a:ext uri="{FF2B5EF4-FFF2-40B4-BE49-F238E27FC236}">
                <a16:creationId xmlns:a16="http://schemas.microsoft.com/office/drawing/2014/main" id="{2B176336-5892-4F34-2E3F-D34FE3C42258}"/>
              </a:ext>
            </a:extLst>
          </p:cNvPr>
          <p:cNvSpPr>
            <a:spLocks noChangeAspect="1"/>
          </p:cNvSpPr>
          <p:nvPr/>
        </p:nvSpPr>
        <p:spPr>
          <a:xfrm>
            <a:off x="3202857" y="1902545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B04F9C-E477-7E91-273D-6F269F3B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Usable functions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5A83083E-4EDF-4132-89AB-79796248C18F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USABILITY</a:t>
            </a:r>
          </a:p>
        </p:txBody>
      </p:sp>
      <p:sp>
        <p:nvSpPr>
          <p:cNvPr id="201" name="Circle 1"/>
          <p:cNvSpPr>
            <a:spLocks noChangeAspect="1"/>
          </p:cNvSpPr>
          <p:nvPr/>
        </p:nvSpPr>
        <p:spPr>
          <a:xfrm>
            <a:off x="3200400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2" name="Circle 2"/>
          <p:cNvSpPr>
            <a:spLocks noChangeAspect="1"/>
          </p:cNvSpPr>
          <p:nvPr/>
        </p:nvSpPr>
        <p:spPr>
          <a:xfrm>
            <a:off x="56388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3" name="Circle 3"/>
          <p:cNvSpPr>
            <a:spLocks noChangeAspect="1"/>
          </p:cNvSpPr>
          <p:nvPr/>
        </p:nvSpPr>
        <p:spPr>
          <a:xfrm>
            <a:off x="80772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1" name="Label 1"/>
          <p:cNvSpPr txBox="1"/>
          <p:nvPr/>
        </p:nvSpPr>
        <p:spPr>
          <a:xfrm>
            <a:off x="27432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Optional parameters</a:t>
            </a:r>
          </a:p>
        </p:txBody>
      </p:sp>
      <p:sp>
        <p:nvSpPr>
          <p:cNvPr id="212" name="Label 2"/>
          <p:cNvSpPr txBox="1"/>
          <p:nvPr/>
        </p:nvSpPr>
        <p:spPr>
          <a:xfrm>
            <a:off x="5181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Model modes</a:t>
            </a:r>
          </a:p>
        </p:txBody>
      </p:sp>
      <p:sp>
        <p:nvSpPr>
          <p:cNvPr id="213" name="Label 3"/>
          <p:cNvSpPr txBox="1"/>
          <p:nvPr/>
        </p:nvSpPr>
        <p:spPr>
          <a:xfrm>
            <a:off x="76200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/// documentation</a:t>
            </a:r>
          </a:p>
        </p:txBody>
      </p:sp>
      <p:sp>
        <p:nvSpPr>
          <p:cNvPr id="302" name="Detail 1"/>
          <p:cNvSpPr txBox="1"/>
          <p:nvPr/>
        </p:nvSpPr>
        <p:spPr>
          <a:xfrm>
            <a:off x="723899" y="3810000"/>
            <a:ext cx="10384367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900"/>
              </a:spcBef>
              <a:buNone/>
            </a:pPr>
            <a:r>
              <a:rPr lang="en-GB" sz="2400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Sensible defaults, so callers only set what they need. Add at the end.</a:t>
            </a:r>
            <a:endParaRPr lang="en-GB" sz="18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  <p:pic>
        <p:nvPicPr>
          <p:cNvPr id="303" name="Graphic 303" descr="Sett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4700" y="2019300"/>
            <a:ext cx="685800" cy="685800"/>
          </a:xfrm>
          <a:prstGeom prst="rect">
            <a:avLst/>
          </a:prstGeom>
        </p:spPr>
      </p:pic>
      <p:pic>
        <p:nvPicPr>
          <p:cNvPr id="304" name="Graphic 304" descr="Datab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3100" y="2019300"/>
            <a:ext cx="685800" cy="685800"/>
          </a:xfrm>
          <a:prstGeom prst="rect">
            <a:avLst/>
          </a:prstGeom>
        </p:spPr>
      </p:pic>
      <p:pic>
        <p:nvPicPr>
          <p:cNvPr id="305" name="Graphic 305" descr="Com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2019300"/>
            <a:ext cx="685800" cy="685800"/>
          </a:xfrm>
          <a:prstGeom prst="rect">
            <a:avLst/>
          </a:prstGeom>
        </p:spPr>
      </p:pic>
      <p:sp>
        <p:nvSpPr>
          <p:cNvPr id="7" name="Code Sample">
            <a:extLst>
              <a:ext uri="{FF2B5EF4-FFF2-40B4-BE49-F238E27FC236}">
                <a16:creationId xmlns:a16="http://schemas.microsoft.com/office/drawing/2014/main" id="{547581A4-78DD-1679-8EAE-0BA4DE96D9C0}"/>
              </a:ext>
            </a:extLst>
          </p:cNvPr>
          <p:cNvSpPr/>
          <p:nvPr/>
        </p:nvSpPr>
        <p:spPr>
          <a:xfrm>
            <a:off x="3235491" y="4382729"/>
            <a:ext cx="4841709" cy="1891071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ctr"/>
          <a:lstStyle/>
          <a:p>
            <a:pPr>
              <a:buNone/>
            </a:pPr>
            <a:r>
              <a:rPr lang="en-GB" sz="2100" dirty="0">
                <a:solidFill>
                  <a:srgbClr val="7C1B37"/>
                </a:solidFill>
                <a:latin typeface="Consolas"/>
              </a:rPr>
              <a:t>function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  <a:r>
              <a:rPr lang="en-GB" sz="2100" dirty="0" err="1">
                <a:solidFill>
                  <a:srgbClr val="A900DD"/>
                </a:solidFill>
                <a:latin typeface="Consolas"/>
              </a:rPr>
              <a:t>Lib.Foramt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=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(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GB" sz="2100" dirty="0">
                <a:solidFill>
                  <a:srgbClr val="191919"/>
                </a:solidFill>
                <a:latin typeface="Consolas"/>
              </a:rPr>
              <a:t>    </a:t>
            </a:r>
            <a:r>
              <a:rPr lang="en-GB" sz="2100" dirty="0">
                <a:solidFill>
                  <a:srgbClr val="588E82"/>
                </a:solidFill>
                <a:latin typeface="Consolas"/>
              </a:rPr>
              <a:t>x</a:t>
            </a:r>
            <a:r>
              <a:rPr lang="en-GB" sz="2100" dirty="0">
                <a:solidFill>
                  <a:schemeClr val="tx1">
                    <a:lumMod val="50000"/>
                  </a:schemeClr>
                </a:solidFill>
                <a:latin typeface="Consolas"/>
              </a:rPr>
              <a:t>: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 SCALAR</a:t>
            </a:r>
            <a:r>
              <a:rPr lang="en-GB" sz="2100" dirty="0">
                <a:solidFill>
                  <a:srgbClr val="4D71C7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GB" sz="2100" dirty="0">
                <a:solidFill>
                  <a:srgbClr val="4D71C7"/>
                </a:solidFill>
                <a:latin typeface="Consolas"/>
              </a:rPr>
              <a:t> </a:t>
            </a:r>
            <a:r>
              <a:rPr lang="en-GB" sz="2100" dirty="0">
                <a:solidFill>
                  <a:srgbClr val="588E82"/>
                </a:solidFill>
                <a:latin typeface="Consolas"/>
              </a:rPr>
              <a:t>decimals</a:t>
            </a:r>
            <a:r>
              <a:rPr lang="en-GB" sz="2100" dirty="0">
                <a:solidFill>
                  <a:schemeClr val="tx1">
                    <a:lumMod val="50000"/>
                  </a:schemeClr>
                </a:solidFill>
                <a:latin typeface="Consolas"/>
              </a:rPr>
              <a:t>:</a:t>
            </a:r>
            <a:r>
              <a:rPr lang="en-GB" sz="2100" dirty="0">
                <a:solidFill>
                  <a:srgbClr val="A900DD"/>
                </a:solidFill>
                <a:latin typeface="Consolas"/>
              </a:rPr>
              <a:t> VAL = 2</a:t>
            </a:r>
            <a:endParaRPr lang="en-GB" sz="2100" dirty="0">
              <a:solidFill>
                <a:srgbClr val="4D71C7"/>
              </a:solidFill>
              <a:latin typeface="Consolas"/>
            </a:endParaRPr>
          </a:p>
          <a:p>
            <a:pPr>
              <a:buNone/>
            </a:pPr>
            <a:r>
              <a:rPr lang="en-GB" sz="2100" dirty="0">
                <a:solidFill>
                  <a:srgbClr val="4D71C7"/>
                </a:solidFill>
                <a:latin typeface="Consolas"/>
              </a:rPr>
              <a:t>  </a:t>
            </a:r>
            <a:r>
              <a:rPr lang="en-GB" sz="21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</a:rPr>
              <a:t>)</a:t>
            </a:r>
            <a:r>
              <a:rPr lang="en-GB" sz="2100" dirty="0">
                <a:solidFill>
                  <a:srgbClr val="191919"/>
                </a:solidFill>
                <a:latin typeface="Consolas"/>
              </a:rPr>
              <a:t> =&gt;</a:t>
            </a:r>
          </a:p>
        </p:txBody>
      </p:sp>
    </p:spTree>
    <p:extLst>
      <p:ext uri="{BB962C8B-B14F-4D97-AF65-F5344CB8AC3E}">
        <p14:creationId xmlns:p14="http://schemas.microsoft.com/office/powerpoint/2010/main" val="660405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F55A-4BB5-4E44-DE67-AE0B956E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ircle 2">
            <a:extLst>
              <a:ext uri="{FF2B5EF4-FFF2-40B4-BE49-F238E27FC236}">
                <a16:creationId xmlns:a16="http://schemas.microsoft.com/office/drawing/2014/main" id="{0AC8E620-4C8F-1D9E-D49D-904462391885}"/>
              </a:ext>
            </a:extLst>
          </p:cNvPr>
          <p:cNvSpPr>
            <a:spLocks noChangeAspect="1"/>
          </p:cNvSpPr>
          <p:nvPr/>
        </p:nvSpPr>
        <p:spPr>
          <a:xfrm>
            <a:off x="5643717" y="1902543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B04F9C-E477-7E91-273D-6F269F3B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Usable functions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5A83083E-4EDF-4132-89AB-79796248C18F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USABILITY</a:t>
            </a:r>
          </a:p>
        </p:txBody>
      </p:sp>
      <p:sp>
        <p:nvSpPr>
          <p:cNvPr id="201" name="Circle 1"/>
          <p:cNvSpPr>
            <a:spLocks noChangeAspect="1"/>
          </p:cNvSpPr>
          <p:nvPr/>
        </p:nvSpPr>
        <p:spPr>
          <a:xfrm>
            <a:off x="32004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2" name="Circle 2"/>
          <p:cNvSpPr>
            <a:spLocks noChangeAspect="1"/>
          </p:cNvSpPr>
          <p:nvPr/>
        </p:nvSpPr>
        <p:spPr>
          <a:xfrm>
            <a:off x="5638800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3" name="Circle 3"/>
          <p:cNvSpPr>
            <a:spLocks noChangeAspect="1"/>
          </p:cNvSpPr>
          <p:nvPr/>
        </p:nvSpPr>
        <p:spPr>
          <a:xfrm>
            <a:off x="80772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1" name="Label 1"/>
          <p:cNvSpPr txBox="1"/>
          <p:nvPr/>
        </p:nvSpPr>
        <p:spPr>
          <a:xfrm>
            <a:off x="27432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Optional parameters</a:t>
            </a:r>
          </a:p>
        </p:txBody>
      </p:sp>
      <p:sp>
        <p:nvSpPr>
          <p:cNvPr id="212" name="Label 2"/>
          <p:cNvSpPr txBox="1"/>
          <p:nvPr/>
        </p:nvSpPr>
        <p:spPr>
          <a:xfrm>
            <a:off x="5181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Model modes</a:t>
            </a:r>
          </a:p>
        </p:txBody>
      </p:sp>
      <p:sp>
        <p:nvSpPr>
          <p:cNvPr id="213" name="Label 3"/>
          <p:cNvSpPr txBox="1"/>
          <p:nvPr/>
        </p:nvSpPr>
        <p:spPr>
          <a:xfrm>
            <a:off x="76200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/// documentation</a:t>
            </a:r>
          </a:p>
        </p:txBody>
      </p:sp>
      <p:sp>
        <p:nvSpPr>
          <p:cNvPr id="302" name="Detail 1"/>
          <p:cNvSpPr txBox="1"/>
          <p:nvPr/>
        </p:nvSpPr>
        <p:spPr>
          <a:xfrm>
            <a:off x="723899" y="3810000"/>
            <a:ext cx="10384367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900"/>
              </a:spcBef>
              <a:buNone/>
            </a:pPr>
            <a:r>
              <a:rPr lang="en-GB" sz="2400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 every DAX function works in every semantic model mode</a:t>
            </a:r>
          </a:p>
          <a:p>
            <a:pPr algn="ctr">
              <a:spcBef>
                <a:spcPts val="900"/>
              </a:spcBef>
              <a:buNone/>
            </a:pPr>
            <a:endParaRPr lang="en-GB" sz="2400" dirty="0">
              <a:solidFill>
                <a:srgbClr val="2E34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Bef>
                <a:spcPts val="900"/>
              </a:spcBef>
              <a:buNone/>
            </a:pPr>
            <a:r>
              <a:rPr lang="en-GB" sz="2400" dirty="0" err="1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DirectQuery</a:t>
            </a:r>
            <a:r>
              <a:rPr lang="en-GB" sz="2400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GB" sz="1800" dirty="0">
                <a:solidFill>
                  <a:srgbClr val="4D71C7"/>
                </a:solidFill>
                <a:latin typeface="Consolas" panose="020B0609020204030204" pitchFamily="49" charset="0"/>
              </a:rPr>
              <a:t>PATH</a:t>
            </a:r>
            <a:r>
              <a:rPr lang="en-GB" sz="2400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GB" sz="1800" dirty="0">
                <a:solidFill>
                  <a:srgbClr val="4D71C7"/>
                </a:solidFill>
                <a:latin typeface="Consolas" panose="020B0609020204030204" pitchFamily="49" charset="0"/>
              </a:rPr>
              <a:t>PATHITEM</a:t>
            </a:r>
            <a:r>
              <a:rPr lang="en-GB" sz="2400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some text functions have limitations</a:t>
            </a:r>
          </a:p>
        </p:txBody>
      </p:sp>
      <p:pic>
        <p:nvPicPr>
          <p:cNvPr id="303" name="Graphic 303" descr="Sett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4700" y="2019300"/>
            <a:ext cx="685800" cy="685800"/>
          </a:xfrm>
          <a:prstGeom prst="rect">
            <a:avLst/>
          </a:prstGeom>
        </p:spPr>
      </p:pic>
      <p:pic>
        <p:nvPicPr>
          <p:cNvPr id="304" name="Graphic 304" descr="Datab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3100" y="2019300"/>
            <a:ext cx="685800" cy="685800"/>
          </a:xfrm>
          <a:prstGeom prst="rect">
            <a:avLst/>
          </a:prstGeom>
        </p:spPr>
      </p:pic>
      <p:pic>
        <p:nvPicPr>
          <p:cNvPr id="305" name="Graphic 305" descr="Com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20193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3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F55A-4BB5-4E44-DE67-AE0B956E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ircle 2">
            <a:extLst>
              <a:ext uri="{FF2B5EF4-FFF2-40B4-BE49-F238E27FC236}">
                <a16:creationId xmlns:a16="http://schemas.microsoft.com/office/drawing/2014/main" id="{9E5BF594-9749-EB83-9B48-3E58FEDC544E}"/>
              </a:ext>
            </a:extLst>
          </p:cNvPr>
          <p:cNvSpPr>
            <a:spLocks noChangeAspect="1"/>
          </p:cNvSpPr>
          <p:nvPr/>
        </p:nvSpPr>
        <p:spPr>
          <a:xfrm>
            <a:off x="8077197" y="1902546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B04F9C-E477-7E91-273D-6F269F3B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Usable functions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5A83083E-4EDF-4132-89AB-79796248C18F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USABILITY</a:t>
            </a:r>
          </a:p>
        </p:txBody>
      </p:sp>
      <p:sp>
        <p:nvSpPr>
          <p:cNvPr id="201" name="Circle 1"/>
          <p:cNvSpPr>
            <a:spLocks noChangeAspect="1"/>
          </p:cNvSpPr>
          <p:nvPr/>
        </p:nvSpPr>
        <p:spPr>
          <a:xfrm>
            <a:off x="32004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2" name="Circle 2"/>
          <p:cNvSpPr>
            <a:spLocks noChangeAspect="1"/>
          </p:cNvSpPr>
          <p:nvPr/>
        </p:nvSpPr>
        <p:spPr>
          <a:xfrm>
            <a:off x="5638800" y="1905000"/>
            <a:ext cx="914400" cy="914400"/>
          </a:xfrm>
          <a:prstGeom prst="ellipse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3" name="Circle 3"/>
          <p:cNvSpPr>
            <a:spLocks noChangeAspect="1"/>
          </p:cNvSpPr>
          <p:nvPr/>
        </p:nvSpPr>
        <p:spPr>
          <a:xfrm>
            <a:off x="8077200" y="19050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1" name="Label 1"/>
          <p:cNvSpPr txBox="1"/>
          <p:nvPr/>
        </p:nvSpPr>
        <p:spPr>
          <a:xfrm>
            <a:off x="27432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Optional parameters</a:t>
            </a:r>
          </a:p>
        </p:txBody>
      </p:sp>
      <p:sp>
        <p:nvSpPr>
          <p:cNvPr id="212" name="Label 2"/>
          <p:cNvSpPr txBox="1"/>
          <p:nvPr/>
        </p:nvSpPr>
        <p:spPr>
          <a:xfrm>
            <a:off x="51816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8A94A6"/>
                </a:solidFill>
              </a:rPr>
              <a:t>Model modes</a:t>
            </a:r>
          </a:p>
        </p:txBody>
      </p:sp>
      <p:sp>
        <p:nvSpPr>
          <p:cNvPr id="213" name="Label 3"/>
          <p:cNvSpPr txBox="1"/>
          <p:nvPr/>
        </p:nvSpPr>
        <p:spPr>
          <a:xfrm>
            <a:off x="7620000" y="2921000"/>
            <a:ext cx="182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GB" sz="1500" b="1" dirty="0">
                <a:solidFill>
                  <a:srgbClr val="2E3440"/>
                </a:solidFill>
              </a:rPr>
              <a:t>/// documentation</a:t>
            </a:r>
          </a:p>
        </p:txBody>
      </p:sp>
      <p:sp>
        <p:nvSpPr>
          <p:cNvPr id="302" name="Detail 1"/>
          <p:cNvSpPr txBox="1"/>
          <p:nvPr/>
        </p:nvSpPr>
        <p:spPr>
          <a:xfrm>
            <a:off x="723899" y="3810000"/>
            <a:ext cx="10384367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900"/>
              </a:spcBef>
              <a:buNone/>
            </a:pPr>
            <a:r>
              <a:rPr lang="en-GB" sz="1800" dirty="0">
                <a:solidFill>
                  <a:srgbClr val="6A9955"/>
                </a:solidFill>
                <a:latin typeface="Consolas" panose="020B0609020204030204" pitchFamily="49" charset="0"/>
              </a:rPr>
              <a:t>///</a:t>
            </a:r>
            <a:r>
              <a:rPr lang="en-GB" sz="2400" dirty="0">
                <a:solidFill>
                  <a:srgbClr val="2E34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comments above the function show up in IntelliSense</a:t>
            </a:r>
          </a:p>
          <a:p>
            <a:pPr algn="ctr">
              <a:spcBef>
                <a:spcPts val="900"/>
              </a:spcBef>
              <a:buNone/>
            </a:pPr>
            <a:r>
              <a:rPr lang="en-GB" sz="1800" dirty="0">
                <a:solidFill>
                  <a:srgbClr val="6A9955"/>
                </a:solidFill>
                <a:latin typeface="Consolas" panose="020B0609020204030204" pitchFamily="49" charset="0"/>
              </a:rPr>
              <a:t>/// Formats a number with thousands separators and fixed decimals</a:t>
            </a:r>
          </a:p>
          <a:p>
            <a:pPr algn="ctr">
              <a:spcBef>
                <a:spcPts val="900"/>
              </a:spcBef>
              <a:buNone/>
            </a:pPr>
            <a:r>
              <a:rPr lang="en-GB" sz="1800" dirty="0">
                <a:solidFill>
                  <a:srgbClr val="6A9955"/>
                </a:solidFill>
                <a:latin typeface="Consolas" panose="020B0609020204030204" pitchFamily="49" charset="0"/>
              </a:rPr>
              <a:t>/// @param decimals  Number of decimals (default 2)</a:t>
            </a:r>
          </a:p>
          <a:p>
            <a:pPr algn="ctr">
              <a:spcBef>
                <a:spcPts val="900"/>
              </a:spcBef>
              <a:buNone/>
            </a:pPr>
            <a:r>
              <a:rPr lang="en-GB" sz="2400" dirty="0">
                <a:solidFill>
                  <a:srgbClr val="5B6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 see the description and parameters while typing, no docs needed</a:t>
            </a:r>
          </a:p>
        </p:txBody>
      </p:sp>
      <p:pic>
        <p:nvPicPr>
          <p:cNvPr id="303" name="Graphic 303" descr="Sett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4700" y="2019300"/>
            <a:ext cx="685800" cy="685800"/>
          </a:xfrm>
          <a:prstGeom prst="rect">
            <a:avLst/>
          </a:prstGeom>
        </p:spPr>
      </p:pic>
      <p:pic>
        <p:nvPicPr>
          <p:cNvPr id="304" name="Graphic 304" descr="Datab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3100" y="2019300"/>
            <a:ext cx="685800" cy="685800"/>
          </a:xfrm>
          <a:prstGeom prst="rect">
            <a:avLst/>
          </a:prstGeom>
        </p:spPr>
      </p:pic>
      <p:pic>
        <p:nvPicPr>
          <p:cNvPr id="305" name="Graphic 305" descr="Com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20193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346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88D7-AA8F-42A7-0C5F-A6E1F6AF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A10F-DE50-11E5-B094-EFF6D276A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Documentation</a:t>
            </a:r>
            <a:endParaRPr lang="en-GB" sz="2800" dirty="0">
              <a:solidFill>
                <a:srgbClr val="05C3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5267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8644134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Documentation that scales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407A03-B38C-7C52-641D-C1C28D7DA39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1625600"/>
            <a:ext cx="10744200" cy="4140200"/>
          </a:xfrm>
        </p:spPr>
        <p:txBody>
          <a:bodyPr/>
          <a:lstStyle/>
          <a:p>
            <a:r>
              <a:rPr lang="en-GB" dirty="0"/>
              <a:t>README.md is a good start (</a:t>
            </a:r>
            <a:r>
              <a:rPr lang="en-GB" dirty="0">
                <a:hlinkClick r:id="rId2"/>
              </a:rPr>
              <a:t>example</a:t>
            </a:r>
            <a:r>
              <a:rPr lang="en-GB" dirty="0"/>
              <a:t>) but a dedicated documentation site gives more flexibility as your library grows</a:t>
            </a:r>
          </a:p>
          <a:p>
            <a:r>
              <a:rPr lang="en-GB" dirty="0"/>
              <a:t>Static site generators: </a:t>
            </a:r>
          </a:p>
          <a:p>
            <a:pPr lvl="1"/>
            <a:r>
              <a:rPr lang="en-GB" dirty="0" err="1"/>
              <a:t>MkDocs</a:t>
            </a:r>
            <a:endParaRPr lang="en-GB" dirty="0"/>
          </a:p>
          <a:p>
            <a:pPr lvl="1"/>
            <a:r>
              <a:rPr lang="en-GB" dirty="0" err="1"/>
              <a:t>Docusaurus</a:t>
            </a:r>
            <a:endParaRPr lang="en-GB" dirty="0"/>
          </a:p>
          <a:p>
            <a:pPr lvl="1"/>
            <a:r>
              <a:rPr lang="en-GB" dirty="0"/>
              <a:t>Hugo</a:t>
            </a:r>
          </a:p>
          <a:p>
            <a:pPr lvl="1"/>
            <a:r>
              <a:rPr lang="en-GB" dirty="0"/>
              <a:t>…</a:t>
            </a:r>
          </a:p>
          <a:p>
            <a:r>
              <a:rPr lang="en-GB" dirty="0"/>
              <a:t>Host free on GitHub Pages, build in CI</a:t>
            </a:r>
          </a:p>
          <a:p>
            <a:r>
              <a:rPr lang="en-GB" dirty="0"/>
              <a:t>Link it as projectUrl in </a:t>
            </a:r>
            <a:r>
              <a:rPr lang="en-GB" dirty="0" err="1"/>
              <a:t>manifest.daxlib</a:t>
            </a:r>
            <a:endParaRPr lang="en-GB" dirty="0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10DD1DA6-96E0-42D9-95D5-5B219E0152F2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78653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EF42C-4A8E-D433-355C-377633B6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92C8-81BA-2028-E076-54A2FDFC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Automate documentation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357251-0088-1258-CE14-0DB3C9D656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1625600"/>
            <a:ext cx="10744200" cy="4140200"/>
          </a:xfrm>
        </p:spPr>
        <p:txBody>
          <a:bodyPr/>
          <a:lstStyle/>
          <a:p>
            <a:r>
              <a:rPr lang="en-GB" b="1" dirty="0" err="1"/>
              <a:t>JSDoc</a:t>
            </a:r>
            <a:r>
              <a:rPr lang="en-GB" b="1" dirty="0"/>
              <a:t>: 	</a:t>
            </a:r>
            <a:r>
              <a:rPr lang="en-GB" dirty="0"/>
              <a:t>/// with @param and @returns (</a:t>
            </a:r>
            <a:r>
              <a:rPr lang="en-GB" dirty="0">
                <a:hlinkClick r:id="rId2"/>
              </a:rPr>
              <a:t>SQLBI convention</a:t>
            </a:r>
            <a:r>
              <a:rPr lang="en-GB" dirty="0"/>
              <a:t>)</a:t>
            </a:r>
          </a:p>
          <a:p>
            <a:r>
              <a:rPr lang="en-GB" b="1" dirty="0"/>
              <a:t>Parse: 	</a:t>
            </a:r>
            <a:r>
              <a:rPr lang="en-GB" dirty="0"/>
              <a:t>script extracts tags from functions.tmdl into JSON metadata</a:t>
            </a:r>
          </a:p>
          <a:p>
            <a:r>
              <a:rPr lang="en-GB" b="1" dirty="0"/>
              <a:t>Merge: 	</a:t>
            </a:r>
            <a:r>
              <a:rPr lang="en-GB" dirty="0"/>
              <a:t>Jinja based page template</a:t>
            </a:r>
          </a:p>
          <a:p>
            <a:r>
              <a:rPr lang="en-GB" b="1" dirty="0"/>
              <a:t>Generate: 	</a:t>
            </a:r>
            <a:r>
              <a:rPr lang="en-GB" dirty="0"/>
              <a:t>Markdown pages generated and auto-organised into folders</a:t>
            </a:r>
          </a:p>
          <a:p>
            <a:r>
              <a:rPr lang="en-GB" b="1" dirty="0"/>
              <a:t>Publish</a:t>
            </a:r>
          </a:p>
          <a:p>
            <a:endParaRPr lang="en-GB" b="1" dirty="0"/>
          </a:p>
          <a:p>
            <a:r>
              <a:rPr lang="en-GB" dirty="0"/>
              <a:t>Keep comments lean — IntelliSense shows them, and functions.tmdl has size limits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25E70-07FB-BFB2-DB53-3A6AF12C7A10}"/>
              </a:ext>
            </a:extLst>
          </p:cNvPr>
          <p:cNvSpPr txBox="1"/>
          <p:nvPr/>
        </p:nvSpPr>
        <p:spPr>
          <a:xfrm>
            <a:off x="2997200" y="62020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https://evaluationcontext.github.io/posts/DAXUDF-AutoDocs/</a:t>
            </a:r>
            <a:endParaRPr lang="en-GB" dirty="0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40BA76DD-8C2E-4583-BD26-474A4EF99FC9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828746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4D9AD-A9F5-B33B-4DD2-22A3CB81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D0E8-5532-56F9-6893-C1761B041B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Takeaways</a:t>
            </a:r>
            <a:endParaRPr lang="en-GB" sz="2800" dirty="0">
              <a:solidFill>
                <a:srgbClr val="05C3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6428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Takeaways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407A03-B38C-7C52-641D-C1C28D7DA39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1625600"/>
            <a:ext cx="10744200" cy="571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If you have an idea or solution that fills a gap, be a </a:t>
            </a:r>
            <a:r>
              <a:rPr lang="en-GB" b="1" dirty="0">
                <a:solidFill>
                  <a:schemeClr val="accent1"/>
                </a:solidFill>
              </a:rPr>
              <a:t>hero</a:t>
            </a:r>
            <a:r>
              <a:rPr lang="en-GB" dirty="0"/>
              <a:t> and share it</a:t>
            </a:r>
          </a:p>
        </p:txBody>
      </p:sp>
      <p:sp>
        <p:nvSpPr>
          <p:cNvPr id="12" name="CTA"/>
          <p:cNvSpPr txBox="1"/>
          <p:nvPr/>
        </p:nvSpPr>
        <p:spPr>
          <a:xfrm>
            <a:off x="723900" y="2950632"/>
            <a:ext cx="107442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2800" b="1" dirty="0">
                <a:solidFill>
                  <a:schemeClr val="accent1"/>
                </a:solidFill>
              </a:rPr>
              <a:t>Start small — you can always graduate later</a:t>
            </a:r>
          </a:p>
        </p:txBody>
      </p:sp>
      <p:sp>
        <p:nvSpPr>
          <p:cNvPr id="13" name="Contribute link"/>
          <p:cNvSpPr txBox="1"/>
          <p:nvPr/>
        </p:nvSpPr>
        <p:spPr>
          <a:xfrm>
            <a:off x="723900" y="3953933"/>
            <a:ext cx="107442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2400" b="1" dirty="0">
                <a:solidFill>
                  <a:srgbClr val="E9206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docs.daxlib.org/contribute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860F284D-AD48-43E1-B495-A845FC15B90D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WRAPPING UP</a:t>
            </a:r>
          </a:p>
        </p:txBody>
      </p:sp>
    </p:spTree>
    <p:extLst>
      <p:ext uri="{BB962C8B-B14F-4D97-AF65-F5344CB8AC3E}">
        <p14:creationId xmlns:p14="http://schemas.microsoft.com/office/powerpoint/2010/main" val="89450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62FC-7B76-5D19-185E-CA3050020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719999"/>
            <a:ext cx="6843556" cy="4680000"/>
          </a:xfrm>
        </p:spPr>
        <p:txBody>
          <a:bodyPr/>
          <a:lstStyle/>
          <a:p>
            <a:r>
              <a:rPr lang="en-GB" dirty="0"/>
              <a:t>Thank you!</a:t>
            </a:r>
            <a:br>
              <a:rPr lang="en-GB" dirty="0"/>
            </a:br>
            <a:r>
              <a:rPr lang="en-GB" sz="2800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3390BAE8-7372-17DD-97B2-53CA63378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489" y="1051988"/>
            <a:ext cx="41402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5415"/>
      </p:ext>
    </p:extLst>
  </p:cSld>
  <p:clrMapOvr>
    <a:masterClrMapping/>
  </p:clrMapOvr>
</p:sld>
</file>

<file path=ppt/theme/theme1.xml><?xml version="1.0" encoding="utf-8"?>
<a:theme xmlns:a="http://schemas.openxmlformats.org/drawingml/2006/main" name="Zure Theme Light">
  <a:themeElements>
    <a:clrScheme name="EvaluationContext">
      <a:dk1>
        <a:srgbClr val="2E3440"/>
      </a:dk1>
      <a:lt1>
        <a:srgbClr val="FFFFFF"/>
      </a:lt1>
      <a:dk2>
        <a:srgbClr val="4C566A"/>
      </a:dk2>
      <a:lt2>
        <a:srgbClr val="FFFFFF"/>
      </a:lt2>
      <a:accent1>
        <a:srgbClr val="E91E63"/>
      </a:accent1>
      <a:accent2>
        <a:srgbClr val="009688"/>
      </a:accent2>
      <a:accent3>
        <a:srgbClr val="5E81AC"/>
      </a:accent3>
      <a:accent4>
        <a:srgbClr val="C2185B"/>
      </a:accent4>
      <a:accent5>
        <a:srgbClr val="81A1C1"/>
      </a:accent5>
      <a:accent6>
        <a:srgbClr val="C9A227"/>
      </a:accent6>
      <a:hlink>
        <a:srgbClr val="F50057"/>
      </a:hlink>
      <a:folHlink>
        <a:srgbClr val="4C566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646D090-A9FB-4B99-BB44-E24460FE6859}" vid="{1E754D49-7A92-41AD-A482-57CFD4C85A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E7AE6E-C318-43EA-B6C8-2C0C84913FBA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79779dc7-0cf2-4638-994a-15c082b8364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b76e1c-cf04-47b1-9ddf-cab3a3502eaa">
      <Terms xmlns="http://schemas.microsoft.com/office/infopath/2007/PartnerControls"/>
    </lcf76f155ced4ddcb4097134ff3c332f>
    <TaxCatchAll xmlns="ef939d35-6b12-409d-9666-6fc84e55f432" xsi:nil="true"/>
    <SharedWithUsers xmlns="ef939d35-6b12-409d-9666-6fc84e55f432">
      <UserInfo>
        <DisplayName>Pontus Mauno</DisplayName>
        <AccountId>204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39B009913D2A47B6E1CFEC8CB3D127" ma:contentTypeVersion="18" ma:contentTypeDescription="Create a new document." ma:contentTypeScope="" ma:versionID="69e1b12df504096fd3f07c522c90fe6b">
  <xsd:schema xmlns:xsd="http://www.w3.org/2001/XMLSchema" xmlns:xs="http://www.w3.org/2001/XMLSchema" xmlns:p="http://schemas.microsoft.com/office/2006/metadata/properties" xmlns:ns2="77b76e1c-cf04-47b1-9ddf-cab3a3502eaa" xmlns:ns3="ef939d35-6b12-409d-9666-6fc84e55f432" targetNamespace="http://schemas.microsoft.com/office/2006/metadata/properties" ma:root="true" ma:fieldsID="4a482f0bfa1c44cde76a11bbc130a7b8" ns2:_="" ns3:_="">
    <xsd:import namespace="77b76e1c-cf04-47b1-9ddf-cab3a3502eaa"/>
    <xsd:import namespace="ef939d35-6b12-409d-9666-6fc84e55f4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b76e1c-cf04-47b1-9ddf-cab3a3502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ddd0a68-ef94-4b45-929f-47f079e477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39d35-6b12-409d-9666-6fc84e55f43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1ff4118-a995-46ac-bb10-3486fe17f558}" ma:internalName="TaxCatchAll" ma:showField="CatchAllData" ma:web="ef939d35-6b12-409d-9666-6fc84e55f4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7A4C54-058A-4A2E-9468-F3EBE47D1B4D}">
  <ds:schemaRefs>
    <ds:schemaRef ds:uri="77b76e1c-cf04-47b1-9ddf-cab3a3502eaa"/>
    <ds:schemaRef ds:uri="http://purl.org/dc/terms/"/>
    <ds:schemaRef ds:uri="http://www.w3.org/XML/1998/namespace"/>
    <ds:schemaRef ds:uri="ef939d35-6b12-409d-9666-6fc84e55f432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62CF27C-9CB7-4970-A367-090C0C25E7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b76e1c-cf04-47b1-9ddf-cab3a3502eaa"/>
    <ds:schemaRef ds:uri="ef939d35-6b12-409d-9666-6fc84e55f4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541FEC-54E6-46B7-9536-12C8C7AE7D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9172</TotalTime>
  <Words>1903</Words>
  <Application>Microsoft Office PowerPoint</Application>
  <PresentationFormat>Widescreen</PresentationFormat>
  <Paragraphs>439</Paragraphs>
  <Slides>58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Calibri Light</vt:lpstr>
      <vt:lpstr>Consolas</vt:lpstr>
      <vt:lpstr>Segoe UI</vt:lpstr>
      <vt:lpstr>Zure Theme Light</vt:lpstr>
      <vt:lpstr>DAXLIB Zero to community hero</vt:lpstr>
      <vt:lpstr>PowerPoint Presentation</vt:lpstr>
      <vt:lpstr>PowerPoint Presentation</vt:lpstr>
      <vt:lpstr>Raffle prizes from the sponsors</vt:lpstr>
      <vt:lpstr>User Defined Functions UDF</vt:lpstr>
      <vt:lpstr>DAX UDFs</vt:lpstr>
      <vt:lpstr>PowerPoint Presentation</vt:lpstr>
      <vt:lpstr>PowerPoint Presentation</vt:lpstr>
      <vt:lpstr>PowerPoint Presentation</vt:lpstr>
      <vt:lpstr>Demo create a UDF</vt:lpstr>
      <vt:lpstr>DAXLIB Package manager for UDF</vt:lpstr>
      <vt:lpstr>Installing a library</vt:lpstr>
      <vt:lpstr>Demo Install &amp; use a library</vt:lpstr>
      <vt:lpstr>Your first library the fork &amp; pull request workflow</vt:lpstr>
      <vt:lpstr>What have I done?</vt:lpstr>
      <vt:lpstr>Development requirements</vt:lpstr>
      <vt:lpstr>DAXLIB requirements</vt:lpstr>
      <vt:lpstr>DAXLIB requirements</vt:lpstr>
      <vt:lpstr>DAXLIB requirements</vt:lpstr>
      <vt:lpstr>DAXLIB requirements</vt:lpstr>
      <vt:lpstr>DAXLIB requirements</vt:lpstr>
      <vt:lpstr>Anatomy of a library</vt:lpstr>
      <vt:lpstr>PowerPoint Presentation</vt:lpstr>
      <vt:lpstr>Fork → branch</vt:lpstr>
      <vt:lpstr>Develop → pull request</vt:lpstr>
      <vt:lpstr>Review → merge → publish</vt:lpstr>
      <vt:lpstr>Publish a new version</vt:lpstr>
      <vt:lpstr>Demo publishing a small library</vt:lpstr>
      <vt:lpstr>Scaling up medium &amp; large libraries</vt:lpstr>
      <vt:lpstr>Workflow</vt:lpstr>
      <vt:lpstr>Workflow</vt:lpstr>
      <vt:lpstr>Workflow</vt:lpstr>
      <vt:lpstr>Workflow</vt:lpstr>
      <vt:lpstr>Develop → action </vt:lpstr>
      <vt:lpstr>Workflow</vt:lpstr>
      <vt:lpstr>Workflow</vt:lpstr>
      <vt:lpstr>Set up from the template</vt:lpstr>
      <vt:lpstr>Why a dedicated repo?</vt:lpstr>
      <vt:lpstr>Your library is a dependency</vt:lpstr>
      <vt:lpstr>Validation</vt:lpstr>
      <vt:lpstr>Unit tests</vt:lpstr>
      <vt:lpstr>Unit tests</vt:lpstr>
      <vt:lpstr>Unit tests</vt:lpstr>
      <vt:lpstr>Performance</vt:lpstr>
      <vt:lpstr>Performance tests</vt:lpstr>
      <vt:lpstr>Performance tests</vt:lpstr>
      <vt:lpstr>Performance validation</vt:lpstr>
      <vt:lpstr>Performance validation</vt:lpstr>
      <vt:lpstr>Usability</vt:lpstr>
      <vt:lpstr>Usable functions</vt:lpstr>
      <vt:lpstr>Usable functions</vt:lpstr>
      <vt:lpstr>Usable functions</vt:lpstr>
      <vt:lpstr>Documentation</vt:lpstr>
      <vt:lpstr>Documentation that scales</vt:lpstr>
      <vt:lpstr>Automate documentation</vt:lpstr>
      <vt:lpstr>Takeaways</vt:lpstr>
      <vt:lpstr>Takeaways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Zure Quick Facts</dc:title>
  <dc:creator>Sakari Nahi</dc:creator>
  <cp:lastModifiedBy>Jake Duddy</cp:lastModifiedBy>
  <cp:revision>6</cp:revision>
  <dcterms:created xsi:type="dcterms:W3CDTF">2022-11-28T12:09:39Z</dcterms:created>
  <dcterms:modified xsi:type="dcterms:W3CDTF">2026-09-08T07:53:35Z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0x0101001039B009913D2A47B6E1CFEC8CB3D127</vt:lpwstr>
  </property>
  <property fmtid="{D5CDD505-2E9C-101B-9397-08002B2CF9AE}" pid="3" name="MediaServiceImageTags">
    <vt:lpwstr/>
  </property>
</Properties>
</file>